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6" r:id="rId2"/>
  </p:sldIdLst>
  <p:sldSz cx="9966325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1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5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5791" y="598593"/>
            <a:ext cx="7474744" cy="1273387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5791" y="1921087"/>
            <a:ext cx="7474744" cy="883073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0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5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994" y="911860"/>
            <a:ext cx="8595955" cy="15214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994" y="2447714"/>
            <a:ext cx="8595955" cy="8001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1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185" y="973666"/>
            <a:ext cx="4235688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5452" y="973666"/>
            <a:ext cx="4235688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497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483" y="194734"/>
            <a:ext cx="8595955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483" y="896620"/>
            <a:ext cx="4216222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483" y="1336040"/>
            <a:ext cx="4216222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45452" y="896620"/>
            <a:ext cx="4236986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45452" y="1336040"/>
            <a:ext cx="4236986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79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763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821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483" y="243840"/>
            <a:ext cx="3214399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6986" y="526627"/>
            <a:ext cx="5045452" cy="2599267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6483" y="1097280"/>
            <a:ext cx="3214399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009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483" y="243840"/>
            <a:ext cx="3214399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36986" y="526627"/>
            <a:ext cx="5045452" cy="259926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6483" y="1097280"/>
            <a:ext cx="3214399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95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33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32151" y="194733"/>
            <a:ext cx="2148989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185" y="194733"/>
            <a:ext cx="6322387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30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185" y="194734"/>
            <a:ext cx="8595955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185" y="973666"/>
            <a:ext cx="8595955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185" y="3390054"/>
            <a:ext cx="2242423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10/19/2020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01345" y="3390054"/>
            <a:ext cx="3363635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38717" y="3390054"/>
            <a:ext cx="2242423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519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CCC84DBF-1156-4024-8B71-514B28727182}"/>
              </a:ext>
            </a:extLst>
          </p:cNvPr>
          <p:cNvGrpSpPr/>
          <p:nvPr/>
        </p:nvGrpSpPr>
        <p:grpSpPr>
          <a:xfrm>
            <a:off x="40995" y="-2537"/>
            <a:ext cx="9898717" cy="3616241"/>
            <a:chOff x="604957" y="1782449"/>
            <a:chExt cx="9898717" cy="36162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1472046-79ED-42CE-A847-7D88B287D4EA}"/>
                </a:ext>
              </a:extLst>
            </p:cNvPr>
            <p:cNvSpPr/>
            <p:nvPr/>
          </p:nvSpPr>
          <p:spPr>
            <a:xfrm>
              <a:off x="2274075" y="2119723"/>
              <a:ext cx="2623931" cy="6440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Block 0: 512B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y=0..3, x=0..31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B6FA879-F950-4155-ABE9-12228D798CCC}"/>
                </a:ext>
              </a:extLst>
            </p:cNvPr>
            <p:cNvSpPr/>
            <p:nvPr/>
          </p:nvSpPr>
          <p:spPr>
            <a:xfrm>
              <a:off x="2274075" y="2890627"/>
              <a:ext cx="2623931" cy="6440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Block 1: 512B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y=4..7, x=0..31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29985C1-94DA-40E3-883C-884E341967EF}"/>
                </a:ext>
              </a:extLst>
            </p:cNvPr>
            <p:cNvSpPr/>
            <p:nvPr/>
          </p:nvSpPr>
          <p:spPr>
            <a:xfrm>
              <a:off x="2274075" y="3661531"/>
              <a:ext cx="2623931" cy="6440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Block 2: 512B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y=8..11, x=0..31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6627423-F041-45DA-B1A3-D5F9ACA269D3}"/>
                </a:ext>
              </a:extLst>
            </p:cNvPr>
            <p:cNvSpPr/>
            <p:nvPr/>
          </p:nvSpPr>
          <p:spPr>
            <a:xfrm>
              <a:off x="2274071" y="4431735"/>
              <a:ext cx="2623931" cy="6440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t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Block 3: 512B, y=12..15, x=0..31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5FA87C4-3E01-40C5-A8C7-C7D06D1BA2B7}"/>
                </a:ext>
              </a:extLst>
            </p:cNvPr>
            <p:cNvSpPr/>
            <p:nvPr/>
          </p:nvSpPr>
          <p:spPr>
            <a:xfrm>
              <a:off x="5058357" y="2119723"/>
              <a:ext cx="2623931" cy="6440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Block 4: 512B y=0..3, x=32..63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25B7D78-EC1C-4A83-A868-09B2BA7629AC}"/>
                </a:ext>
              </a:extLst>
            </p:cNvPr>
            <p:cNvSpPr/>
            <p:nvPr/>
          </p:nvSpPr>
          <p:spPr>
            <a:xfrm>
              <a:off x="5058357" y="2890627"/>
              <a:ext cx="2623931" cy="6440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Block 5: 512B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y=4..7, x=32..63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D6BFF02-96CE-46B2-9AF4-DA10C365A229}"/>
                </a:ext>
              </a:extLst>
            </p:cNvPr>
            <p:cNvSpPr/>
            <p:nvPr/>
          </p:nvSpPr>
          <p:spPr>
            <a:xfrm>
              <a:off x="5058357" y="3661531"/>
              <a:ext cx="2623931" cy="6440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Block 6: 512B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y=8..11, x=32..63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8F5015C-0582-4385-BB22-2AB5C9ED7779}"/>
                </a:ext>
              </a:extLst>
            </p:cNvPr>
            <p:cNvSpPr/>
            <p:nvPr/>
          </p:nvSpPr>
          <p:spPr>
            <a:xfrm>
              <a:off x="5058356" y="4431735"/>
              <a:ext cx="2623931" cy="64405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Block 7: 512B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y=12..15, x=32..63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EFDFF4F-1777-43E6-9DC3-29D5CEA86F9A}"/>
                </a:ext>
              </a:extLst>
            </p:cNvPr>
            <p:cNvSpPr/>
            <p:nvPr/>
          </p:nvSpPr>
          <p:spPr>
            <a:xfrm>
              <a:off x="5058356" y="2119723"/>
              <a:ext cx="2623931" cy="16278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SubBlock</a:t>
              </a:r>
              <a:r>
                <a:rPr lang="en-US" sz="12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 y=0, x=32..63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D9968CC-C9A9-4BDE-A88D-62DCC42DDD35}"/>
                </a:ext>
              </a:extLst>
            </p:cNvPr>
            <p:cNvSpPr/>
            <p:nvPr/>
          </p:nvSpPr>
          <p:spPr>
            <a:xfrm>
              <a:off x="5058356" y="2280149"/>
              <a:ext cx="2623931" cy="16278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SubBlock</a:t>
              </a:r>
              <a:r>
                <a:rPr lang="en-US" sz="12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 y=01 x=32..63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E60E81F-9739-4156-BA70-09DD548C40B8}"/>
                </a:ext>
              </a:extLst>
            </p:cNvPr>
            <p:cNvSpPr/>
            <p:nvPr/>
          </p:nvSpPr>
          <p:spPr>
            <a:xfrm>
              <a:off x="2274074" y="2120227"/>
              <a:ext cx="5408213" cy="2770329"/>
            </a:xfrm>
            <a:prstGeom prst="rect">
              <a:avLst/>
            </a:prstGeom>
            <a:solidFill>
              <a:srgbClr val="00B0F0">
                <a:alpha val="20000"/>
              </a:srgb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E527A28-BCA4-4960-AE1A-BD7A393F3662}"/>
                </a:ext>
              </a:extLst>
            </p:cNvPr>
            <p:cNvSpPr/>
            <p:nvPr/>
          </p:nvSpPr>
          <p:spPr>
            <a:xfrm>
              <a:off x="2274073" y="4909355"/>
              <a:ext cx="2623931" cy="16278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SubBlock</a:t>
              </a:r>
              <a:r>
                <a:rPr lang="en-US" sz="12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 y=15, x=0..31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63579EE-75D0-4557-8B74-B91B854AB43B}"/>
                </a:ext>
              </a:extLst>
            </p:cNvPr>
            <p:cNvSpPr/>
            <p:nvPr/>
          </p:nvSpPr>
          <p:spPr>
            <a:xfrm>
              <a:off x="2274073" y="5071692"/>
              <a:ext cx="2623931" cy="16278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Non-</a:t>
              </a:r>
              <a:r>
                <a:rPr lang="en-US" sz="1200" dirty="0" err="1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exisit</a:t>
              </a:r>
              <a:r>
                <a:rPr lang="en-US" sz="12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SubBlock</a:t>
              </a:r>
              <a:r>
                <a:rPr lang="en-US" sz="12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 y=16, x=0..31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CA749BE-A475-4C99-AC20-BFBB619F5667}"/>
                </a:ext>
              </a:extLst>
            </p:cNvPr>
            <p:cNvSpPr/>
            <p:nvPr/>
          </p:nvSpPr>
          <p:spPr>
            <a:xfrm>
              <a:off x="2274073" y="5234029"/>
              <a:ext cx="2623931" cy="16278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Non-</a:t>
              </a:r>
              <a:r>
                <a:rPr lang="en-US" sz="1200" dirty="0" err="1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exisit</a:t>
              </a:r>
              <a:r>
                <a:rPr lang="en-US" sz="12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SubBlock</a:t>
              </a:r>
              <a:r>
                <a:rPr lang="en-US" sz="12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 y=17, x=0..31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D0ABF3D-33D9-4EB2-B1DD-1A505CA662BF}"/>
                </a:ext>
              </a:extLst>
            </p:cNvPr>
            <p:cNvSpPr/>
            <p:nvPr/>
          </p:nvSpPr>
          <p:spPr>
            <a:xfrm>
              <a:off x="2274073" y="4754633"/>
              <a:ext cx="2623932" cy="644057"/>
            </a:xfrm>
            <a:prstGeom prst="rect">
              <a:avLst/>
            </a:prstGeom>
            <a:noFill/>
            <a:ln w="3810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0655A26-4B1F-4809-AF1F-49944CC76641}"/>
                </a:ext>
              </a:extLst>
            </p:cNvPr>
            <p:cNvSpPr txBox="1"/>
            <p:nvPr/>
          </p:nvSpPr>
          <p:spPr>
            <a:xfrm>
              <a:off x="3976273" y="1782449"/>
              <a:ext cx="2544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dirty="0">
                  <a:latin typeface="Arial "/>
                  <a:ea typeface="Microsoft YaHei" panose="020B0503020204020204" pitchFamily="34" charset="-122"/>
                </a:rPr>
                <a:t>Matrix Col-Major, FP32</a:t>
              </a:r>
            </a:p>
          </p:txBody>
        </p:sp>
        <p:sp>
          <p:nvSpPr>
            <p:cNvPr id="48" name="Speech Bubble: Rectangle 47">
              <a:extLst>
                <a:ext uri="{FF2B5EF4-FFF2-40B4-BE49-F238E27FC236}">
                  <a16:creationId xmlns:a16="http://schemas.microsoft.com/office/drawing/2014/main" id="{252FE1A8-4B70-490F-8D58-C1C2264F0636}"/>
                </a:ext>
              </a:extLst>
            </p:cNvPr>
            <p:cNvSpPr/>
            <p:nvPr/>
          </p:nvSpPr>
          <p:spPr>
            <a:xfrm>
              <a:off x="604958" y="2441751"/>
              <a:ext cx="1588937" cy="699711"/>
            </a:xfrm>
            <a:prstGeom prst="wedgeRectCallout">
              <a:avLst>
                <a:gd name="adj1" fmla="val 55577"/>
                <a:gd name="adj2" fmla="val 70536"/>
              </a:avLst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Real surface 15x64</a:t>
              </a:r>
            </a:p>
          </p:txBody>
        </p:sp>
        <p:sp>
          <p:nvSpPr>
            <p:cNvPr id="49" name="Speech Bubble: Rectangle 48">
              <a:extLst>
                <a:ext uri="{FF2B5EF4-FFF2-40B4-BE49-F238E27FC236}">
                  <a16:creationId xmlns:a16="http://schemas.microsoft.com/office/drawing/2014/main" id="{F8AB159D-BE05-42D7-B0F0-4D5AB874481E}"/>
                </a:ext>
              </a:extLst>
            </p:cNvPr>
            <p:cNvSpPr/>
            <p:nvPr/>
          </p:nvSpPr>
          <p:spPr>
            <a:xfrm>
              <a:off x="604957" y="4061652"/>
              <a:ext cx="1588937" cy="879813"/>
            </a:xfrm>
            <a:prstGeom prst="wedgeRectCallout">
              <a:avLst>
                <a:gd name="adj1" fmla="val 55577"/>
                <a:gd name="adj2" fmla="val 70536"/>
              </a:avLst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Burst 4 coverage based on coordinates</a:t>
              </a:r>
            </a:p>
          </p:txBody>
        </p:sp>
        <p:sp>
          <p:nvSpPr>
            <p:cNvPr id="50" name="Speech Bubble: Rectangle 49">
              <a:extLst>
                <a:ext uri="{FF2B5EF4-FFF2-40B4-BE49-F238E27FC236}">
                  <a16:creationId xmlns:a16="http://schemas.microsoft.com/office/drawing/2014/main" id="{85935D03-6461-43EB-867C-B7A790870743}"/>
                </a:ext>
              </a:extLst>
            </p:cNvPr>
            <p:cNvSpPr/>
            <p:nvPr/>
          </p:nvSpPr>
          <p:spPr>
            <a:xfrm>
              <a:off x="7879744" y="2112276"/>
              <a:ext cx="2623930" cy="1807717"/>
            </a:xfrm>
            <a:prstGeom prst="wedgeRectCallout">
              <a:avLst>
                <a:gd name="adj1" fmla="val -56110"/>
                <a:gd name="adj2" fmla="val -39730"/>
              </a:avLst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Programmer thought these two sub-blocks will be returned because of they are following block 3 in memory layout.</a:t>
              </a:r>
            </a:p>
            <a:p>
              <a:endPara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endParaRPr>
            </a:p>
            <a:p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Not, this is wrong. Coordinate calculation is not based on memory layout.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219</Words>
  <Application>Microsoft Office PowerPoint</Application>
  <PresentationFormat>Custom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 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Haichuan Wang(王海川)</cp:lastModifiedBy>
  <cp:revision>20</cp:revision>
  <dcterms:created xsi:type="dcterms:W3CDTF">2020-03-18T02:10:58Z</dcterms:created>
  <dcterms:modified xsi:type="dcterms:W3CDTF">2020-10-19T09:53:59Z</dcterms:modified>
</cp:coreProperties>
</file>