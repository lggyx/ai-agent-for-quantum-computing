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7315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86" y="11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74121"/>
            <a:ext cx="54864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200679"/>
            <a:ext cx="54864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4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569913"/>
            <a:ext cx="630936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1529821"/>
            <a:ext cx="630936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0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608542"/>
            <a:ext cx="31089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608542"/>
            <a:ext cx="31089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2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21709"/>
            <a:ext cx="630936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3" y="560388"/>
            <a:ext cx="3094672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3" y="835025"/>
            <a:ext cx="3094672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560388"/>
            <a:ext cx="3109913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835025"/>
            <a:ext cx="3109913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3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9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52400"/>
            <a:ext cx="235934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329142"/>
            <a:ext cx="370332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85800"/>
            <a:ext cx="235934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52400"/>
            <a:ext cx="235934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329142"/>
            <a:ext cx="370332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85800"/>
            <a:ext cx="235934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1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72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121709"/>
            <a:ext cx="1577340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121709"/>
            <a:ext cx="4640580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0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121709"/>
            <a:ext cx="630936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608542"/>
            <a:ext cx="630936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2118784"/>
            <a:ext cx="16459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2118784"/>
            <a:ext cx="246888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2118784"/>
            <a:ext cx="16459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7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F1F170F1-E0EC-49A2-B534-B82D0D1EE8F6}"/>
              </a:ext>
            </a:extLst>
          </p:cNvPr>
          <p:cNvSpPr/>
          <p:nvPr/>
        </p:nvSpPr>
        <p:spPr>
          <a:xfrm rot="5400000">
            <a:off x="921212" y="441784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0A72C24-393B-4ABE-B62D-2C5CBBA761C5}"/>
              </a:ext>
            </a:extLst>
          </p:cNvPr>
          <p:cNvSpPr/>
          <p:nvPr/>
        </p:nvSpPr>
        <p:spPr>
          <a:xfrm>
            <a:off x="60719" y="-12190"/>
            <a:ext cx="109356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Data for SPC0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058CA17-36D6-4F05-8A4D-A22F0AB1021D}"/>
              </a:ext>
            </a:extLst>
          </p:cNvPr>
          <p:cNvCxnSpPr>
            <a:cxnSpLocks/>
          </p:cNvCxnSpPr>
          <p:nvPr/>
        </p:nvCxnSpPr>
        <p:spPr>
          <a:xfrm>
            <a:off x="744993" y="266582"/>
            <a:ext cx="3444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E83A6B8C-7348-4A7D-BDB8-E326BF9A0BD2}"/>
              </a:ext>
            </a:extLst>
          </p:cNvPr>
          <p:cNvSpPr/>
          <p:nvPr/>
        </p:nvSpPr>
        <p:spPr>
          <a:xfrm>
            <a:off x="533722" y="1336561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7F26F86-FCB0-45FC-8AD0-2B3AA7FE4C40}"/>
              </a:ext>
            </a:extLst>
          </p:cNvPr>
          <p:cNvSpPr/>
          <p:nvPr/>
        </p:nvSpPr>
        <p:spPr>
          <a:xfrm rot="5400000">
            <a:off x="1237471" y="441783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BA09E46-F9EB-47CD-A43F-23E0DAC233A2}"/>
              </a:ext>
            </a:extLst>
          </p:cNvPr>
          <p:cNvSpPr/>
          <p:nvPr/>
        </p:nvSpPr>
        <p:spPr>
          <a:xfrm rot="5400000">
            <a:off x="2502507" y="441783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BFADCEB-EEF5-4D09-974D-43BDAFD1DBD9}"/>
              </a:ext>
            </a:extLst>
          </p:cNvPr>
          <p:cNvSpPr/>
          <p:nvPr/>
        </p:nvSpPr>
        <p:spPr>
          <a:xfrm>
            <a:off x="533721" y="2018613"/>
            <a:ext cx="841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HBM0-0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71A6D2C-06CF-413C-AC29-0570AC55A1BF}"/>
              </a:ext>
            </a:extLst>
          </p:cNvPr>
          <p:cNvSpPr/>
          <p:nvPr/>
        </p:nvSpPr>
        <p:spPr>
          <a:xfrm>
            <a:off x="2058949" y="1336561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1D87E9E-6503-4DB9-96BC-21E26603373B}"/>
              </a:ext>
            </a:extLst>
          </p:cNvPr>
          <p:cNvSpPr/>
          <p:nvPr/>
        </p:nvSpPr>
        <p:spPr>
          <a:xfrm>
            <a:off x="2007699" y="2018612"/>
            <a:ext cx="841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HBM0-1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396A9ED-DF14-46BD-9ACF-A75E142370E1}"/>
              </a:ext>
            </a:extLst>
          </p:cNvPr>
          <p:cNvSpPr/>
          <p:nvPr/>
        </p:nvSpPr>
        <p:spPr>
          <a:xfrm>
            <a:off x="3819066" y="1341980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7032AA0-C16A-4069-AE7D-B31009ACB868}"/>
              </a:ext>
            </a:extLst>
          </p:cNvPr>
          <p:cNvSpPr/>
          <p:nvPr/>
        </p:nvSpPr>
        <p:spPr>
          <a:xfrm>
            <a:off x="3819065" y="2024032"/>
            <a:ext cx="841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HBM1-0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FC7D918-BFF7-4629-9265-CEAF7BC80E1D}"/>
              </a:ext>
            </a:extLst>
          </p:cNvPr>
          <p:cNvSpPr/>
          <p:nvPr/>
        </p:nvSpPr>
        <p:spPr>
          <a:xfrm>
            <a:off x="5344293" y="1341980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6B3EA7C-E7F0-417F-949D-50CC6A1E2300}"/>
              </a:ext>
            </a:extLst>
          </p:cNvPr>
          <p:cNvSpPr/>
          <p:nvPr/>
        </p:nvSpPr>
        <p:spPr>
          <a:xfrm>
            <a:off x="5293043" y="2024031"/>
            <a:ext cx="841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HBM1-1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E85B699-23EE-405B-90FC-942218FA45DA}"/>
              </a:ext>
            </a:extLst>
          </p:cNvPr>
          <p:cNvSpPr txBox="1"/>
          <p:nvPr/>
        </p:nvSpPr>
        <p:spPr>
          <a:xfrm>
            <a:off x="6939105" y="147753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ABC34E4-3819-4195-8B60-3606844E088E}"/>
              </a:ext>
            </a:extLst>
          </p:cNvPr>
          <p:cNvSpPr/>
          <p:nvPr/>
        </p:nvSpPr>
        <p:spPr>
          <a:xfrm rot="5400000">
            <a:off x="597548" y="1519458"/>
            <a:ext cx="691519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B040D57-0082-4AC4-9A6D-5CFAEB5A3D65}"/>
              </a:ext>
            </a:extLst>
          </p:cNvPr>
          <p:cNvSpPr/>
          <p:nvPr/>
        </p:nvSpPr>
        <p:spPr>
          <a:xfrm rot="5400000">
            <a:off x="910866" y="1518619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11BD08A-900F-4BA7-AAB7-58F6791463BF}"/>
              </a:ext>
            </a:extLst>
          </p:cNvPr>
          <p:cNvSpPr/>
          <p:nvPr/>
        </p:nvSpPr>
        <p:spPr>
          <a:xfrm rot="5400000">
            <a:off x="3976483" y="1524877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6427B02-2BC3-4D73-9385-F9954C93345D}"/>
              </a:ext>
            </a:extLst>
          </p:cNvPr>
          <p:cNvSpPr/>
          <p:nvPr/>
        </p:nvSpPr>
        <p:spPr>
          <a:xfrm rot="5400000">
            <a:off x="5490318" y="1524877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D7A3F7D-1BCC-4C75-BA66-3E5BBD9DE42C}"/>
              </a:ext>
            </a:extLst>
          </p:cNvPr>
          <p:cNvCxnSpPr>
            <a:cxnSpLocks/>
            <a:stCxn id="75" idx="3"/>
            <a:endCxn id="89" idx="1"/>
          </p:cNvCxnSpPr>
          <p:nvPr/>
        </p:nvCxnSpPr>
        <p:spPr>
          <a:xfrm flipH="1">
            <a:off x="943307" y="947003"/>
            <a:ext cx="324994" cy="384825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03F5820-E471-451C-99F2-4F766D8D87E6}"/>
              </a:ext>
            </a:extLst>
          </p:cNvPr>
          <p:cNvCxnSpPr>
            <a:cxnSpLocks/>
            <a:stCxn id="79" idx="3"/>
            <a:endCxn id="90" idx="1"/>
          </p:cNvCxnSpPr>
          <p:nvPr/>
        </p:nvCxnSpPr>
        <p:spPr>
          <a:xfrm flipH="1">
            <a:off x="1257955" y="947002"/>
            <a:ext cx="326605" cy="382658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8E118784-9719-46D4-B96F-E70A78FB0632}"/>
              </a:ext>
            </a:extLst>
          </p:cNvPr>
          <p:cNvSpPr/>
          <p:nvPr/>
        </p:nvSpPr>
        <p:spPr>
          <a:xfrm rot="5400000">
            <a:off x="2146224" y="1530615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4C25EE3-875C-40CE-B2E2-BD94818445A9}"/>
              </a:ext>
            </a:extLst>
          </p:cNvPr>
          <p:cNvSpPr/>
          <p:nvPr/>
        </p:nvSpPr>
        <p:spPr>
          <a:xfrm rot="5400000">
            <a:off x="2462484" y="1530029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7BEF0E9-0454-4F4B-A644-6CE17DD1A6E0}"/>
              </a:ext>
            </a:extLst>
          </p:cNvPr>
          <p:cNvSpPr/>
          <p:nvPr/>
        </p:nvSpPr>
        <p:spPr>
          <a:xfrm rot="5400000">
            <a:off x="2194873" y="444455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58F44D3-A71E-4D0C-A6FF-6DDB42B5D8F8}"/>
              </a:ext>
            </a:extLst>
          </p:cNvPr>
          <p:cNvSpPr/>
          <p:nvPr/>
        </p:nvSpPr>
        <p:spPr>
          <a:xfrm>
            <a:off x="3007726" y="-7157"/>
            <a:ext cx="109356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Data for SPC7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9359E29-0119-40A8-8078-736DF8340115}"/>
              </a:ext>
            </a:extLst>
          </p:cNvPr>
          <p:cNvCxnSpPr>
            <a:cxnSpLocks/>
            <a:stCxn id="80" idx="3"/>
            <a:endCxn id="96" idx="1"/>
          </p:cNvCxnSpPr>
          <p:nvPr/>
        </p:nvCxnSpPr>
        <p:spPr>
          <a:xfrm flipH="1">
            <a:off x="2809573" y="947002"/>
            <a:ext cx="40023" cy="394068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DD93C48-E2BD-49D0-8202-6B95DA924148}"/>
              </a:ext>
            </a:extLst>
          </p:cNvPr>
          <p:cNvCxnSpPr>
            <a:cxnSpLocks/>
            <a:stCxn id="97" idx="3"/>
            <a:endCxn id="95" idx="1"/>
          </p:cNvCxnSpPr>
          <p:nvPr/>
        </p:nvCxnSpPr>
        <p:spPr>
          <a:xfrm flipH="1">
            <a:off x="2493313" y="949674"/>
            <a:ext cx="48649" cy="391982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49DFD17-872B-4800-A12A-30FB8B12B9AB}"/>
              </a:ext>
            </a:extLst>
          </p:cNvPr>
          <p:cNvCxnSpPr>
            <a:cxnSpLocks/>
          </p:cNvCxnSpPr>
          <p:nvPr/>
        </p:nvCxnSpPr>
        <p:spPr>
          <a:xfrm flipH="1">
            <a:off x="3021218" y="262770"/>
            <a:ext cx="32001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7D488CE4-0AAF-4FAB-AC2B-FBA79FF73602}"/>
              </a:ext>
            </a:extLst>
          </p:cNvPr>
          <p:cNvSpPr txBox="1"/>
          <p:nvPr/>
        </p:nvSpPr>
        <p:spPr>
          <a:xfrm>
            <a:off x="-1160507" y="745279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NUMA</a:t>
            </a: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22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8</cp:revision>
  <dcterms:created xsi:type="dcterms:W3CDTF">2020-03-18T02:10:58Z</dcterms:created>
  <dcterms:modified xsi:type="dcterms:W3CDTF">2020-04-09T22:29:39Z</dcterms:modified>
</cp:coreProperties>
</file>