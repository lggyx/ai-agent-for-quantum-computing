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</p:sldIdLst>
  <p:sldSz cx="3200400" cy="2193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61" autoAdjust="0"/>
    <p:restoredTop sz="94660"/>
  </p:normalViewPr>
  <p:slideViewPr>
    <p:cSldViewPr snapToGrid="0">
      <p:cViewPr varScale="1">
        <p:scale>
          <a:sx n="360" d="100"/>
          <a:sy n="360" d="100"/>
        </p:scale>
        <p:origin x="19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030" y="359052"/>
            <a:ext cx="2720340" cy="763811"/>
          </a:xfrm>
        </p:spPr>
        <p:txBody>
          <a:bodyPr anchor="b"/>
          <a:lstStyle>
            <a:lvl1pPr algn="ctr">
              <a:defRPr sz="19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50" y="1152318"/>
            <a:ext cx="2400300" cy="529691"/>
          </a:xfrm>
        </p:spPr>
        <p:txBody>
          <a:bodyPr/>
          <a:lstStyle>
            <a:lvl1pPr marL="0" indent="0" algn="ctr">
              <a:buNone/>
              <a:defRPr sz="768"/>
            </a:lvl1pPr>
            <a:lvl2pPr marL="146258" indent="0" algn="ctr">
              <a:buNone/>
              <a:defRPr sz="640"/>
            </a:lvl2pPr>
            <a:lvl3pPr marL="292517" indent="0" algn="ctr">
              <a:buNone/>
              <a:defRPr sz="576"/>
            </a:lvl3pPr>
            <a:lvl4pPr marL="438775" indent="0" algn="ctr">
              <a:buNone/>
              <a:defRPr sz="512"/>
            </a:lvl4pPr>
            <a:lvl5pPr marL="585033" indent="0" algn="ctr">
              <a:buNone/>
              <a:defRPr sz="512"/>
            </a:lvl5pPr>
            <a:lvl6pPr marL="731291" indent="0" algn="ctr">
              <a:buNone/>
              <a:defRPr sz="512"/>
            </a:lvl6pPr>
            <a:lvl7pPr marL="877550" indent="0" algn="ctr">
              <a:buNone/>
              <a:defRPr sz="512"/>
            </a:lvl7pPr>
            <a:lvl8pPr marL="1023808" indent="0" algn="ctr">
              <a:buNone/>
              <a:defRPr sz="512"/>
            </a:lvl8pPr>
            <a:lvl9pPr marL="1170066" indent="0" algn="ctr">
              <a:buNone/>
              <a:defRPr sz="51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464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028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361" y="546958"/>
            <a:ext cx="2760345" cy="912612"/>
          </a:xfrm>
        </p:spPr>
        <p:txBody>
          <a:bodyPr anchor="b"/>
          <a:lstStyle>
            <a:lvl1pPr>
              <a:defRPr sz="19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8361" y="1468204"/>
            <a:ext cx="2760345" cy="479921"/>
          </a:xfrm>
        </p:spPr>
        <p:txBody>
          <a:bodyPr/>
          <a:lstStyle>
            <a:lvl1pPr marL="0" indent="0">
              <a:buNone/>
              <a:defRPr sz="768">
                <a:solidFill>
                  <a:schemeClr val="tx1"/>
                </a:solidFill>
              </a:defRPr>
            </a:lvl1pPr>
            <a:lvl2pPr marL="146258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2pPr>
            <a:lvl3pPr marL="292517" indent="0">
              <a:buNone/>
              <a:defRPr sz="576">
                <a:solidFill>
                  <a:schemeClr val="tx1">
                    <a:tint val="75000"/>
                  </a:schemeClr>
                </a:solidFill>
              </a:defRPr>
            </a:lvl3pPr>
            <a:lvl4pPr marL="438775" indent="0">
              <a:buNone/>
              <a:defRPr sz="512">
                <a:solidFill>
                  <a:schemeClr val="tx1">
                    <a:tint val="75000"/>
                  </a:schemeClr>
                </a:solidFill>
              </a:defRPr>
            </a:lvl4pPr>
            <a:lvl5pPr marL="585033" indent="0">
              <a:buNone/>
              <a:defRPr sz="512">
                <a:solidFill>
                  <a:schemeClr val="tx1">
                    <a:tint val="75000"/>
                  </a:schemeClr>
                </a:solidFill>
              </a:defRPr>
            </a:lvl5pPr>
            <a:lvl6pPr marL="731291" indent="0">
              <a:buNone/>
              <a:defRPr sz="512">
                <a:solidFill>
                  <a:schemeClr val="tx1">
                    <a:tint val="75000"/>
                  </a:schemeClr>
                </a:solidFill>
              </a:defRPr>
            </a:lvl6pPr>
            <a:lvl7pPr marL="877550" indent="0">
              <a:buNone/>
              <a:defRPr sz="512">
                <a:solidFill>
                  <a:schemeClr val="tx1">
                    <a:tint val="75000"/>
                  </a:schemeClr>
                </a:solidFill>
              </a:defRPr>
            </a:lvl7pPr>
            <a:lvl8pPr marL="1023808" indent="0">
              <a:buNone/>
              <a:defRPr sz="512">
                <a:solidFill>
                  <a:schemeClr val="tx1">
                    <a:tint val="75000"/>
                  </a:schemeClr>
                </a:solidFill>
              </a:defRPr>
            </a:lvl8pPr>
            <a:lvl9pPr marL="1170066" indent="0">
              <a:buNone/>
              <a:defRPr sz="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573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0028" y="584031"/>
            <a:ext cx="1360170" cy="1392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0203" y="584031"/>
            <a:ext cx="1360170" cy="1392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348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4" y="116807"/>
            <a:ext cx="2760345" cy="4240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45" y="537816"/>
            <a:ext cx="1353919" cy="263576"/>
          </a:xfrm>
        </p:spPr>
        <p:txBody>
          <a:bodyPr anchor="b"/>
          <a:lstStyle>
            <a:lvl1pPr marL="0" indent="0">
              <a:buNone/>
              <a:defRPr sz="768" b="1"/>
            </a:lvl1pPr>
            <a:lvl2pPr marL="146258" indent="0">
              <a:buNone/>
              <a:defRPr sz="640" b="1"/>
            </a:lvl2pPr>
            <a:lvl3pPr marL="292517" indent="0">
              <a:buNone/>
              <a:defRPr sz="576" b="1"/>
            </a:lvl3pPr>
            <a:lvl4pPr marL="438775" indent="0">
              <a:buNone/>
              <a:defRPr sz="512" b="1"/>
            </a:lvl4pPr>
            <a:lvl5pPr marL="585033" indent="0">
              <a:buNone/>
              <a:defRPr sz="512" b="1"/>
            </a:lvl5pPr>
            <a:lvl6pPr marL="731291" indent="0">
              <a:buNone/>
              <a:defRPr sz="512" b="1"/>
            </a:lvl6pPr>
            <a:lvl7pPr marL="877550" indent="0">
              <a:buNone/>
              <a:defRPr sz="512" b="1"/>
            </a:lvl7pPr>
            <a:lvl8pPr marL="1023808" indent="0">
              <a:buNone/>
              <a:defRPr sz="512" b="1"/>
            </a:lvl8pPr>
            <a:lvl9pPr marL="1170066" indent="0">
              <a:buNone/>
              <a:defRPr sz="51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445" y="801392"/>
            <a:ext cx="1353919" cy="1178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20203" y="537816"/>
            <a:ext cx="1360587" cy="263576"/>
          </a:xfrm>
        </p:spPr>
        <p:txBody>
          <a:bodyPr anchor="b"/>
          <a:lstStyle>
            <a:lvl1pPr marL="0" indent="0">
              <a:buNone/>
              <a:defRPr sz="768" b="1"/>
            </a:lvl1pPr>
            <a:lvl2pPr marL="146258" indent="0">
              <a:buNone/>
              <a:defRPr sz="640" b="1"/>
            </a:lvl2pPr>
            <a:lvl3pPr marL="292517" indent="0">
              <a:buNone/>
              <a:defRPr sz="576" b="1"/>
            </a:lvl3pPr>
            <a:lvl4pPr marL="438775" indent="0">
              <a:buNone/>
              <a:defRPr sz="512" b="1"/>
            </a:lvl4pPr>
            <a:lvl5pPr marL="585033" indent="0">
              <a:buNone/>
              <a:defRPr sz="512" b="1"/>
            </a:lvl5pPr>
            <a:lvl6pPr marL="731291" indent="0">
              <a:buNone/>
              <a:defRPr sz="512" b="1"/>
            </a:lvl6pPr>
            <a:lvl7pPr marL="877550" indent="0">
              <a:buNone/>
              <a:defRPr sz="512" b="1"/>
            </a:lvl7pPr>
            <a:lvl8pPr marL="1023808" indent="0">
              <a:buNone/>
              <a:defRPr sz="512" b="1"/>
            </a:lvl8pPr>
            <a:lvl9pPr marL="1170066" indent="0">
              <a:buNone/>
              <a:defRPr sz="51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20203" y="801392"/>
            <a:ext cx="1360587" cy="1178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08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446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086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146262"/>
            <a:ext cx="1032212" cy="511916"/>
          </a:xfrm>
        </p:spPr>
        <p:txBody>
          <a:bodyPr anchor="b"/>
          <a:lstStyle>
            <a:lvl1pPr>
              <a:defRPr sz="10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0587" y="315885"/>
            <a:ext cx="1620203" cy="1559109"/>
          </a:xfrm>
        </p:spPr>
        <p:txBody>
          <a:bodyPr/>
          <a:lstStyle>
            <a:lvl1pPr>
              <a:defRPr sz="1024"/>
            </a:lvl1pPr>
            <a:lvl2pPr>
              <a:defRPr sz="896"/>
            </a:lvl2pPr>
            <a:lvl3pPr>
              <a:defRPr sz="768"/>
            </a:lvl3pPr>
            <a:lvl4pPr>
              <a:defRPr sz="640"/>
            </a:lvl4pPr>
            <a:lvl5pPr>
              <a:defRPr sz="640"/>
            </a:lvl5pPr>
            <a:lvl6pPr>
              <a:defRPr sz="640"/>
            </a:lvl6pPr>
            <a:lvl7pPr>
              <a:defRPr sz="640"/>
            </a:lvl7pPr>
            <a:lvl8pPr>
              <a:defRPr sz="640"/>
            </a:lvl8pPr>
            <a:lvl9pPr>
              <a:defRPr sz="6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658178"/>
            <a:ext cx="1032212" cy="1219355"/>
          </a:xfrm>
        </p:spPr>
        <p:txBody>
          <a:bodyPr/>
          <a:lstStyle>
            <a:lvl1pPr marL="0" indent="0">
              <a:buNone/>
              <a:defRPr sz="512"/>
            </a:lvl1pPr>
            <a:lvl2pPr marL="146258" indent="0">
              <a:buNone/>
              <a:defRPr sz="448"/>
            </a:lvl2pPr>
            <a:lvl3pPr marL="292517" indent="0">
              <a:buNone/>
              <a:defRPr sz="384"/>
            </a:lvl3pPr>
            <a:lvl4pPr marL="438775" indent="0">
              <a:buNone/>
              <a:defRPr sz="320"/>
            </a:lvl4pPr>
            <a:lvl5pPr marL="585033" indent="0">
              <a:buNone/>
              <a:defRPr sz="320"/>
            </a:lvl5pPr>
            <a:lvl6pPr marL="731291" indent="0">
              <a:buNone/>
              <a:defRPr sz="320"/>
            </a:lvl6pPr>
            <a:lvl7pPr marL="877550" indent="0">
              <a:buNone/>
              <a:defRPr sz="320"/>
            </a:lvl7pPr>
            <a:lvl8pPr marL="1023808" indent="0">
              <a:buNone/>
              <a:defRPr sz="320"/>
            </a:lvl8pPr>
            <a:lvl9pPr marL="1170066" indent="0">
              <a:buNone/>
              <a:defRPr sz="3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367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146262"/>
            <a:ext cx="1032212" cy="511916"/>
          </a:xfrm>
        </p:spPr>
        <p:txBody>
          <a:bodyPr anchor="b"/>
          <a:lstStyle>
            <a:lvl1pPr>
              <a:defRPr sz="10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0587" y="315885"/>
            <a:ext cx="1620203" cy="1559109"/>
          </a:xfrm>
        </p:spPr>
        <p:txBody>
          <a:bodyPr anchor="t"/>
          <a:lstStyle>
            <a:lvl1pPr marL="0" indent="0">
              <a:buNone/>
              <a:defRPr sz="1024"/>
            </a:lvl1pPr>
            <a:lvl2pPr marL="146258" indent="0">
              <a:buNone/>
              <a:defRPr sz="896"/>
            </a:lvl2pPr>
            <a:lvl3pPr marL="292517" indent="0">
              <a:buNone/>
              <a:defRPr sz="768"/>
            </a:lvl3pPr>
            <a:lvl4pPr marL="438775" indent="0">
              <a:buNone/>
              <a:defRPr sz="640"/>
            </a:lvl4pPr>
            <a:lvl5pPr marL="585033" indent="0">
              <a:buNone/>
              <a:defRPr sz="640"/>
            </a:lvl5pPr>
            <a:lvl6pPr marL="731291" indent="0">
              <a:buNone/>
              <a:defRPr sz="640"/>
            </a:lvl6pPr>
            <a:lvl7pPr marL="877550" indent="0">
              <a:buNone/>
              <a:defRPr sz="640"/>
            </a:lvl7pPr>
            <a:lvl8pPr marL="1023808" indent="0">
              <a:buNone/>
              <a:defRPr sz="640"/>
            </a:lvl8pPr>
            <a:lvl9pPr marL="1170066" indent="0">
              <a:buNone/>
              <a:defRPr sz="6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658178"/>
            <a:ext cx="1032212" cy="1219355"/>
          </a:xfrm>
        </p:spPr>
        <p:txBody>
          <a:bodyPr/>
          <a:lstStyle>
            <a:lvl1pPr marL="0" indent="0">
              <a:buNone/>
              <a:defRPr sz="512"/>
            </a:lvl1pPr>
            <a:lvl2pPr marL="146258" indent="0">
              <a:buNone/>
              <a:defRPr sz="448"/>
            </a:lvl2pPr>
            <a:lvl3pPr marL="292517" indent="0">
              <a:buNone/>
              <a:defRPr sz="384"/>
            </a:lvl3pPr>
            <a:lvl4pPr marL="438775" indent="0">
              <a:buNone/>
              <a:defRPr sz="320"/>
            </a:lvl4pPr>
            <a:lvl5pPr marL="585033" indent="0">
              <a:buNone/>
              <a:defRPr sz="320"/>
            </a:lvl5pPr>
            <a:lvl6pPr marL="731291" indent="0">
              <a:buNone/>
              <a:defRPr sz="320"/>
            </a:lvl6pPr>
            <a:lvl7pPr marL="877550" indent="0">
              <a:buNone/>
              <a:defRPr sz="320"/>
            </a:lvl7pPr>
            <a:lvl8pPr marL="1023808" indent="0">
              <a:buNone/>
              <a:defRPr sz="320"/>
            </a:lvl8pPr>
            <a:lvl9pPr marL="1170066" indent="0">
              <a:buNone/>
              <a:defRPr sz="3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442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308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90287" y="116806"/>
            <a:ext cx="690086" cy="1859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0028" y="116806"/>
            <a:ext cx="2030254" cy="1859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763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0028" y="116807"/>
            <a:ext cx="2760345" cy="4240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028" y="584031"/>
            <a:ext cx="2760345" cy="1392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0028" y="2033444"/>
            <a:ext cx="720090" cy="1168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0133" y="2033444"/>
            <a:ext cx="1080135" cy="1168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60283" y="2033444"/>
            <a:ext cx="720090" cy="1168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046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292517" rtl="0" eaLnBrk="1" latinLnBrk="0" hangingPunct="1">
        <a:lnSpc>
          <a:spcPct val="90000"/>
        </a:lnSpc>
        <a:spcBef>
          <a:spcPct val="0"/>
        </a:spcBef>
        <a:buNone/>
        <a:defRPr sz="140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29" indent="-73129" algn="l" defTabSz="292517" rtl="0" eaLnBrk="1" latinLnBrk="0" hangingPunct="1">
        <a:lnSpc>
          <a:spcPct val="90000"/>
        </a:lnSpc>
        <a:spcBef>
          <a:spcPts val="320"/>
        </a:spcBef>
        <a:buFont typeface="Arial" panose="020B0604020202020204" pitchFamily="34" charset="0"/>
        <a:buChar char="•"/>
        <a:defRPr sz="896" kern="1200">
          <a:solidFill>
            <a:schemeClr val="tx1"/>
          </a:solidFill>
          <a:latin typeface="+mn-lt"/>
          <a:ea typeface="+mn-ea"/>
          <a:cs typeface="+mn-cs"/>
        </a:defRPr>
      </a:lvl1pPr>
      <a:lvl2pPr marL="219387" indent="-73129" algn="l" defTabSz="292517" rtl="0" eaLnBrk="1" latinLnBrk="0" hangingPunct="1">
        <a:lnSpc>
          <a:spcPct val="90000"/>
        </a:lnSpc>
        <a:spcBef>
          <a:spcPts val="160"/>
        </a:spcBef>
        <a:buFont typeface="Arial" panose="020B0604020202020204" pitchFamily="34" charset="0"/>
        <a:buChar char="•"/>
        <a:defRPr sz="768" kern="1200">
          <a:solidFill>
            <a:schemeClr val="tx1"/>
          </a:solidFill>
          <a:latin typeface="+mn-lt"/>
          <a:ea typeface="+mn-ea"/>
          <a:cs typeface="+mn-cs"/>
        </a:defRPr>
      </a:lvl2pPr>
      <a:lvl3pPr marL="365646" indent="-73129" algn="l" defTabSz="292517" rtl="0" eaLnBrk="1" latinLnBrk="0" hangingPunct="1">
        <a:lnSpc>
          <a:spcPct val="90000"/>
        </a:lnSpc>
        <a:spcBef>
          <a:spcPts val="160"/>
        </a:spcBef>
        <a:buFont typeface="Arial" panose="020B0604020202020204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3pPr>
      <a:lvl4pPr marL="511904" indent="-73129" algn="l" defTabSz="292517" rtl="0" eaLnBrk="1" latinLnBrk="0" hangingPunct="1">
        <a:lnSpc>
          <a:spcPct val="90000"/>
        </a:lnSpc>
        <a:spcBef>
          <a:spcPts val="160"/>
        </a:spcBef>
        <a:buFont typeface="Arial" panose="020B0604020202020204" pitchFamily="34" charset="0"/>
        <a:buChar char="•"/>
        <a:defRPr sz="576" kern="1200">
          <a:solidFill>
            <a:schemeClr val="tx1"/>
          </a:solidFill>
          <a:latin typeface="+mn-lt"/>
          <a:ea typeface="+mn-ea"/>
          <a:cs typeface="+mn-cs"/>
        </a:defRPr>
      </a:lvl4pPr>
      <a:lvl5pPr marL="658162" indent="-73129" algn="l" defTabSz="292517" rtl="0" eaLnBrk="1" latinLnBrk="0" hangingPunct="1">
        <a:lnSpc>
          <a:spcPct val="90000"/>
        </a:lnSpc>
        <a:spcBef>
          <a:spcPts val="160"/>
        </a:spcBef>
        <a:buFont typeface="Arial" panose="020B0604020202020204" pitchFamily="34" charset="0"/>
        <a:buChar char="•"/>
        <a:defRPr sz="576" kern="1200">
          <a:solidFill>
            <a:schemeClr val="tx1"/>
          </a:solidFill>
          <a:latin typeface="+mn-lt"/>
          <a:ea typeface="+mn-ea"/>
          <a:cs typeface="+mn-cs"/>
        </a:defRPr>
      </a:lvl5pPr>
      <a:lvl6pPr marL="804421" indent="-73129" algn="l" defTabSz="292517" rtl="0" eaLnBrk="1" latinLnBrk="0" hangingPunct="1">
        <a:lnSpc>
          <a:spcPct val="90000"/>
        </a:lnSpc>
        <a:spcBef>
          <a:spcPts val="160"/>
        </a:spcBef>
        <a:buFont typeface="Arial" panose="020B0604020202020204" pitchFamily="34" charset="0"/>
        <a:buChar char="•"/>
        <a:defRPr sz="576" kern="1200">
          <a:solidFill>
            <a:schemeClr val="tx1"/>
          </a:solidFill>
          <a:latin typeface="+mn-lt"/>
          <a:ea typeface="+mn-ea"/>
          <a:cs typeface="+mn-cs"/>
        </a:defRPr>
      </a:lvl6pPr>
      <a:lvl7pPr marL="950679" indent="-73129" algn="l" defTabSz="292517" rtl="0" eaLnBrk="1" latinLnBrk="0" hangingPunct="1">
        <a:lnSpc>
          <a:spcPct val="90000"/>
        </a:lnSpc>
        <a:spcBef>
          <a:spcPts val="160"/>
        </a:spcBef>
        <a:buFont typeface="Arial" panose="020B0604020202020204" pitchFamily="34" charset="0"/>
        <a:buChar char="•"/>
        <a:defRPr sz="576" kern="1200">
          <a:solidFill>
            <a:schemeClr val="tx1"/>
          </a:solidFill>
          <a:latin typeface="+mn-lt"/>
          <a:ea typeface="+mn-ea"/>
          <a:cs typeface="+mn-cs"/>
        </a:defRPr>
      </a:lvl7pPr>
      <a:lvl8pPr marL="1096937" indent="-73129" algn="l" defTabSz="292517" rtl="0" eaLnBrk="1" latinLnBrk="0" hangingPunct="1">
        <a:lnSpc>
          <a:spcPct val="90000"/>
        </a:lnSpc>
        <a:spcBef>
          <a:spcPts val="160"/>
        </a:spcBef>
        <a:buFont typeface="Arial" panose="020B0604020202020204" pitchFamily="34" charset="0"/>
        <a:buChar char="•"/>
        <a:defRPr sz="576" kern="1200">
          <a:solidFill>
            <a:schemeClr val="tx1"/>
          </a:solidFill>
          <a:latin typeface="+mn-lt"/>
          <a:ea typeface="+mn-ea"/>
          <a:cs typeface="+mn-cs"/>
        </a:defRPr>
      </a:lvl8pPr>
      <a:lvl9pPr marL="1243195" indent="-73129" algn="l" defTabSz="292517" rtl="0" eaLnBrk="1" latinLnBrk="0" hangingPunct="1">
        <a:lnSpc>
          <a:spcPct val="90000"/>
        </a:lnSpc>
        <a:spcBef>
          <a:spcPts val="160"/>
        </a:spcBef>
        <a:buFont typeface="Arial" panose="020B0604020202020204" pitchFamily="34" charset="0"/>
        <a:buChar char="•"/>
        <a:defRPr sz="5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517" rtl="0" eaLnBrk="1" latinLnBrk="0" hangingPunct="1">
        <a:defRPr sz="576" kern="1200">
          <a:solidFill>
            <a:schemeClr val="tx1"/>
          </a:solidFill>
          <a:latin typeface="+mn-lt"/>
          <a:ea typeface="+mn-ea"/>
          <a:cs typeface="+mn-cs"/>
        </a:defRPr>
      </a:lvl1pPr>
      <a:lvl2pPr marL="146258" algn="l" defTabSz="292517" rtl="0" eaLnBrk="1" latinLnBrk="0" hangingPunct="1">
        <a:defRPr sz="576" kern="1200">
          <a:solidFill>
            <a:schemeClr val="tx1"/>
          </a:solidFill>
          <a:latin typeface="+mn-lt"/>
          <a:ea typeface="+mn-ea"/>
          <a:cs typeface="+mn-cs"/>
        </a:defRPr>
      </a:lvl2pPr>
      <a:lvl3pPr marL="292517" algn="l" defTabSz="292517" rtl="0" eaLnBrk="1" latinLnBrk="0" hangingPunct="1">
        <a:defRPr sz="576" kern="1200">
          <a:solidFill>
            <a:schemeClr val="tx1"/>
          </a:solidFill>
          <a:latin typeface="+mn-lt"/>
          <a:ea typeface="+mn-ea"/>
          <a:cs typeface="+mn-cs"/>
        </a:defRPr>
      </a:lvl3pPr>
      <a:lvl4pPr marL="438775" algn="l" defTabSz="292517" rtl="0" eaLnBrk="1" latinLnBrk="0" hangingPunct="1">
        <a:defRPr sz="576" kern="1200">
          <a:solidFill>
            <a:schemeClr val="tx1"/>
          </a:solidFill>
          <a:latin typeface="+mn-lt"/>
          <a:ea typeface="+mn-ea"/>
          <a:cs typeface="+mn-cs"/>
        </a:defRPr>
      </a:lvl4pPr>
      <a:lvl5pPr marL="585033" algn="l" defTabSz="292517" rtl="0" eaLnBrk="1" latinLnBrk="0" hangingPunct="1">
        <a:defRPr sz="576" kern="1200">
          <a:solidFill>
            <a:schemeClr val="tx1"/>
          </a:solidFill>
          <a:latin typeface="+mn-lt"/>
          <a:ea typeface="+mn-ea"/>
          <a:cs typeface="+mn-cs"/>
        </a:defRPr>
      </a:lvl5pPr>
      <a:lvl6pPr marL="731291" algn="l" defTabSz="292517" rtl="0" eaLnBrk="1" latinLnBrk="0" hangingPunct="1">
        <a:defRPr sz="576" kern="1200">
          <a:solidFill>
            <a:schemeClr val="tx1"/>
          </a:solidFill>
          <a:latin typeface="+mn-lt"/>
          <a:ea typeface="+mn-ea"/>
          <a:cs typeface="+mn-cs"/>
        </a:defRPr>
      </a:lvl6pPr>
      <a:lvl7pPr marL="877550" algn="l" defTabSz="292517" rtl="0" eaLnBrk="1" latinLnBrk="0" hangingPunct="1">
        <a:defRPr sz="576" kern="1200">
          <a:solidFill>
            <a:schemeClr val="tx1"/>
          </a:solidFill>
          <a:latin typeface="+mn-lt"/>
          <a:ea typeface="+mn-ea"/>
          <a:cs typeface="+mn-cs"/>
        </a:defRPr>
      </a:lvl7pPr>
      <a:lvl8pPr marL="1023808" algn="l" defTabSz="292517" rtl="0" eaLnBrk="1" latinLnBrk="0" hangingPunct="1">
        <a:defRPr sz="576" kern="1200">
          <a:solidFill>
            <a:schemeClr val="tx1"/>
          </a:solidFill>
          <a:latin typeface="+mn-lt"/>
          <a:ea typeface="+mn-ea"/>
          <a:cs typeface="+mn-cs"/>
        </a:defRPr>
      </a:lvl8pPr>
      <a:lvl9pPr marL="1170066" algn="l" defTabSz="292517" rtl="0" eaLnBrk="1" latinLnBrk="0" hangingPunct="1">
        <a:defRPr sz="5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roup 136">
            <a:extLst>
              <a:ext uri="{FF2B5EF4-FFF2-40B4-BE49-F238E27FC236}">
                <a16:creationId xmlns:a16="http://schemas.microsoft.com/office/drawing/2014/main" id="{BF207ABB-22FE-4F57-8DBE-9C9683BD17B2}"/>
              </a:ext>
            </a:extLst>
          </p:cNvPr>
          <p:cNvGrpSpPr/>
          <p:nvPr/>
        </p:nvGrpSpPr>
        <p:grpSpPr>
          <a:xfrm>
            <a:off x="1039567" y="37030"/>
            <a:ext cx="2099873" cy="991829"/>
            <a:chOff x="9002843" y="1767794"/>
            <a:chExt cx="2465882" cy="1221698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503AC548-4A6F-4F6A-A6A4-6E408EFE95E2}"/>
                </a:ext>
              </a:extLst>
            </p:cNvPr>
            <p:cNvSpPr/>
            <p:nvPr/>
          </p:nvSpPr>
          <p:spPr>
            <a:xfrm>
              <a:off x="9002843" y="1767794"/>
              <a:ext cx="2465882" cy="1221698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SIMT </a:t>
              </a:r>
              <a:br>
                <a:rPr lang="en-US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coroutine#0</a:t>
              </a:r>
            </a:p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4D436581-3A54-4DAF-B7E7-6587CAD5193D}"/>
                </a:ext>
              </a:extLst>
            </p:cNvPr>
            <p:cNvCxnSpPr/>
            <p:nvPr/>
          </p:nvCxnSpPr>
          <p:spPr>
            <a:xfrm>
              <a:off x="9150246" y="1930556"/>
              <a:ext cx="0" cy="947555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12811402-6484-47C1-B892-244FD9B9D5EB}"/>
                </a:ext>
              </a:extLst>
            </p:cNvPr>
            <p:cNvCxnSpPr/>
            <p:nvPr/>
          </p:nvCxnSpPr>
          <p:spPr>
            <a:xfrm>
              <a:off x="9310141" y="1933056"/>
              <a:ext cx="0" cy="947555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D23CA51E-CB06-4E81-99CE-65F504DC8ED0}"/>
                </a:ext>
              </a:extLst>
            </p:cNvPr>
            <p:cNvCxnSpPr/>
            <p:nvPr/>
          </p:nvCxnSpPr>
          <p:spPr>
            <a:xfrm>
              <a:off x="9462541" y="1928061"/>
              <a:ext cx="0" cy="947555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D100327A-8D69-4102-AB7B-DDE72F419045}"/>
                </a:ext>
              </a:extLst>
            </p:cNvPr>
            <p:cNvCxnSpPr/>
            <p:nvPr/>
          </p:nvCxnSpPr>
          <p:spPr>
            <a:xfrm>
              <a:off x="11301335" y="1928061"/>
              <a:ext cx="0" cy="947555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6186A2CD-C306-400D-A51B-1F7B7633147E}"/>
                </a:ext>
              </a:extLst>
            </p:cNvPr>
            <p:cNvCxnSpPr/>
            <p:nvPr/>
          </p:nvCxnSpPr>
          <p:spPr>
            <a:xfrm>
              <a:off x="9614941" y="1923329"/>
              <a:ext cx="0" cy="947554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58EEE831-F4CC-4942-A42C-5CFCA3584927}"/>
              </a:ext>
            </a:extLst>
          </p:cNvPr>
          <p:cNvGrpSpPr/>
          <p:nvPr/>
        </p:nvGrpSpPr>
        <p:grpSpPr>
          <a:xfrm>
            <a:off x="82571" y="1173773"/>
            <a:ext cx="2099873" cy="991829"/>
            <a:chOff x="9002843" y="1767794"/>
            <a:chExt cx="2465882" cy="1221698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E4E03C3C-C6C8-4D8F-A803-93F29031A0D7}"/>
                </a:ext>
              </a:extLst>
            </p:cNvPr>
            <p:cNvSpPr/>
            <p:nvPr/>
          </p:nvSpPr>
          <p:spPr>
            <a:xfrm>
              <a:off x="9002843" y="1767794"/>
              <a:ext cx="2465882" cy="1221698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SIMT </a:t>
              </a:r>
              <a:br>
                <a:rPr lang="en-US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coroutine#1</a:t>
              </a:r>
            </a:p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D9A1A2A2-5546-4C96-B28D-501D63037304}"/>
                </a:ext>
              </a:extLst>
            </p:cNvPr>
            <p:cNvCxnSpPr/>
            <p:nvPr/>
          </p:nvCxnSpPr>
          <p:spPr>
            <a:xfrm>
              <a:off x="9150246" y="1930556"/>
              <a:ext cx="0" cy="947555"/>
            </a:xfrm>
            <a:prstGeom prst="straightConnector1">
              <a:avLst/>
            </a:prstGeom>
            <a:grpFill/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FFAB4BCD-836C-42D0-B098-83704FA8597F}"/>
                </a:ext>
              </a:extLst>
            </p:cNvPr>
            <p:cNvCxnSpPr/>
            <p:nvPr/>
          </p:nvCxnSpPr>
          <p:spPr>
            <a:xfrm>
              <a:off x="9310141" y="1933056"/>
              <a:ext cx="0" cy="947555"/>
            </a:xfrm>
            <a:prstGeom prst="straightConnector1">
              <a:avLst/>
            </a:prstGeom>
            <a:grpFill/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4F946A88-A580-4F9F-83D3-713C3F9BCCE1}"/>
                </a:ext>
              </a:extLst>
            </p:cNvPr>
            <p:cNvCxnSpPr/>
            <p:nvPr/>
          </p:nvCxnSpPr>
          <p:spPr>
            <a:xfrm>
              <a:off x="9462541" y="1928061"/>
              <a:ext cx="0" cy="947555"/>
            </a:xfrm>
            <a:prstGeom prst="straightConnector1">
              <a:avLst/>
            </a:prstGeom>
            <a:grpFill/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1741709A-D931-460A-8689-36D31273746E}"/>
                </a:ext>
              </a:extLst>
            </p:cNvPr>
            <p:cNvCxnSpPr/>
            <p:nvPr/>
          </p:nvCxnSpPr>
          <p:spPr>
            <a:xfrm>
              <a:off x="11301335" y="1928061"/>
              <a:ext cx="0" cy="947555"/>
            </a:xfrm>
            <a:prstGeom prst="straightConnector1">
              <a:avLst/>
            </a:prstGeom>
            <a:grpFill/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7D0CC335-6D6D-43AC-BE05-ECD03BD8E596}"/>
                </a:ext>
              </a:extLst>
            </p:cNvPr>
            <p:cNvCxnSpPr/>
            <p:nvPr/>
          </p:nvCxnSpPr>
          <p:spPr>
            <a:xfrm>
              <a:off x="9614941" y="1932561"/>
              <a:ext cx="0" cy="947554"/>
            </a:xfrm>
            <a:prstGeom prst="straightConnector1">
              <a:avLst/>
            </a:prstGeom>
            <a:grpFill/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Arrow: Curved Down 150">
            <a:extLst>
              <a:ext uri="{FF2B5EF4-FFF2-40B4-BE49-F238E27FC236}">
                <a16:creationId xmlns:a16="http://schemas.microsoft.com/office/drawing/2014/main" id="{B07583D2-E43F-4D25-820C-FAFDE4E9FDA2}"/>
              </a:ext>
            </a:extLst>
          </p:cNvPr>
          <p:cNvSpPr/>
          <p:nvPr/>
        </p:nvSpPr>
        <p:spPr>
          <a:xfrm rot="7651456">
            <a:off x="2419439" y="1277717"/>
            <a:ext cx="636643" cy="220532"/>
          </a:xfrm>
          <a:prstGeom prst="curvedDown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2" name="Arrow: Curved Down 151">
            <a:extLst>
              <a:ext uri="{FF2B5EF4-FFF2-40B4-BE49-F238E27FC236}">
                <a16:creationId xmlns:a16="http://schemas.microsoft.com/office/drawing/2014/main" id="{997C9E46-EE5E-4310-BEE9-557EFE67E86B}"/>
              </a:ext>
            </a:extLst>
          </p:cNvPr>
          <p:cNvSpPr/>
          <p:nvPr/>
        </p:nvSpPr>
        <p:spPr>
          <a:xfrm rot="18226788">
            <a:off x="371891" y="660028"/>
            <a:ext cx="636643" cy="241746"/>
          </a:xfrm>
          <a:prstGeom prst="curvedDown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9C74CD05-5BB3-4CC8-862C-07CA5211C31E}"/>
              </a:ext>
            </a:extLst>
          </p:cNvPr>
          <p:cNvSpPr txBox="1"/>
          <p:nvPr/>
        </p:nvSpPr>
        <p:spPr>
          <a:xfrm>
            <a:off x="175180" y="20277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交替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</TotalTime>
  <Words>11</Words>
  <Application>Microsoft Office PowerPoint</Application>
  <PresentationFormat>自定义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Amy Zhao(赵明宇)</cp:lastModifiedBy>
  <cp:revision>11</cp:revision>
  <dcterms:created xsi:type="dcterms:W3CDTF">2020-03-18T02:10:58Z</dcterms:created>
  <dcterms:modified xsi:type="dcterms:W3CDTF">2023-11-09T08:41:58Z</dcterms:modified>
</cp:coreProperties>
</file>