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3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F3A2-AEF7-44D8-9811-6948D90E5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FD32F-07B9-0618-BBE1-59B8C25C4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FBA3E-E738-8C69-E5B0-AF7CE44D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E79CB-C31A-2013-E849-D169A0FB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E8FC4-3E65-68D1-20CC-7E05225B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7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FA1F9-8706-F473-BE08-41A54013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924A-DD32-58F3-9C2A-4FA4442C3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99A70-C91F-5303-ABC5-F3777D36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792F-77C2-62E0-492E-6BAA5418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68AC-9C2F-29DA-3B1F-D4F3A60E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0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CE46-1A19-CBD2-14A1-00D69B373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BD85E-F30C-60EC-1FDB-2E20F4E60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C8E63-05DF-F220-357A-C3B9D8D6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E140-C8EC-D203-D439-920E213F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D4AE5-D158-755E-80E8-F62122B3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1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EED0-13F5-8E9C-5CE2-152E98CB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AED75-2C72-E19E-C21F-AFEAC17C2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F3873-C60E-5E1B-A1B8-E9252F831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05453-6D43-AFE2-77C6-5F25C19D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2A860-D3DF-C677-2817-EB2B5A11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421E-6B34-5011-2B95-EFB76512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69F0-4E95-3061-09D9-9D3416C2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3DED6-A39E-2EE4-7FE5-45D6611B3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12EF4-7A1E-AE44-333C-22F8D0F31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D5145-1AE6-CA6F-2B77-3DA66120F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68B53-1A90-F535-4FBF-DD1DE1DC1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05409-3F1A-6F6C-5D2D-0D480C03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59F24-7B62-AB79-7193-65B0C1F0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3F3BA-5F75-417A-F4A0-998869B5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F99C-2A57-FC08-4129-95F5F864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8A30D-E2D1-21CA-2552-3067413AB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94275-3D91-164E-806A-A56F3452A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2D805-854F-A574-AA44-6BE717DE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1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1AF501-7E74-59D6-8AEB-35B1FE60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E6018-0846-E245-29BF-1F73BF2A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73FEC-923B-3914-0E2A-A33C7A155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0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0780-6389-507C-B1C4-7684B7D6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009F7-CF90-29F4-6BAB-020015C14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16EF5-D5F7-F6D1-C42E-4EBAA7865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A905-9040-5124-648E-78ABDC2D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0AAF8-18AA-BECF-148F-032154A1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7199-8A1E-3833-8D9D-1EF2E54F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4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07F5-E4CD-40BD-9F8E-5E53FB90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7155D-D353-746E-7366-D6B9E2863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C64A9-98C7-CDC1-B9E6-B9326205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92BC9-7C21-896C-01CD-6B07914B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1D065-288A-F6F2-E84E-78776887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05DF3-F00D-D7AE-0394-CB0AFB06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8D61-FB02-1680-709C-EA17309E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A1519-5054-3508-602E-966318F33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84670-2CFD-9B9A-8360-1906C33E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89C38-E1B3-ABC0-64BA-13930E81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6EECE-B05A-9F35-A4E5-C7766F22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2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4DEBDD-B0D5-4822-DAB4-94B76E81A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548AB-FA8A-C818-E00E-3813CC98D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07665-A631-34FD-4314-82A95E3A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1022C-FBC1-4E6F-1F21-7E259785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CB93-C474-A2DF-26BE-07465271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8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3F3AF-C2EC-F2A8-80FA-063A667C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58787-D241-480C-211C-08BC60EF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DE97E-20AF-B453-9FD9-2721158CA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C56FF-10A6-4AD3-BDCD-4F20201D3B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52772-C637-B9EC-B3CB-F7482A53B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25BCF-E55E-F9FB-CBFB-FC7E88F28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71BB2-5D3E-4610-BCFB-BEE698B04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0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9011-32A1-1CB5-DC20-4229CE46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51A86-E3F2-424C-A1CD-27220B48477E}" type="datetime1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FC955-8581-C5B5-DD1E-C8DB5610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Biren Confidential</a:t>
            </a:r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6EB61-029C-2A2E-B0D8-A5E1B957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F1168-4070-EE4B-8AD5-93C42240B0CF}" type="slidenum">
              <a:rPr kumimoji="1" lang="zh-CN" altLang="en-US" smtClean="0"/>
              <a:t>1</a:t>
            </a:fld>
            <a:endParaRPr kumimoji="1"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9D68E1-780B-74A8-D76C-AC01E34A9821}"/>
              </a:ext>
            </a:extLst>
          </p:cNvPr>
          <p:cNvSpPr/>
          <p:nvPr/>
        </p:nvSpPr>
        <p:spPr>
          <a:xfrm>
            <a:off x="872608" y="5416756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CU0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FEDDF-7C70-5385-D9D1-A45FADC0F5FE}"/>
              </a:ext>
            </a:extLst>
          </p:cNvPr>
          <p:cNvSpPr/>
          <p:nvPr/>
        </p:nvSpPr>
        <p:spPr>
          <a:xfrm>
            <a:off x="1479489" y="5416756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CU0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C01DC-0467-70FA-4504-B3F3A56A8725}"/>
              </a:ext>
            </a:extLst>
          </p:cNvPr>
          <p:cNvSpPr/>
          <p:nvPr/>
        </p:nvSpPr>
        <p:spPr>
          <a:xfrm>
            <a:off x="2097229" y="5417810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CU0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F420B-EFFA-0EA2-DCEC-6FBDE5D7C902}"/>
              </a:ext>
            </a:extLst>
          </p:cNvPr>
          <p:cNvSpPr/>
          <p:nvPr/>
        </p:nvSpPr>
        <p:spPr>
          <a:xfrm>
            <a:off x="2710457" y="5417810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CU0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35FB83-46DE-C8B5-DA40-C2FF57F60939}"/>
              </a:ext>
            </a:extLst>
          </p:cNvPr>
          <p:cNvSpPr/>
          <p:nvPr/>
        </p:nvSpPr>
        <p:spPr>
          <a:xfrm>
            <a:off x="3421060" y="5412524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C10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32ABA-B722-0701-A186-6EA715D2F4EB}"/>
              </a:ext>
            </a:extLst>
          </p:cNvPr>
          <p:cNvSpPr/>
          <p:nvPr/>
        </p:nvSpPr>
        <p:spPr>
          <a:xfrm>
            <a:off x="4027941" y="5412524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CU1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64361E-2643-1997-B260-7F19CA14E0CC}"/>
              </a:ext>
            </a:extLst>
          </p:cNvPr>
          <p:cNvSpPr/>
          <p:nvPr/>
        </p:nvSpPr>
        <p:spPr>
          <a:xfrm>
            <a:off x="4645681" y="5413578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CU1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2393AF-050F-94DF-A6D6-F34EA0C15F97}"/>
              </a:ext>
            </a:extLst>
          </p:cNvPr>
          <p:cNvSpPr/>
          <p:nvPr/>
        </p:nvSpPr>
        <p:spPr>
          <a:xfrm>
            <a:off x="5258909" y="5413578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CU1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8C245F-045D-E439-FFFF-A2FAE645CB3C}"/>
              </a:ext>
            </a:extLst>
          </p:cNvPr>
          <p:cNvSpPr/>
          <p:nvPr/>
        </p:nvSpPr>
        <p:spPr>
          <a:xfrm>
            <a:off x="6003408" y="5444104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CU2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49A7EB-0B8A-B8A4-179D-51FD8F724025}"/>
              </a:ext>
            </a:extLst>
          </p:cNvPr>
          <p:cNvSpPr/>
          <p:nvPr/>
        </p:nvSpPr>
        <p:spPr>
          <a:xfrm>
            <a:off x="6607114" y="5444104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CU2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6D7BCD-9FE3-14D7-FBA4-0AA4BE9F50A2}"/>
              </a:ext>
            </a:extLst>
          </p:cNvPr>
          <p:cNvSpPr/>
          <p:nvPr/>
        </p:nvSpPr>
        <p:spPr>
          <a:xfrm>
            <a:off x="7228029" y="5445158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CU2 EU2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BA03E8-4054-56C1-22DE-AE5E10B4B81D}"/>
              </a:ext>
            </a:extLst>
          </p:cNvPr>
          <p:cNvSpPr/>
          <p:nvPr/>
        </p:nvSpPr>
        <p:spPr>
          <a:xfrm>
            <a:off x="7841257" y="5445158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CU2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E69772-FCF4-7EB9-C0EC-243910FF53D9}"/>
              </a:ext>
            </a:extLst>
          </p:cNvPr>
          <p:cNvSpPr/>
          <p:nvPr/>
        </p:nvSpPr>
        <p:spPr>
          <a:xfrm>
            <a:off x="8551860" y="5439872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CU3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233788-F22C-2633-400E-62AF22C9F808}"/>
              </a:ext>
            </a:extLst>
          </p:cNvPr>
          <p:cNvSpPr/>
          <p:nvPr/>
        </p:nvSpPr>
        <p:spPr>
          <a:xfrm>
            <a:off x="9160858" y="5439872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CU3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603DC-FE0D-0493-180D-ED3DC03392BA}"/>
              </a:ext>
            </a:extLst>
          </p:cNvPr>
          <p:cNvSpPr/>
          <p:nvPr/>
        </p:nvSpPr>
        <p:spPr>
          <a:xfrm>
            <a:off x="9776481" y="5440926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CU3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0FE70B-A3D4-09C3-CD36-85C205302CEF}"/>
              </a:ext>
            </a:extLst>
          </p:cNvPr>
          <p:cNvSpPr/>
          <p:nvPr/>
        </p:nvSpPr>
        <p:spPr>
          <a:xfrm>
            <a:off x="10389709" y="5440926"/>
            <a:ext cx="613638" cy="536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CU3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EU3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E71BB9-DA2B-B001-F481-6BB683C5C644}"/>
              </a:ext>
            </a:extLst>
          </p:cNvPr>
          <p:cNvSpPr txBox="1"/>
          <p:nvPr/>
        </p:nvSpPr>
        <p:spPr>
          <a:xfrm>
            <a:off x="261330" y="5616562"/>
            <a:ext cx="3101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7FB18F-500A-A81D-2DFF-6E4ABF255248}"/>
              </a:ext>
            </a:extLst>
          </p:cNvPr>
          <p:cNvSpPr txBox="1"/>
          <p:nvPr/>
        </p:nvSpPr>
        <p:spPr>
          <a:xfrm>
            <a:off x="4062157" y="1058674"/>
            <a:ext cx="3277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Two __vector__ and one __</a:t>
            </a:r>
            <a:r>
              <a:rPr lang="en-US" sz="2000" b="1" dirty="0" err="1"/>
              <a:t>tcore</a:t>
            </a:r>
            <a:r>
              <a:rPr lang="en-US" sz="2000" b="1" dirty="0"/>
              <a:t>__ coroutines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FF66AB-DE7B-653E-09DF-7103EF8AA67A}"/>
              </a:ext>
            </a:extLst>
          </p:cNvPr>
          <p:cNvSpPr/>
          <p:nvPr/>
        </p:nvSpPr>
        <p:spPr>
          <a:xfrm>
            <a:off x="878779" y="2082398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C82C2E-6EB5-89FF-9F81-9169A04DB4CB}"/>
              </a:ext>
            </a:extLst>
          </p:cNvPr>
          <p:cNvSpPr/>
          <p:nvPr/>
        </p:nvSpPr>
        <p:spPr>
          <a:xfrm>
            <a:off x="1485660" y="2082398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0A7734-D979-3520-0F11-7A8F1A64F102}"/>
              </a:ext>
            </a:extLst>
          </p:cNvPr>
          <p:cNvSpPr/>
          <p:nvPr/>
        </p:nvSpPr>
        <p:spPr>
          <a:xfrm>
            <a:off x="2103400" y="2083452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0F5A1B-EB7F-CC04-B1D8-DB15B5516D6A}"/>
              </a:ext>
            </a:extLst>
          </p:cNvPr>
          <p:cNvSpPr/>
          <p:nvPr/>
        </p:nvSpPr>
        <p:spPr>
          <a:xfrm>
            <a:off x="2716628" y="2083452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098702-7DE2-4A14-207F-1919D12F8EFB}"/>
              </a:ext>
            </a:extLst>
          </p:cNvPr>
          <p:cNvSpPr/>
          <p:nvPr/>
        </p:nvSpPr>
        <p:spPr>
          <a:xfrm>
            <a:off x="3427231" y="207816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9B470B-1763-05D2-3FBD-7C9256625D61}"/>
              </a:ext>
            </a:extLst>
          </p:cNvPr>
          <p:cNvSpPr/>
          <p:nvPr/>
        </p:nvSpPr>
        <p:spPr>
          <a:xfrm>
            <a:off x="4034112" y="207816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371B30-B8A0-85CC-0792-FBE082BB70D2}"/>
              </a:ext>
            </a:extLst>
          </p:cNvPr>
          <p:cNvSpPr/>
          <p:nvPr/>
        </p:nvSpPr>
        <p:spPr>
          <a:xfrm>
            <a:off x="4651852" y="2079220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FC45E5-9DCC-19D7-F141-BD04FBF94D59}"/>
              </a:ext>
            </a:extLst>
          </p:cNvPr>
          <p:cNvSpPr/>
          <p:nvPr/>
        </p:nvSpPr>
        <p:spPr>
          <a:xfrm>
            <a:off x="5265080" y="2079220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ABB7DE-9C7C-6689-5945-CF6F6B811473}"/>
              </a:ext>
            </a:extLst>
          </p:cNvPr>
          <p:cNvSpPr/>
          <p:nvPr/>
        </p:nvSpPr>
        <p:spPr>
          <a:xfrm>
            <a:off x="6009579" y="210974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28E7B6-2D8E-F7F1-5CDD-F010526EF6F3}"/>
              </a:ext>
            </a:extLst>
          </p:cNvPr>
          <p:cNvSpPr/>
          <p:nvPr/>
        </p:nvSpPr>
        <p:spPr>
          <a:xfrm>
            <a:off x="6613285" y="210974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2AFEC3-7211-F2AA-0E01-D3BE2663C269}"/>
              </a:ext>
            </a:extLst>
          </p:cNvPr>
          <p:cNvSpPr/>
          <p:nvPr/>
        </p:nvSpPr>
        <p:spPr>
          <a:xfrm>
            <a:off x="7234200" y="2110800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10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A61CEE-9FBC-DCD9-115B-D2139B5F65D8}"/>
              </a:ext>
            </a:extLst>
          </p:cNvPr>
          <p:cNvSpPr/>
          <p:nvPr/>
        </p:nvSpPr>
        <p:spPr>
          <a:xfrm>
            <a:off x="7847428" y="2110800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 11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98398E-6557-1CB7-7116-A58DC953258E}"/>
              </a:ext>
            </a:extLst>
          </p:cNvPr>
          <p:cNvSpPr/>
          <p:nvPr/>
        </p:nvSpPr>
        <p:spPr>
          <a:xfrm>
            <a:off x="8558031" y="2105514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12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4FBF3D-34D5-A97D-7CB2-D04E41B73DDF}"/>
              </a:ext>
            </a:extLst>
          </p:cNvPr>
          <p:cNvSpPr/>
          <p:nvPr/>
        </p:nvSpPr>
        <p:spPr>
          <a:xfrm>
            <a:off x="9167029" y="2105514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13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2FE130-21CC-1A91-0366-F4620BCD520E}"/>
              </a:ext>
            </a:extLst>
          </p:cNvPr>
          <p:cNvSpPr/>
          <p:nvPr/>
        </p:nvSpPr>
        <p:spPr>
          <a:xfrm>
            <a:off x="9782652" y="2106568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44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D4A399-CD17-6B12-7620-2E5298AF0C10}"/>
              </a:ext>
            </a:extLst>
          </p:cNvPr>
          <p:cNvSpPr/>
          <p:nvPr/>
        </p:nvSpPr>
        <p:spPr>
          <a:xfrm>
            <a:off x="10395880" y="2106568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15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B276FE-1BF1-53D5-E2A3-0C05DDAC7B21}"/>
              </a:ext>
            </a:extLst>
          </p:cNvPr>
          <p:cNvSpPr/>
          <p:nvPr/>
        </p:nvSpPr>
        <p:spPr>
          <a:xfrm>
            <a:off x="868199" y="3404004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16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E705668-FAA9-AE10-95CB-42D1FEC44493}"/>
              </a:ext>
            </a:extLst>
          </p:cNvPr>
          <p:cNvSpPr/>
          <p:nvPr/>
        </p:nvSpPr>
        <p:spPr>
          <a:xfrm>
            <a:off x="1475080" y="3404004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 17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EE6231-3C43-6838-1B85-0E804A0A6112}"/>
              </a:ext>
            </a:extLst>
          </p:cNvPr>
          <p:cNvSpPr/>
          <p:nvPr/>
        </p:nvSpPr>
        <p:spPr>
          <a:xfrm>
            <a:off x="2092820" y="3405058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84F102-0314-3959-7B11-195626621F18}"/>
              </a:ext>
            </a:extLst>
          </p:cNvPr>
          <p:cNvSpPr/>
          <p:nvPr/>
        </p:nvSpPr>
        <p:spPr>
          <a:xfrm>
            <a:off x="2706048" y="3405058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1C2DC3-0283-CF8C-26B0-17C9484DE5AF}"/>
              </a:ext>
            </a:extLst>
          </p:cNvPr>
          <p:cNvSpPr/>
          <p:nvPr/>
        </p:nvSpPr>
        <p:spPr>
          <a:xfrm>
            <a:off x="3416651" y="3399772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86D7CC-DE3D-464F-9AE1-4E44E6464D02}"/>
              </a:ext>
            </a:extLst>
          </p:cNvPr>
          <p:cNvSpPr/>
          <p:nvPr/>
        </p:nvSpPr>
        <p:spPr>
          <a:xfrm>
            <a:off x="4023532" y="3399772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13A63D-CFB0-FA06-CEDD-C2C258747E91}"/>
              </a:ext>
            </a:extLst>
          </p:cNvPr>
          <p:cNvSpPr/>
          <p:nvPr/>
        </p:nvSpPr>
        <p:spPr>
          <a:xfrm>
            <a:off x="4641272" y="340082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22C8A50-9F1F-4757-F333-94AA26779DA4}"/>
              </a:ext>
            </a:extLst>
          </p:cNvPr>
          <p:cNvSpPr/>
          <p:nvPr/>
        </p:nvSpPr>
        <p:spPr>
          <a:xfrm>
            <a:off x="5254500" y="340082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23D4040-340C-D376-9C64-1B1E8417A8A0}"/>
              </a:ext>
            </a:extLst>
          </p:cNvPr>
          <p:cNvSpPr/>
          <p:nvPr/>
        </p:nvSpPr>
        <p:spPr>
          <a:xfrm>
            <a:off x="5998999" y="3431352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9A93CD-57E3-5854-C2F5-19D9B8079C41}"/>
              </a:ext>
            </a:extLst>
          </p:cNvPr>
          <p:cNvSpPr/>
          <p:nvPr/>
        </p:nvSpPr>
        <p:spPr>
          <a:xfrm>
            <a:off x="6602705" y="3431352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B131AFF-9D45-D035-9079-B9268CB7BE38}"/>
              </a:ext>
            </a:extLst>
          </p:cNvPr>
          <p:cNvSpPr/>
          <p:nvPr/>
        </p:nvSpPr>
        <p:spPr>
          <a:xfrm>
            <a:off x="7223620" y="343240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EFB2B7A-4C61-9ED3-6F81-477A8403792B}"/>
              </a:ext>
            </a:extLst>
          </p:cNvPr>
          <p:cNvSpPr/>
          <p:nvPr/>
        </p:nvSpPr>
        <p:spPr>
          <a:xfrm>
            <a:off x="7836848" y="343240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4181EF-2E3F-114A-AFFC-85CDA47E9040}"/>
              </a:ext>
            </a:extLst>
          </p:cNvPr>
          <p:cNvSpPr/>
          <p:nvPr/>
        </p:nvSpPr>
        <p:spPr>
          <a:xfrm>
            <a:off x="8547451" y="3427120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9E2FE6E-CAB7-2EA2-E44B-0B24250FCDC5}"/>
              </a:ext>
            </a:extLst>
          </p:cNvPr>
          <p:cNvSpPr/>
          <p:nvPr/>
        </p:nvSpPr>
        <p:spPr>
          <a:xfrm>
            <a:off x="9156449" y="3427120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4F78D4-D9D1-2C46-17B2-25821D88F71E}"/>
              </a:ext>
            </a:extLst>
          </p:cNvPr>
          <p:cNvSpPr/>
          <p:nvPr/>
        </p:nvSpPr>
        <p:spPr>
          <a:xfrm>
            <a:off x="9772072" y="3428174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140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635E80F-742D-634F-9053-10DEA858C11A}"/>
              </a:ext>
            </a:extLst>
          </p:cNvPr>
          <p:cNvSpPr/>
          <p:nvPr/>
        </p:nvSpPr>
        <p:spPr>
          <a:xfrm>
            <a:off x="10385300" y="3428174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31</a:t>
            </a: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3D09BFC9-E68D-B007-2548-33624CEABE42}"/>
              </a:ext>
            </a:extLst>
          </p:cNvPr>
          <p:cNvSpPr/>
          <p:nvPr/>
        </p:nvSpPr>
        <p:spPr>
          <a:xfrm rot="5400000">
            <a:off x="4459092" y="4976889"/>
            <a:ext cx="373177" cy="464003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743E3C90-44A9-DC98-399B-E35FDF94DFB7}"/>
              </a:ext>
            </a:extLst>
          </p:cNvPr>
          <p:cNvSpPr/>
          <p:nvPr/>
        </p:nvSpPr>
        <p:spPr>
          <a:xfrm rot="5400000">
            <a:off x="1902129" y="4978845"/>
            <a:ext cx="373177" cy="464003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3880CB0D-C5CB-5865-AD0B-0ACE94DFF6ED}"/>
              </a:ext>
            </a:extLst>
          </p:cNvPr>
          <p:cNvSpPr/>
          <p:nvPr/>
        </p:nvSpPr>
        <p:spPr>
          <a:xfrm rot="5400000">
            <a:off x="6935707" y="5021282"/>
            <a:ext cx="373177" cy="464003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B7138909-C18E-357B-BD12-00F9CD0F4BCB}"/>
              </a:ext>
            </a:extLst>
          </p:cNvPr>
          <p:cNvSpPr/>
          <p:nvPr/>
        </p:nvSpPr>
        <p:spPr>
          <a:xfrm rot="5400000">
            <a:off x="9627037" y="4995516"/>
            <a:ext cx="373177" cy="464003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5E2EB53-8C21-11AC-3EB5-7FE49873F2FA}"/>
              </a:ext>
            </a:extLst>
          </p:cNvPr>
          <p:cNvSpPr/>
          <p:nvPr/>
        </p:nvSpPr>
        <p:spPr>
          <a:xfrm>
            <a:off x="819597" y="2006478"/>
            <a:ext cx="2542346" cy="6786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26B54F4-6F49-4C1A-0093-A63BC4D59B24}"/>
              </a:ext>
            </a:extLst>
          </p:cNvPr>
          <p:cNvSpPr/>
          <p:nvPr/>
        </p:nvSpPr>
        <p:spPr>
          <a:xfrm>
            <a:off x="820041" y="2000264"/>
            <a:ext cx="10353024" cy="6502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3015CE4-522F-3BEA-205B-791A35359193}"/>
              </a:ext>
            </a:extLst>
          </p:cNvPr>
          <p:cNvSpPr/>
          <p:nvPr/>
        </p:nvSpPr>
        <p:spPr>
          <a:xfrm>
            <a:off x="646299" y="1117539"/>
            <a:ext cx="3163109" cy="6635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// sync 128 threads in the CU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__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sync_coroutine_threads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87582A6-7C88-F769-68A4-6110013B940B}"/>
              </a:ext>
            </a:extLst>
          </p:cNvPr>
          <p:cNvSpPr/>
          <p:nvPr/>
        </p:nvSpPr>
        <p:spPr>
          <a:xfrm>
            <a:off x="7354297" y="1176142"/>
            <a:ext cx="4055575" cy="6635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// 512 threads in the SPC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__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sync_block_cluster_coroutine_threads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6B9FC79-2B5D-7AD3-3AED-7271AF1D8A74}"/>
              </a:ext>
            </a:extLst>
          </p:cNvPr>
          <p:cNvCxnSpPr>
            <a:cxnSpLocks/>
            <a:stCxn id="102" idx="0"/>
            <a:endCxn id="105" idx="1"/>
          </p:cNvCxnSpPr>
          <p:nvPr/>
        </p:nvCxnSpPr>
        <p:spPr>
          <a:xfrm flipV="1">
            <a:off x="5996553" y="1507941"/>
            <a:ext cx="1357744" cy="492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574949C-738F-746B-65D0-67F28E31D8B4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V="1">
            <a:off x="2090770" y="1781137"/>
            <a:ext cx="137084" cy="2253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BE0628D5-6F46-BE33-E50C-932BB85124F8}"/>
              </a:ext>
            </a:extLst>
          </p:cNvPr>
          <p:cNvSpPr/>
          <p:nvPr/>
        </p:nvSpPr>
        <p:spPr>
          <a:xfrm>
            <a:off x="878779" y="4529173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266D98-9DE1-5C59-74B8-E1116A93EA2B}"/>
              </a:ext>
            </a:extLst>
          </p:cNvPr>
          <p:cNvSpPr txBox="1"/>
          <p:nvPr/>
        </p:nvSpPr>
        <p:spPr>
          <a:xfrm>
            <a:off x="-64770" y="1936907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vector1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B151C9-03AE-D055-99CB-6BB4D63CC2A5}"/>
              </a:ext>
            </a:extLst>
          </p:cNvPr>
          <p:cNvSpPr txBox="1"/>
          <p:nvPr/>
        </p:nvSpPr>
        <p:spPr>
          <a:xfrm>
            <a:off x="-41293" y="320322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vector2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58953C-22EC-B971-168E-C024FD17C63D}"/>
              </a:ext>
            </a:extLst>
          </p:cNvPr>
          <p:cNvSpPr txBox="1"/>
          <p:nvPr/>
        </p:nvSpPr>
        <p:spPr>
          <a:xfrm>
            <a:off x="18250" y="434450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tcore</a:t>
            </a:r>
            <a:endParaRPr lang="en-US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6586C83-8E90-F1E0-EB17-36008DFBD70A}"/>
              </a:ext>
            </a:extLst>
          </p:cNvPr>
          <p:cNvSpPr/>
          <p:nvPr/>
        </p:nvSpPr>
        <p:spPr>
          <a:xfrm>
            <a:off x="8526136" y="2028833"/>
            <a:ext cx="2542347" cy="650273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095FB41-0100-1C0D-BDFA-5CD03177C990}"/>
              </a:ext>
            </a:extLst>
          </p:cNvPr>
          <p:cNvSpPr/>
          <p:nvPr/>
        </p:nvSpPr>
        <p:spPr>
          <a:xfrm>
            <a:off x="8526136" y="3249284"/>
            <a:ext cx="2542347" cy="861304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58731FB-4A88-CB7F-F470-4BFAFEBB9C1B}"/>
              </a:ext>
            </a:extLst>
          </p:cNvPr>
          <p:cNvCxnSpPr>
            <a:cxnSpLocks/>
          </p:cNvCxnSpPr>
          <p:nvPr/>
        </p:nvCxnSpPr>
        <p:spPr>
          <a:xfrm>
            <a:off x="9553942" y="2738674"/>
            <a:ext cx="0" cy="51061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98534E7-C1C5-FA94-80BB-C1691940F120}"/>
              </a:ext>
            </a:extLst>
          </p:cNvPr>
          <p:cNvCxnSpPr>
            <a:cxnSpLocks/>
          </p:cNvCxnSpPr>
          <p:nvPr/>
        </p:nvCxnSpPr>
        <p:spPr>
          <a:xfrm flipV="1">
            <a:off x="9982200" y="2679106"/>
            <a:ext cx="0" cy="57017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72AC037C-5BBD-25CB-3A34-C1AEAB318093}"/>
              </a:ext>
            </a:extLst>
          </p:cNvPr>
          <p:cNvSpPr/>
          <p:nvPr/>
        </p:nvSpPr>
        <p:spPr>
          <a:xfrm>
            <a:off x="745221" y="4491393"/>
            <a:ext cx="891670" cy="650273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490DB24-4137-2FC3-8526-E6A889D83041}"/>
              </a:ext>
            </a:extLst>
          </p:cNvPr>
          <p:cNvSpPr/>
          <p:nvPr/>
        </p:nvSpPr>
        <p:spPr>
          <a:xfrm>
            <a:off x="772892" y="3329548"/>
            <a:ext cx="10353015" cy="650273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1444FBD-256B-56D8-4E95-A75C4FC6E6D0}"/>
              </a:ext>
            </a:extLst>
          </p:cNvPr>
          <p:cNvCxnSpPr>
            <a:cxnSpLocks/>
            <a:endCxn id="80" idx="7"/>
          </p:cNvCxnSpPr>
          <p:nvPr/>
        </p:nvCxnSpPr>
        <p:spPr>
          <a:xfrm flipH="1">
            <a:off x="1506309" y="3940563"/>
            <a:ext cx="1323155" cy="64606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ACB234F-117C-D3E9-C84E-8BB08F27416C}"/>
              </a:ext>
            </a:extLst>
          </p:cNvPr>
          <p:cNvSpPr/>
          <p:nvPr/>
        </p:nvSpPr>
        <p:spPr>
          <a:xfrm>
            <a:off x="7112486" y="2714227"/>
            <a:ext cx="2081828" cy="5365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//Scope in each CU</a:t>
            </a:r>
          </a:p>
          <a:p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em_t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s1;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717CEB6-CE5C-BB05-C16D-127877E9543F}"/>
              </a:ext>
            </a:extLst>
          </p:cNvPr>
          <p:cNvSpPr txBox="1"/>
          <p:nvPr/>
        </p:nvSpPr>
        <p:spPr>
          <a:xfrm>
            <a:off x="10034921" y="2803818"/>
            <a:ext cx="1311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post &amp; Wait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BB28EE3-7644-58A4-8A44-0D1043D40C0A}"/>
              </a:ext>
            </a:extLst>
          </p:cNvPr>
          <p:cNvSpPr txBox="1"/>
          <p:nvPr/>
        </p:nvSpPr>
        <p:spPr>
          <a:xfrm>
            <a:off x="940453" y="4023726"/>
            <a:ext cx="1311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post &amp; Wait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A0846C3-0747-1589-FC59-8D179D565EF4}"/>
              </a:ext>
            </a:extLst>
          </p:cNvPr>
          <p:cNvSpPr/>
          <p:nvPr/>
        </p:nvSpPr>
        <p:spPr>
          <a:xfrm>
            <a:off x="2574595" y="4203556"/>
            <a:ext cx="2071086" cy="5365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//Scope in the SPC</a:t>
            </a:r>
          </a:p>
          <a:p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em_cluster_t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s2;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C45EB53-0725-59BF-A9CB-13B189D0299D}"/>
              </a:ext>
            </a:extLst>
          </p:cNvPr>
          <p:cNvCxnSpPr>
            <a:cxnSpLocks/>
          </p:cNvCxnSpPr>
          <p:nvPr/>
        </p:nvCxnSpPr>
        <p:spPr>
          <a:xfrm flipV="1">
            <a:off x="1685662" y="4043747"/>
            <a:ext cx="1634024" cy="8179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46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149</Words>
  <Application>Microsoft Office PowerPoint</Application>
  <PresentationFormat>Widescreen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</vt:lpstr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Wenyuan Gu(顾文渊)</dc:creator>
  <cp:lastModifiedBy>Wenyuan Gu(顾文渊)</cp:lastModifiedBy>
  <cp:revision>2</cp:revision>
  <dcterms:created xsi:type="dcterms:W3CDTF">2023-12-18T03:25:49Z</dcterms:created>
  <dcterms:modified xsi:type="dcterms:W3CDTF">2023-12-18T03:31:20Z</dcterms:modified>
</cp:coreProperties>
</file>