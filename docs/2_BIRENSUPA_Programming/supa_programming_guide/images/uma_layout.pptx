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</p:sldIdLst>
  <p:sldSz cx="7315200" cy="228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8" d="100"/>
          <a:sy n="158" d="100"/>
        </p:scale>
        <p:origin x="91" y="11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74121"/>
            <a:ext cx="5486400" cy="795867"/>
          </a:xfrm>
        </p:spPr>
        <p:txBody>
          <a:bodyPr anchor="b"/>
          <a:lstStyle>
            <a:lvl1pPr algn="ctr"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200679"/>
            <a:ext cx="5486400" cy="551921"/>
          </a:xfrm>
        </p:spPr>
        <p:txBody>
          <a:bodyPr/>
          <a:lstStyle>
            <a:lvl1pPr marL="0" indent="0" algn="ctr">
              <a:buNone/>
              <a:defRPr sz="800"/>
            </a:lvl1pPr>
            <a:lvl2pPr marL="152385" indent="0" algn="ctr">
              <a:buNone/>
              <a:defRPr sz="667"/>
            </a:lvl2pPr>
            <a:lvl3pPr marL="304770" indent="0" algn="ctr">
              <a:buNone/>
              <a:defRPr sz="600"/>
            </a:lvl3pPr>
            <a:lvl4pPr marL="457154" indent="0" algn="ctr">
              <a:buNone/>
              <a:defRPr sz="533"/>
            </a:lvl4pPr>
            <a:lvl5pPr marL="609539" indent="0" algn="ctr">
              <a:buNone/>
              <a:defRPr sz="533"/>
            </a:lvl5pPr>
            <a:lvl6pPr marL="761924" indent="0" algn="ctr">
              <a:buNone/>
              <a:defRPr sz="533"/>
            </a:lvl6pPr>
            <a:lvl7pPr marL="914309" indent="0" algn="ctr">
              <a:buNone/>
              <a:defRPr sz="533"/>
            </a:lvl7pPr>
            <a:lvl8pPr marL="1066693" indent="0" algn="ctr">
              <a:buNone/>
              <a:defRPr sz="533"/>
            </a:lvl8pPr>
            <a:lvl9pPr marL="1219078" indent="0" algn="ctr">
              <a:buNone/>
              <a:defRPr sz="5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892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0435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9110" y="569913"/>
            <a:ext cx="6309360" cy="950912"/>
          </a:xfrm>
        </p:spPr>
        <p:txBody>
          <a:bodyPr anchor="b"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9110" y="1529821"/>
            <a:ext cx="6309360" cy="500062"/>
          </a:xfrm>
        </p:spPr>
        <p:txBody>
          <a:bodyPr/>
          <a:lstStyle>
            <a:lvl1pPr marL="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  <a:lvl2pPr marL="152385" indent="0">
              <a:buNone/>
              <a:defRPr sz="667">
                <a:solidFill>
                  <a:schemeClr val="tx1">
                    <a:tint val="75000"/>
                  </a:schemeClr>
                </a:solidFill>
              </a:defRPr>
            </a:lvl2pPr>
            <a:lvl3pPr marL="304770" indent="0">
              <a:buNone/>
              <a:defRPr sz="600">
                <a:solidFill>
                  <a:schemeClr val="tx1">
                    <a:tint val="75000"/>
                  </a:schemeClr>
                </a:solidFill>
              </a:defRPr>
            </a:lvl3pPr>
            <a:lvl4pPr marL="45715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4pPr>
            <a:lvl5pPr marL="60953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5pPr>
            <a:lvl6pPr marL="761924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6pPr>
            <a:lvl7pPr marL="914309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7pPr>
            <a:lvl8pPr marL="1066693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8pPr>
            <a:lvl9pPr marL="1219078" indent="0">
              <a:buNone/>
              <a:defRPr sz="5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7070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29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03320" y="608542"/>
            <a:ext cx="3108960" cy="14504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24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21709"/>
            <a:ext cx="6309360" cy="4418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873" y="560388"/>
            <a:ext cx="3094672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873" y="835025"/>
            <a:ext cx="3094672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03320" y="560388"/>
            <a:ext cx="3109913" cy="274637"/>
          </a:xfrm>
        </p:spPr>
        <p:txBody>
          <a:bodyPr anchor="b"/>
          <a:lstStyle>
            <a:lvl1pPr marL="0" indent="0">
              <a:buNone/>
              <a:defRPr sz="800" b="1"/>
            </a:lvl1pPr>
            <a:lvl2pPr marL="152385" indent="0">
              <a:buNone/>
              <a:defRPr sz="667" b="1"/>
            </a:lvl2pPr>
            <a:lvl3pPr marL="304770" indent="0">
              <a:buNone/>
              <a:defRPr sz="600" b="1"/>
            </a:lvl3pPr>
            <a:lvl4pPr marL="457154" indent="0">
              <a:buNone/>
              <a:defRPr sz="533" b="1"/>
            </a:lvl4pPr>
            <a:lvl5pPr marL="609539" indent="0">
              <a:buNone/>
              <a:defRPr sz="533" b="1"/>
            </a:lvl5pPr>
            <a:lvl6pPr marL="761924" indent="0">
              <a:buNone/>
              <a:defRPr sz="533" b="1"/>
            </a:lvl6pPr>
            <a:lvl7pPr marL="914309" indent="0">
              <a:buNone/>
              <a:defRPr sz="533" b="1"/>
            </a:lvl7pPr>
            <a:lvl8pPr marL="1066693" indent="0">
              <a:buNone/>
              <a:defRPr sz="533" b="1"/>
            </a:lvl8pPr>
            <a:lvl9pPr marL="1219078" indent="0">
              <a:buNone/>
              <a:defRPr sz="5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03320" y="835025"/>
            <a:ext cx="3109913" cy="12281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130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591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35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9913" y="329142"/>
            <a:ext cx="3703320" cy="1624542"/>
          </a:xfrm>
        </p:spPr>
        <p:txBody>
          <a:bodyPr/>
          <a:lstStyle>
            <a:lvl1pPr>
              <a:defRPr sz="1067"/>
            </a:lvl1pPr>
            <a:lvl2pPr>
              <a:defRPr sz="933"/>
            </a:lvl2pPr>
            <a:lvl3pPr>
              <a:defRPr sz="800"/>
            </a:lvl3pPr>
            <a:lvl4pPr>
              <a:defRPr sz="667"/>
            </a:lvl4pPr>
            <a:lvl5pPr>
              <a:defRPr sz="667"/>
            </a:lvl5pPr>
            <a:lvl6pPr>
              <a:defRPr sz="667"/>
            </a:lvl6pPr>
            <a:lvl7pPr>
              <a:defRPr sz="667"/>
            </a:lvl7pPr>
            <a:lvl8pPr>
              <a:defRPr sz="667"/>
            </a:lvl8pPr>
            <a:lvl9pPr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74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873" y="152400"/>
            <a:ext cx="2359342" cy="533400"/>
          </a:xfrm>
        </p:spPr>
        <p:txBody>
          <a:bodyPr anchor="b"/>
          <a:lstStyle>
            <a:lvl1pPr>
              <a:defRPr sz="10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9913" y="329142"/>
            <a:ext cx="3703320" cy="1624542"/>
          </a:xfrm>
        </p:spPr>
        <p:txBody>
          <a:bodyPr anchor="t"/>
          <a:lstStyle>
            <a:lvl1pPr marL="0" indent="0">
              <a:buNone/>
              <a:defRPr sz="1067"/>
            </a:lvl1pPr>
            <a:lvl2pPr marL="152385" indent="0">
              <a:buNone/>
              <a:defRPr sz="933"/>
            </a:lvl2pPr>
            <a:lvl3pPr marL="304770" indent="0">
              <a:buNone/>
              <a:defRPr sz="800"/>
            </a:lvl3pPr>
            <a:lvl4pPr marL="457154" indent="0">
              <a:buNone/>
              <a:defRPr sz="667"/>
            </a:lvl4pPr>
            <a:lvl5pPr marL="609539" indent="0">
              <a:buNone/>
              <a:defRPr sz="667"/>
            </a:lvl5pPr>
            <a:lvl6pPr marL="761924" indent="0">
              <a:buNone/>
              <a:defRPr sz="667"/>
            </a:lvl6pPr>
            <a:lvl7pPr marL="914309" indent="0">
              <a:buNone/>
              <a:defRPr sz="667"/>
            </a:lvl7pPr>
            <a:lvl8pPr marL="1066693" indent="0">
              <a:buNone/>
              <a:defRPr sz="667"/>
            </a:lvl8pPr>
            <a:lvl9pPr marL="1219078" indent="0">
              <a:buNone/>
              <a:defRPr sz="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3873" y="685800"/>
            <a:ext cx="2359342" cy="1270529"/>
          </a:xfrm>
        </p:spPr>
        <p:txBody>
          <a:bodyPr/>
          <a:lstStyle>
            <a:lvl1pPr marL="0" indent="0">
              <a:buNone/>
              <a:defRPr sz="533"/>
            </a:lvl1pPr>
            <a:lvl2pPr marL="152385" indent="0">
              <a:buNone/>
              <a:defRPr sz="467"/>
            </a:lvl2pPr>
            <a:lvl3pPr marL="304770" indent="0">
              <a:buNone/>
              <a:defRPr sz="400"/>
            </a:lvl3pPr>
            <a:lvl4pPr marL="457154" indent="0">
              <a:buNone/>
              <a:defRPr sz="333"/>
            </a:lvl4pPr>
            <a:lvl5pPr marL="609539" indent="0">
              <a:buNone/>
              <a:defRPr sz="333"/>
            </a:lvl5pPr>
            <a:lvl6pPr marL="761924" indent="0">
              <a:buNone/>
              <a:defRPr sz="333"/>
            </a:lvl6pPr>
            <a:lvl7pPr marL="914309" indent="0">
              <a:buNone/>
              <a:defRPr sz="333"/>
            </a:lvl7pPr>
            <a:lvl8pPr marL="1066693" indent="0">
              <a:buNone/>
              <a:defRPr sz="333"/>
            </a:lvl8pPr>
            <a:lvl9pPr marL="1219078" indent="0">
              <a:buNone/>
              <a:defRPr sz="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18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572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34940" y="121709"/>
            <a:ext cx="1577340" cy="19372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2920" y="121709"/>
            <a:ext cx="4640580" cy="19372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0000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2920" y="121709"/>
            <a:ext cx="6309360" cy="441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2920" y="608542"/>
            <a:ext cx="6309360" cy="1450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292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4/9/2020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23160" y="2118784"/>
            <a:ext cx="246888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166360" y="2118784"/>
            <a:ext cx="1645920" cy="1217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07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304770" rtl="0" eaLnBrk="1" latinLnBrk="0" hangingPunct="1">
        <a:lnSpc>
          <a:spcPct val="90000"/>
        </a:lnSpc>
        <a:spcBef>
          <a:spcPct val="0"/>
        </a:spcBef>
        <a:buNone/>
        <a:defRPr sz="14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6192" indent="-76192" algn="l" defTabSz="30477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1pPr>
      <a:lvl2pPr marL="22857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2pPr>
      <a:lvl3pPr marL="380962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67" kern="1200">
          <a:solidFill>
            <a:schemeClr val="tx1"/>
          </a:solidFill>
          <a:latin typeface="+mn-lt"/>
          <a:ea typeface="+mn-ea"/>
          <a:cs typeface="+mn-cs"/>
        </a:defRPr>
      </a:lvl3pPr>
      <a:lvl4pPr marL="533347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8573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83811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90501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142886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95270" indent="-76192" algn="l" defTabSz="304770" rtl="0" eaLnBrk="1" latinLnBrk="0" hangingPunct="1">
        <a:lnSpc>
          <a:spcPct val="90000"/>
        </a:lnSpc>
        <a:spcBef>
          <a:spcPts val="167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1pPr>
      <a:lvl2pPr marL="152385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304770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3pPr>
      <a:lvl4pPr marL="45715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4pPr>
      <a:lvl5pPr marL="60953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5pPr>
      <a:lvl6pPr marL="761924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309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7pPr>
      <a:lvl8pPr marL="1066693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8pPr>
      <a:lvl9pPr marL="1219078" algn="l" defTabSz="304770" rtl="0" eaLnBrk="1" latinLnBrk="0" hangingPunct="1">
        <a:defRPr sz="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939F7062-8DEA-46F2-86EB-F795BBCDAA2C}"/>
              </a:ext>
            </a:extLst>
          </p:cNvPr>
          <p:cNvSpPr/>
          <p:nvPr/>
        </p:nvSpPr>
        <p:spPr>
          <a:xfrm rot="5400000">
            <a:off x="985059" y="444354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74644D83-C9ED-435F-BFB6-9A5F6722E3C1}"/>
              </a:ext>
            </a:extLst>
          </p:cNvPr>
          <p:cNvSpPr/>
          <p:nvPr/>
        </p:nvSpPr>
        <p:spPr>
          <a:xfrm>
            <a:off x="-44023" y="-52857"/>
            <a:ext cx="185332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One allocation’s data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9746168-819F-49C3-856B-69B53E1F18DD}"/>
              </a:ext>
            </a:extLst>
          </p:cNvPr>
          <p:cNvCxnSpPr>
            <a:cxnSpLocks/>
          </p:cNvCxnSpPr>
          <p:nvPr/>
        </p:nvCxnSpPr>
        <p:spPr>
          <a:xfrm>
            <a:off x="751592" y="271038"/>
            <a:ext cx="38774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0D117081-8D11-44FB-87B3-48804F6B21B1}"/>
              </a:ext>
            </a:extLst>
          </p:cNvPr>
          <p:cNvSpPr/>
          <p:nvPr/>
        </p:nvSpPr>
        <p:spPr>
          <a:xfrm>
            <a:off x="597569" y="1339131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A1D51BE-90E3-4D78-ACF0-13D77A8EFA06}"/>
              </a:ext>
            </a:extLst>
          </p:cNvPr>
          <p:cNvSpPr/>
          <p:nvPr/>
        </p:nvSpPr>
        <p:spPr>
          <a:xfrm rot="5400000">
            <a:off x="1301318" y="444353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171F8B-E4A5-4ECB-9CE1-F9F38015B4D6}"/>
              </a:ext>
            </a:extLst>
          </p:cNvPr>
          <p:cNvSpPr/>
          <p:nvPr/>
        </p:nvSpPr>
        <p:spPr>
          <a:xfrm rot="5400000">
            <a:off x="1617577" y="444353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EC79F60-6450-4E8D-BB71-984B130EB1A5}"/>
              </a:ext>
            </a:extLst>
          </p:cNvPr>
          <p:cNvSpPr/>
          <p:nvPr/>
        </p:nvSpPr>
        <p:spPr>
          <a:xfrm rot="5400000">
            <a:off x="1933836" y="444354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1D31483-5737-45F0-868C-99EE452B7D94}"/>
              </a:ext>
            </a:extLst>
          </p:cNvPr>
          <p:cNvSpPr/>
          <p:nvPr/>
        </p:nvSpPr>
        <p:spPr>
          <a:xfrm rot="5400000">
            <a:off x="2250095" y="444353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EDBECC7-D4FB-4CDB-997E-1FAFDF9D2885}"/>
              </a:ext>
            </a:extLst>
          </p:cNvPr>
          <p:cNvSpPr/>
          <p:nvPr/>
        </p:nvSpPr>
        <p:spPr>
          <a:xfrm rot="5400000">
            <a:off x="2566354" y="444353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B7767A6-2B41-4EF1-9AC4-8AFFDBA7ABFC}"/>
              </a:ext>
            </a:extLst>
          </p:cNvPr>
          <p:cNvSpPr txBox="1"/>
          <p:nvPr/>
        </p:nvSpPr>
        <p:spPr>
          <a:xfrm>
            <a:off x="3071573" y="411600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2382553-07A4-4C96-8483-3522F2AAA995}"/>
              </a:ext>
            </a:extLst>
          </p:cNvPr>
          <p:cNvSpPr/>
          <p:nvPr/>
        </p:nvSpPr>
        <p:spPr>
          <a:xfrm>
            <a:off x="597568" y="2021183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HBM0-0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D9E9E09-82F7-462A-B157-447F2D894342}"/>
              </a:ext>
            </a:extLst>
          </p:cNvPr>
          <p:cNvSpPr/>
          <p:nvPr/>
        </p:nvSpPr>
        <p:spPr>
          <a:xfrm>
            <a:off x="2122796" y="1339131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10D4D89-CC04-4B80-88E3-21443752234D}"/>
              </a:ext>
            </a:extLst>
          </p:cNvPr>
          <p:cNvSpPr/>
          <p:nvPr/>
        </p:nvSpPr>
        <p:spPr>
          <a:xfrm>
            <a:off x="2071546" y="2021182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HBM0-1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6FD07C5-0FDB-4FD2-951D-13D9C6DCC786}"/>
              </a:ext>
            </a:extLst>
          </p:cNvPr>
          <p:cNvSpPr/>
          <p:nvPr/>
        </p:nvSpPr>
        <p:spPr>
          <a:xfrm>
            <a:off x="3882913" y="1344550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F69C3EC-DAE3-4197-8219-B170AFD6D37A}"/>
              </a:ext>
            </a:extLst>
          </p:cNvPr>
          <p:cNvSpPr/>
          <p:nvPr/>
        </p:nvSpPr>
        <p:spPr>
          <a:xfrm>
            <a:off x="3882912" y="2026602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HBM1-0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81FA1CD-50AF-40EC-A442-E6214C48B842}"/>
              </a:ext>
            </a:extLst>
          </p:cNvPr>
          <p:cNvSpPr/>
          <p:nvPr/>
        </p:nvSpPr>
        <p:spPr>
          <a:xfrm>
            <a:off x="5408140" y="1344550"/>
            <a:ext cx="1525228" cy="68205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D21F0310-556A-4ADC-90DB-76685D326A50}"/>
              </a:ext>
            </a:extLst>
          </p:cNvPr>
          <p:cNvSpPr/>
          <p:nvPr/>
        </p:nvSpPr>
        <p:spPr>
          <a:xfrm>
            <a:off x="5356890" y="2026601"/>
            <a:ext cx="84189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HBM1-1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6409E08-C07D-40F4-BDFA-BE532DD39D90}"/>
              </a:ext>
            </a:extLst>
          </p:cNvPr>
          <p:cNvSpPr txBox="1"/>
          <p:nvPr/>
        </p:nvSpPr>
        <p:spPr>
          <a:xfrm>
            <a:off x="6949298" y="1431721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BFBBBDA-B36D-4894-8DE9-BA4BF99F736A}"/>
              </a:ext>
            </a:extLst>
          </p:cNvPr>
          <p:cNvSpPr/>
          <p:nvPr/>
        </p:nvSpPr>
        <p:spPr>
          <a:xfrm rot="5400000">
            <a:off x="716781" y="1526761"/>
            <a:ext cx="691519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1C4E32E-2DB0-4B54-AF7E-8E5164FDAEA7}"/>
              </a:ext>
            </a:extLst>
          </p:cNvPr>
          <p:cNvSpPr/>
          <p:nvPr/>
        </p:nvSpPr>
        <p:spPr>
          <a:xfrm rot="5400000">
            <a:off x="2314099" y="1528091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FF583282-4DA8-41F5-8BFD-C3E53F46C4E8}"/>
              </a:ext>
            </a:extLst>
          </p:cNvPr>
          <p:cNvSpPr/>
          <p:nvPr/>
        </p:nvSpPr>
        <p:spPr>
          <a:xfrm rot="5400000">
            <a:off x="4040330" y="1527447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86E5467-8924-4EC5-943A-1DB3798FB85E}"/>
              </a:ext>
            </a:extLst>
          </p:cNvPr>
          <p:cNvSpPr/>
          <p:nvPr/>
        </p:nvSpPr>
        <p:spPr>
          <a:xfrm rot="5400000">
            <a:off x="5554165" y="1527447"/>
            <a:ext cx="694178" cy="316259"/>
          </a:xfrm>
          <a:prstGeom prst="rect">
            <a:avLst/>
          </a:prstGeom>
          <a:solidFill>
            <a:schemeClr val="bg1"/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512B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A9AD1BB3-0C2A-4AFB-829F-FBEA31E352A4}"/>
              </a:ext>
            </a:extLst>
          </p:cNvPr>
          <p:cNvCxnSpPr>
            <a:stCxn id="44" idx="3"/>
            <a:endCxn id="62" idx="1"/>
          </p:cNvCxnSpPr>
          <p:nvPr/>
        </p:nvCxnSpPr>
        <p:spPr>
          <a:xfrm flipH="1">
            <a:off x="1062540" y="949573"/>
            <a:ext cx="269608" cy="389558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FD92AE9F-B1BB-4844-BC00-F72A4BA74275}"/>
              </a:ext>
            </a:extLst>
          </p:cNvPr>
          <p:cNvCxnSpPr>
            <a:cxnSpLocks/>
            <a:stCxn id="48" idx="3"/>
            <a:endCxn id="63" idx="1"/>
          </p:cNvCxnSpPr>
          <p:nvPr/>
        </p:nvCxnSpPr>
        <p:spPr>
          <a:xfrm>
            <a:off x="1648407" y="949572"/>
            <a:ext cx="1012781" cy="389560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65CEB96E-2E78-4C90-900D-5D72B0CCE863}"/>
              </a:ext>
            </a:extLst>
          </p:cNvPr>
          <p:cNvCxnSpPr>
            <a:cxnSpLocks/>
            <a:stCxn id="49" idx="3"/>
            <a:endCxn id="64" idx="1"/>
          </p:cNvCxnSpPr>
          <p:nvPr/>
        </p:nvCxnSpPr>
        <p:spPr>
          <a:xfrm>
            <a:off x="1964666" y="949572"/>
            <a:ext cx="2422753" cy="388916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392F8303-4615-4D08-8A4E-F57288E20AC1}"/>
              </a:ext>
            </a:extLst>
          </p:cNvPr>
          <p:cNvCxnSpPr>
            <a:cxnSpLocks/>
            <a:stCxn id="50" idx="3"/>
            <a:endCxn id="65" idx="1"/>
          </p:cNvCxnSpPr>
          <p:nvPr/>
        </p:nvCxnSpPr>
        <p:spPr>
          <a:xfrm>
            <a:off x="2280925" y="949573"/>
            <a:ext cx="3620329" cy="388915"/>
          </a:xfrm>
          <a:prstGeom prst="straightConnector1">
            <a:avLst/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A7B71D36-2CCD-47FF-B590-79357D6FCB59}"/>
              </a:ext>
            </a:extLst>
          </p:cNvPr>
          <p:cNvSpPr txBox="1"/>
          <p:nvPr/>
        </p:nvSpPr>
        <p:spPr>
          <a:xfrm>
            <a:off x="3810258" y="523640"/>
            <a:ext cx="1454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[..][x..9][8..0]</a:t>
            </a:r>
          </a:p>
        </p:txBody>
      </p: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195706E-36EC-418B-BFA1-BF1E7FB605A7}"/>
              </a:ext>
            </a:extLst>
          </p:cNvPr>
          <p:cNvCxnSpPr/>
          <p:nvPr/>
        </p:nvCxnSpPr>
        <p:spPr>
          <a:xfrm>
            <a:off x="4213250" y="843470"/>
            <a:ext cx="316260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89DA427B-1E0E-4007-A39E-A9F700CE9D76}"/>
              </a:ext>
            </a:extLst>
          </p:cNvPr>
          <p:cNvSpPr txBox="1"/>
          <p:nvPr/>
        </p:nvSpPr>
        <p:spPr>
          <a:xfrm>
            <a:off x="3670360" y="815736"/>
            <a:ext cx="16562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Used to select the bank</a:t>
            </a: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</TotalTime>
  <Words>33</Words>
  <Application>Microsoft Office PowerPoint</Application>
  <PresentationFormat>Custom</PresentationFormat>
  <Paragraphs>19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7</cp:revision>
  <dcterms:created xsi:type="dcterms:W3CDTF">2020-03-18T02:10:58Z</dcterms:created>
  <dcterms:modified xsi:type="dcterms:W3CDTF">2020-04-09T22:27:07Z</dcterms:modified>
</cp:coreProperties>
</file>