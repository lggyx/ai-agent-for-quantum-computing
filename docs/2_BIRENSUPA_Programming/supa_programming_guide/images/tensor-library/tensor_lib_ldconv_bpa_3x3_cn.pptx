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92003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5" y="589241"/>
            <a:ext cx="5940029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1891070"/>
            <a:ext cx="5940029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18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72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7" y="897613"/>
            <a:ext cx="6831033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7" y="2409468"/>
            <a:ext cx="6831033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6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958453"/>
            <a:ext cx="3366016" cy="22844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958453"/>
            <a:ext cx="3366016" cy="22844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19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191691"/>
            <a:ext cx="6831033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882610"/>
            <a:ext cx="335054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315164"/>
            <a:ext cx="3350547" cy="193440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19" y="882610"/>
            <a:ext cx="336704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19" y="1315164"/>
            <a:ext cx="3367048" cy="193440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241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1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72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40030"/>
            <a:ext cx="255441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518398"/>
            <a:ext cx="4009519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080135"/>
            <a:ext cx="255441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40030"/>
            <a:ext cx="255441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518398"/>
            <a:ext cx="4009519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080135"/>
            <a:ext cx="255441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18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9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7" y="191691"/>
            <a:ext cx="1707758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191691"/>
            <a:ext cx="5024274" cy="305121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31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191691"/>
            <a:ext cx="6831033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958453"/>
            <a:ext cx="6831033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3337084"/>
            <a:ext cx="178200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1C792-49B2-4955-BA04-4D303F3DF3F1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3337084"/>
            <a:ext cx="267301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3337084"/>
            <a:ext cx="178200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94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846956"/>
              </p:ext>
            </p:extLst>
          </p:nvPr>
        </p:nvGraphicFramePr>
        <p:xfrm>
          <a:off x="881581" y="1017376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9188475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4735122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62933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8693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5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44955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6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7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8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815023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59700" y="490750"/>
            <a:ext cx="3782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3*3 </a:t>
            </a:r>
            <a:r>
              <a:rPr lang="zh-CN" altLang="en-US" dirty="0"/>
              <a:t>卷积核加载</a:t>
            </a:r>
            <a:r>
              <a:rPr lang="zh-CN" altLang="en-US"/>
              <a:t>，使用 </a:t>
            </a:r>
            <a:r>
              <a:rPr lang="en-US" altLang="zh-CN"/>
              <a:t>tci</a:t>
            </a:r>
            <a:r>
              <a:rPr lang="en-US" altLang="zh-CN" dirty="0"/>
              <a:t>::BWD_OFF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580527"/>
              </p:ext>
            </p:extLst>
          </p:nvPr>
        </p:nvGraphicFramePr>
        <p:xfrm>
          <a:off x="4965901" y="1017376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9188475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4735122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62933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8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7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6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8693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5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44955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815023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734072" y="213751"/>
            <a:ext cx="2391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3*3</a:t>
            </a:r>
            <a:r>
              <a:rPr lang="zh-CN" altLang="en-US" dirty="0"/>
              <a:t>卷积核加载，使用</a:t>
            </a:r>
            <a:r>
              <a:rPr lang="en-US" altLang="zh-CN" dirty="0" err="1"/>
              <a:t>tci</a:t>
            </a:r>
            <a:r>
              <a:rPr lang="en-US" altLang="zh-CN" dirty="0"/>
              <a:t>::TENSOR_BPA </a:t>
            </a:r>
            <a:r>
              <a:rPr lang="zh-CN" altLang="en-US" dirty="0"/>
              <a:t>旋转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3181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41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 Zhang(张熙-Peter)</dc:creator>
  <cp:lastModifiedBy>Xi Zhang(张熙-Peter)</cp:lastModifiedBy>
  <cp:revision>5</cp:revision>
  <dcterms:created xsi:type="dcterms:W3CDTF">2022-10-25T07:10:12Z</dcterms:created>
  <dcterms:modified xsi:type="dcterms:W3CDTF">2022-11-26T02:06:56Z</dcterms:modified>
</cp:coreProperties>
</file>