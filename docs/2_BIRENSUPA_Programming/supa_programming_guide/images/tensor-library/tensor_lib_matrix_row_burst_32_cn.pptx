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5303838" cy="13350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4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788" y="2184971"/>
            <a:ext cx="4508262" cy="4648082"/>
          </a:xfrm>
        </p:spPr>
        <p:txBody>
          <a:bodyPr anchor="b"/>
          <a:lstStyle>
            <a:lvl1pPr algn="ctr">
              <a:defRPr sz="3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980" y="7012301"/>
            <a:ext cx="3977879" cy="3223370"/>
          </a:xfrm>
        </p:spPr>
        <p:txBody>
          <a:bodyPr/>
          <a:lstStyle>
            <a:lvl1pPr marL="0" indent="0" algn="ctr">
              <a:buNone/>
              <a:defRPr sz="1392"/>
            </a:lvl1pPr>
            <a:lvl2pPr marL="265176" indent="0" algn="ctr">
              <a:buNone/>
              <a:defRPr sz="1160"/>
            </a:lvl2pPr>
            <a:lvl3pPr marL="530352" indent="0" algn="ctr">
              <a:buNone/>
              <a:defRPr sz="1044"/>
            </a:lvl3pPr>
            <a:lvl4pPr marL="795528" indent="0" algn="ctr">
              <a:buNone/>
              <a:defRPr sz="928"/>
            </a:lvl4pPr>
            <a:lvl5pPr marL="1060704" indent="0" algn="ctr">
              <a:buNone/>
              <a:defRPr sz="928"/>
            </a:lvl5pPr>
            <a:lvl6pPr marL="1325880" indent="0" algn="ctr">
              <a:buNone/>
              <a:defRPr sz="928"/>
            </a:lvl6pPr>
            <a:lvl7pPr marL="1591056" indent="0" algn="ctr">
              <a:buNone/>
              <a:defRPr sz="928"/>
            </a:lvl7pPr>
            <a:lvl8pPr marL="1856232" indent="0" algn="ctr">
              <a:buNone/>
              <a:defRPr sz="928"/>
            </a:lvl8pPr>
            <a:lvl9pPr marL="2121408" indent="0" algn="ctr">
              <a:buNone/>
              <a:defRPr sz="9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2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3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877" y="3328451"/>
            <a:ext cx="4574560" cy="5553592"/>
          </a:xfrm>
        </p:spPr>
        <p:txBody>
          <a:bodyPr anchor="b"/>
          <a:lstStyle>
            <a:lvl1pPr>
              <a:defRPr sz="3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877" y="8934582"/>
            <a:ext cx="4574560" cy="2920503"/>
          </a:xfrm>
        </p:spPr>
        <p:txBody>
          <a:bodyPr/>
          <a:lstStyle>
            <a:lvl1pPr marL="0" indent="0">
              <a:buNone/>
              <a:defRPr sz="1392">
                <a:solidFill>
                  <a:schemeClr val="tx1"/>
                </a:solidFill>
              </a:defRPr>
            </a:lvl1pPr>
            <a:lvl2pPr marL="265176" indent="0">
              <a:buNone/>
              <a:defRPr sz="1160">
                <a:solidFill>
                  <a:schemeClr val="tx1">
                    <a:tint val="75000"/>
                  </a:schemeClr>
                </a:solidFill>
              </a:defRPr>
            </a:lvl2pPr>
            <a:lvl3pPr marL="530352" indent="0">
              <a:buNone/>
              <a:defRPr sz="1044">
                <a:solidFill>
                  <a:schemeClr val="tx1">
                    <a:tint val="75000"/>
                  </a:schemeClr>
                </a:solidFill>
              </a:defRPr>
            </a:lvl3pPr>
            <a:lvl4pPr marL="795528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4pPr>
            <a:lvl5pPr marL="1060704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5pPr>
            <a:lvl6pPr marL="1325880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6pPr>
            <a:lvl7pPr marL="1591056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7pPr>
            <a:lvl8pPr marL="1856232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8pPr>
            <a:lvl9pPr marL="2121408" indent="0">
              <a:buNone/>
              <a:defRPr sz="9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5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639" y="3554052"/>
            <a:ext cx="2254131" cy="8471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5068" y="3554052"/>
            <a:ext cx="2254131" cy="8471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30" y="710813"/>
            <a:ext cx="4574560" cy="2580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330" y="3272820"/>
            <a:ext cx="2243772" cy="1603958"/>
          </a:xfrm>
        </p:spPr>
        <p:txBody>
          <a:bodyPr anchor="b"/>
          <a:lstStyle>
            <a:lvl1pPr marL="0" indent="0">
              <a:buNone/>
              <a:defRPr sz="1392" b="1"/>
            </a:lvl1pPr>
            <a:lvl2pPr marL="265176" indent="0">
              <a:buNone/>
              <a:defRPr sz="1160" b="1"/>
            </a:lvl2pPr>
            <a:lvl3pPr marL="530352" indent="0">
              <a:buNone/>
              <a:defRPr sz="1044" b="1"/>
            </a:lvl3pPr>
            <a:lvl4pPr marL="795528" indent="0">
              <a:buNone/>
              <a:defRPr sz="928" b="1"/>
            </a:lvl4pPr>
            <a:lvl5pPr marL="1060704" indent="0">
              <a:buNone/>
              <a:defRPr sz="928" b="1"/>
            </a:lvl5pPr>
            <a:lvl6pPr marL="1325880" indent="0">
              <a:buNone/>
              <a:defRPr sz="928" b="1"/>
            </a:lvl6pPr>
            <a:lvl7pPr marL="1591056" indent="0">
              <a:buNone/>
              <a:defRPr sz="928" b="1"/>
            </a:lvl7pPr>
            <a:lvl8pPr marL="1856232" indent="0">
              <a:buNone/>
              <a:defRPr sz="928" b="1"/>
            </a:lvl8pPr>
            <a:lvl9pPr marL="2121408" indent="0">
              <a:buNone/>
              <a:defRPr sz="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330" y="4876778"/>
            <a:ext cx="2243772" cy="71730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85068" y="3272820"/>
            <a:ext cx="2254822" cy="1603958"/>
          </a:xfrm>
        </p:spPr>
        <p:txBody>
          <a:bodyPr anchor="b"/>
          <a:lstStyle>
            <a:lvl1pPr marL="0" indent="0">
              <a:buNone/>
              <a:defRPr sz="1392" b="1"/>
            </a:lvl1pPr>
            <a:lvl2pPr marL="265176" indent="0">
              <a:buNone/>
              <a:defRPr sz="1160" b="1"/>
            </a:lvl2pPr>
            <a:lvl3pPr marL="530352" indent="0">
              <a:buNone/>
              <a:defRPr sz="1044" b="1"/>
            </a:lvl3pPr>
            <a:lvl4pPr marL="795528" indent="0">
              <a:buNone/>
              <a:defRPr sz="928" b="1"/>
            </a:lvl4pPr>
            <a:lvl5pPr marL="1060704" indent="0">
              <a:buNone/>
              <a:defRPr sz="928" b="1"/>
            </a:lvl5pPr>
            <a:lvl6pPr marL="1325880" indent="0">
              <a:buNone/>
              <a:defRPr sz="928" b="1"/>
            </a:lvl6pPr>
            <a:lvl7pPr marL="1591056" indent="0">
              <a:buNone/>
              <a:defRPr sz="928" b="1"/>
            </a:lvl7pPr>
            <a:lvl8pPr marL="1856232" indent="0">
              <a:buNone/>
              <a:defRPr sz="928" b="1"/>
            </a:lvl8pPr>
            <a:lvl9pPr marL="2121408" indent="0">
              <a:buNone/>
              <a:defRPr sz="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85068" y="4876778"/>
            <a:ext cx="2254822" cy="71730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6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0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36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30" y="890058"/>
            <a:ext cx="1710626" cy="3115204"/>
          </a:xfrm>
        </p:spPr>
        <p:txBody>
          <a:bodyPr anchor="b"/>
          <a:lstStyle>
            <a:lvl1pPr>
              <a:defRPr sz="1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822" y="1922281"/>
            <a:ext cx="2685068" cy="9487775"/>
          </a:xfrm>
        </p:spPr>
        <p:txBody>
          <a:bodyPr/>
          <a:lstStyle>
            <a:lvl1pPr>
              <a:defRPr sz="1856"/>
            </a:lvl1pPr>
            <a:lvl2pPr>
              <a:defRPr sz="1624"/>
            </a:lvl2pPr>
            <a:lvl3pPr>
              <a:defRPr sz="1392"/>
            </a:lvl3pPr>
            <a:lvl4pPr>
              <a:defRPr sz="1160"/>
            </a:lvl4pPr>
            <a:lvl5pPr>
              <a:defRPr sz="1160"/>
            </a:lvl5pPr>
            <a:lvl6pPr>
              <a:defRPr sz="1160"/>
            </a:lvl6pPr>
            <a:lvl7pPr>
              <a:defRPr sz="1160"/>
            </a:lvl7pPr>
            <a:lvl8pPr>
              <a:defRPr sz="1160"/>
            </a:lvl8pPr>
            <a:lvl9pPr>
              <a:defRPr sz="1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330" y="4005263"/>
            <a:ext cx="1710626" cy="7420244"/>
          </a:xfrm>
        </p:spPr>
        <p:txBody>
          <a:bodyPr/>
          <a:lstStyle>
            <a:lvl1pPr marL="0" indent="0">
              <a:buNone/>
              <a:defRPr sz="928"/>
            </a:lvl1pPr>
            <a:lvl2pPr marL="265176" indent="0">
              <a:buNone/>
              <a:defRPr sz="812"/>
            </a:lvl2pPr>
            <a:lvl3pPr marL="530352" indent="0">
              <a:buNone/>
              <a:defRPr sz="696"/>
            </a:lvl3pPr>
            <a:lvl4pPr marL="795528" indent="0">
              <a:buNone/>
              <a:defRPr sz="580"/>
            </a:lvl4pPr>
            <a:lvl5pPr marL="1060704" indent="0">
              <a:buNone/>
              <a:defRPr sz="580"/>
            </a:lvl5pPr>
            <a:lvl6pPr marL="1325880" indent="0">
              <a:buNone/>
              <a:defRPr sz="580"/>
            </a:lvl6pPr>
            <a:lvl7pPr marL="1591056" indent="0">
              <a:buNone/>
              <a:defRPr sz="580"/>
            </a:lvl7pPr>
            <a:lvl8pPr marL="1856232" indent="0">
              <a:buNone/>
              <a:defRPr sz="580"/>
            </a:lvl8pPr>
            <a:lvl9pPr marL="2121408" indent="0">
              <a:buNone/>
              <a:defRPr sz="5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7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30" y="890058"/>
            <a:ext cx="1710626" cy="3115204"/>
          </a:xfrm>
        </p:spPr>
        <p:txBody>
          <a:bodyPr anchor="b"/>
          <a:lstStyle>
            <a:lvl1pPr>
              <a:defRPr sz="1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54822" y="1922281"/>
            <a:ext cx="2685068" cy="9487775"/>
          </a:xfrm>
        </p:spPr>
        <p:txBody>
          <a:bodyPr anchor="t"/>
          <a:lstStyle>
            <a:lvl1pPr marL="0" indent="0">
              <a:buNone/>
              <a:defRPr sz="1856"/>
            </a:lvl1pPr>
            <a:lvl2pPr marL="265176" indent="0">
              <a:buNone/>
              <a:defRPr sz="1624"/>
            </a:lvl2pPr>
            <a:lvl3pPr marL="530352" indent="0">
              <a:buNone/>
              <a:defRPr sz="1392"/>
            </a:lvl3pPr>
            <a:lvl4pPr marL="795528" indent="0">
              <a:buNone/>
              <a:defRPr sz="1160"/>
            </a:lvl4pPr>
            <a:lvl5pPr marL="1060704" indent="0">
              <a:buNone/>
              <a:defRPr sz="1160"/>
            </a:lvl5pPr>
            <a:lvl6pPr marL="1325880" indent="0">
              <a:buNone/>
              <a:defRPr sz="1160"/>
            </a:lvl6pPr>
            <a:lvl7pPr marL="1591056" indent="0">
              <a:buNone/>
              <a:defRPr sz="1160"/>
            </a:lvl7pPr>
            <a:lvl8pPr marL="1856232" indent="0">
              <a:buNone/>
              <a:defRPr sz="1160"/>
            </a:lvl8pPr>
            <a:lvl9pPr marL="2121408" indent="0">
              <a:buNone/>
              <a:defRPr sz="1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330" y="4005263"/>
            <a:ext cx="1710626" cy="7420244"/>
          </a:xfrm>
        </p:spPr>
        <p:txBody>
          <a:bodyPr/>
          <a:lstStyle>
            <a:lvl1pPr marL="0" indent="0">
              <a:buNone/>
              <a:defRPr sz="928"/>
            </a:lvl1pPr>
            <a:lvl2pPr marL="265176" indent="0">
              <a:buNone/>
              <a:defRPr sz="812"/>
            </a:lvl2pPr>
            <a:lvl3pPr marL="530352" indent="0">
              <a:buNone/>
              <a:defRPr sz="696"/>
            </a:lvl3pPr>
            <a:lvl4pPr marL="795528" indent="0">
              <a:buNone/>
              <a:defRPr sz="580"/>
            </a:lvl4pPr>
            <a:lvl5pPr marL="1060704" indent="0">
              <a:buNone/>
              <a:defRPr sz="580"/>
            </a:lvl5pPr>
            <a:lvl6pPr marL="1325880" indent="0">
              <a:buNone/>
              <a:defRPr sz="580"/>
            </a:lvl6pPr>
            <a:lvl7pPr marL="1591056" indent="0">
              <a:buNone/>
              <a:defRPr sz="580"/>
            </a:lvl7pPr>
            <a:lvl8pPr marL="1856232" indent="0">
              <a:buNone/>
              <a:defRPr sz="580"/>
            </a:lvl8pPr>
            <a:lvl9pPr marL="2121408" indent="0">
              <a:buNone/>
              <a:defRPr sz="5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1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95559" y="710811"/>
            <a:ext cx="1143640" cy="113142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4639" y="710811"/>
            <a:ext cx="3364622" cy="113142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9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639" y="710813"/>
            <a:ext cx="4574560" cy="2580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639" y="3554052"/>
            <a:ext cx="4574560" cy="8471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4639" y="12374286"/>
            <a:ext cx="1193364" cy="710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6C3BB-E1FA-4131-A833-2EE6F250D7EF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6897" y="12374286"/>
            <a:ext cx="1790045" cy="710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45835" y="12374286"/>
            <a:ext cx="1193364" cy="710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F6565-59C2-474C-92EB-2DFCF727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0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30352" rtl="0" eaLnBrk="1" latinLnBrk="0" hangingPunct="1">
        <a:lnSpc>
          <a:spcPct val="90000"/>
        </a:lnSpc>
        <a:spcBef>
          <a:spcPct val="0"/>
        </a:spcBef>
        <a:buNone/>
        <a:defRPr sz="25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588" indent="-132588" algn="l" defTabSz="530352" rtl="0" eaLnBrk="1" latinLnBrk="0" hangingPunct="1">
        <a:lnSpc>
          <a:spcPct val="90000"/>
        </a:lnSpc>
        <a:spcBef>
          <a:spcPts val="580"/>
        </a:spcBef>
        <a:buFont typeface="Arial" panose="020B0604020202020204" pitchFamily="34" charset="0"/>
        <a:buChar char="•"/>
        <a:defRPr sz="1624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392" kern="1200">
          <a:solidFill>
            <a:schemeClr val="tx1"/>
          </a:solidFill>
          <a:latin typeface="+mn-lt"/>
          <a:ea typeface="+mn-ea"/>
          <a:cs typeface="+mn-cs"/>
        </a:defRPr>
      </a:lvl2pPr>
      <a:lvl3pPr marL="662940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160" kern="1200">
          <a:solidFill>
            <a:schemeClr val="tx1"/>
          </a:solidFill>
          <a:latin typeface="+mn-lt"/>
          <a:ea typeface="+mn-ea"/>
          <a:cs typeface="+mn-cs"/>
        </a:defRPr>
      </a:lvl3pPr>
      <a:lvl4pPr marL="928116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4pPr>
      <a:lvl5pPr marL="1193292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5pPr>
      <a:lvl6pPr marL="1458468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6pPr>
      <a:lvl7pPr marL="1723644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8pPr>
      <a:lvl9pPr marL="2253996" indent="-132588" algn="l" defTabSz="530352" rtl="0" eaLnBrk="1" latinLnBrk="0" hangingPunct="1">
        <a:lnSpc>
          <a:spcPct val="90000"/>
        </a:lnSpc>
        <a:spcBef>
          <a:spcPts val="290"/>
        </a:spcBef>
        <a:buFont typeface="Arial" panose="020B0604020202020204" pitchFamily="34" charset="0"/>
        <a:buChar char="•"/>
        <a:defRPr sz="10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2pPr>
      <a:lvl3pPr marL="530352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3pPr>
      <a:lvl4pPr marL="795528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4pPr>
      <a:lvl5pPr marL="1060704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5pPr>
      <a:lvl6pPr marL="1325880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7pPr>
      <a:lvl8pPr marL="1856232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8pPr>
      <a:lvl9pPr marL="2121408" algn="l" defTabSz="530352" rtl="0" eaLnBrk="1" latinLnBrk="0" hangingPunct="1">
        <a:defRPr sz="10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Table 8">
            <a:extLst>
              <a:ext uri="{FF2B5EF4-FFF2-40B4-BE49-F238E27FC236}">
                <a16:creationId xmlns:a16="http://schemas.microsoft.com/office/drawing/2014/main" id="{5BB8D147-E95E-423B-B5A2-285EA09AA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533454"/>
              </p:ext>
            </p:extLst>
          </p:nvPr>
        </p:nvGraphicFramePr>
        <p:xfrm>
          <a:off x="392400" y="963261"/>
          <a:ext cx="3657600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2KB </a:t>
                      </a:r>
                      <a:br>
                        <a:rPr lang="en-US" sz="1500" dirty="0"/>
                      </a:br>
                      <a:r>
                        <a:rPr lang="zh-CN" altLang="en-US" sz="1500" dirty="0"/>
                        <a:t>对齐数据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2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28183"/>
                  </a:ext>
                </a:extLst>
              </a:tr>
            </a:tbl>
          </a:graphicData>
        </a:graphic>
      </p:graphicFrame>
      <p:sp>
        <p:nvSpPr>
          <p:cNvPr id="129" name="TextBox 128">
            <a:extLst>
              <a:ext uri="{FF2B5EF4-FFF2-40B4-BE49-F238E27FC236}">
                <a16:creationId xmlns:a16="http://schemas.microsoft.com/office/drawing/2014/main" id="{3896DE83-6EC8-450A-A5BB-BB679B0EE13F}"/>
              </a:ext>
            </a:extLst>
          </p:cNvPr>
          <p:cNvSpPr txBox="1"/>
          <p:nvPr/>
        </p:nvSpPr>
        <p:spPr>
          <a:xfrm>
            <a:off x="283568" y="168666"/>
            <a:ext cx="417413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5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 1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56ABB92-E4E3-40C5-8911-0DBE4EC7FF15}"/>
              </a:ext>
            </a:extLst>
          </p:cNvPr>
          <p:cNvCxnSpPr>
            <a:cxnSpLocks/>
          </p:cNvCxnSpPr>
          <p:nvPr/>
        </p:nvCxnSpPr>
        <p:spPr>
          <a:xfrm>
            <a:off x="365310" y="80402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A4717F52-0307-4599-9B44-D5D4C36F53CD}"/>
              </a:ext>
            </a:extLst>
          </p:cNvPr>
          <p:cNvSpPr txBox="1"/>
          <p:nvPr/>
        </p:nvSpPr>
        <p:spPr>
          <a:xfrm>
            <a:off x="794801" y="68527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4FE83C9-6DA6-4375-A167-721D64276431}"/>
              </a:ext>
            </a:extLst>
          </p:cNvPr>
          <p:cNvCxnSpPr>
            <a:cxnSpLocks/>
          </p:cNvCxnSpPr>
          <p:nvPr/>
        </p:nvCxnSpPr>
        <p:spPr>
          <a:xfrm>
            <a:off x="230575" y="93149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80E2E70A-2B99-42F2-A139-595BC6B04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91460"/>
              </p:ext>
            </p:extLst>
          </p:nvPr>
        </p:nvGraphicFramePr>
        <p:xfrm>
          <a:off x="4297175" y="1204693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34" name="TextBox 133">
            <a:extLst>
              <a:ext uri="{FF2B5EF4-FFF2-40B4-BE49-F238E27FC236}">
                <a16:creationId xmlns:a16="http://schemas.microsoft.com/office/drawing/2014/main" id="{0D55F6D9-A721-4A0F-8C40-4A0D9659691A}"/>
              </a:ext>
            </a:extLst>
          </p:cNvPr>
          <p:cNvSpPr txBox="1"/>
          <p:nvPr/>
        </p:nvSpPr>
        <p:spPr>
          <a:xfrm>
            <a:off x="4219179" y="927694"/>
            <a:ext cx="1084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Burst1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5" name="Table 3">
            <a:extLst>
              <a:ext uri="{FF2B5EF4-FFF2-40B4-BE49-F238E27FC236}">
                <a16:creationId xmlns:a16="http://schemas.microsoft.com/office/drawing/2014/main" id="{03679CA8-9357-4539-9615-A2C1ECE0B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766821"/>
              </p:ext>
            </p:extLst>
          </p:nvPr>
        </p:nvGraphicFramePr>
        <p:xfrm>
          <a:off x="1034877" y="5315303"/>
          <a:ext cx="237171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2895374"/>
                    </a:ext>
                  </a:extLst>
                </a:gridCol>
                <a:gridCol w="1182990">
                  <a:extLst>
                    <a:ext uri="{9D8B030D-6E8A-4147-A177-3AD203B41FA5}">
                      <a16:colId xmlns:a16="http://schemas.microsoft.com/office/drawing/2014/main" val="345932406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9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45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577548"/>
                  </a:ext>
                </a:extLst>
              </a:tr>
            </a:tbl>
          </a:graphicData>
        </a:graphic>
      </p:graphicFrame>
      <p:sp>
        <p:nvSpPr>
          <p:cNvPr id="136" name="TextBox 135">
            <a:extLst>
              <a:ext uri="{FF2B5EF4-FFF2-40B4-BE49-F238E27FC236}">
                <a16:creationId xmlns:a16="http://schemas.microsoft.com/office/drawing/2014/main" id="{2D4440A2-2D44-4C42-B1D3-2FF0F6F62C8C}"/>
              </a:ext>
            </a:extLst>
          </p:cNvPr>
          <p:cNvSpPr txBox="1"/>
          <p:nvPr/>
        </p:nvSpPr>
        <p:spPr>
          <a:xfrm>
            <a:off x="840709" y="4332589"/>
            <a:ext cx="270033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br>
              <a:rPr lang="en-US" altLang="zh-CN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5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 1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178E590-E875-4DA7-B597-88ECB9DFEB9D}"/>
              </a:ext>
            </a:extLst>
          </p:cNvPr>
          <p:cNvCxnSpPr>
            <a:cxnSpLocks/>
          </p:cNvCxnSpPr>
          <p:nvPr/>
        </p:nvCxnSpPr>
        <p:spPr>
          <a:xfrm>
            <a:off x="1015737" y="5174049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F3537698-4F0F-4533-948E-3FCB4E0A3D3E}"/>
              </a:ext>
            </a:extLst>
          </p:cNvPr>
          <p:cNvSpPr txBox="1"/>
          <p:nvPr/>
        </p:nvSpPr>
        <p:spPr>
          <a:xfrm>
            <a:off x="1445228" y="5055296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D9BAA59-B2A2-4D39-B42B-931A99D5117B}"/>
              </a:ext>
            </a:extLst>
          </p:cNvPr>
          <p:cNvCxnSpPr>
            <a:cxnSpLocks/>
          </p:cNvCxnSpPr>
          <p:nvPr/>
        </p:nvCxnSpPr>
        <p:spPr>
          <a:xfrm>
            <a:off x="881002" y="5301517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2D735065-ABCB-4581-A94D-4DC15258E572}"/>
              </a:ext>
            </a:extLst>
          </p:cNvPr>
          <p:cNvSpPr txBox="1"/>
          <p:nvPr/>
        </p:nvSpPr>
        <p:spPr>
          <a:xfrm>
            <a:off x="733883" y="562485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142" name="Table 141">
            <a:extLst>
              <a:ext uri="{FF2B5EF4-FFF2-40B4-BE49-F238E27FC236}">
                <a16:creationId xmlns:a16="http://schemas.microsoft.com/office/drawing/2014/main" id="{67D872DE-DE58-461E-BFE7-BC2F644E5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958868"/>
              </p:ext>
            </p:extLst>
          </p:nvPr>
        </p:nvGraphicFramePr>
        <p:xfrm>
          <a:off x="4297175" y="8385780"/>
          <a:ext cx="9144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5EFCD023-FCB4-4D0D-9796-E6E6C53493E8}"/>
              </a:ext>
            </a:extLst>
          </p:cNvPr>
          <p:cNvSpPr txBox="1"/>
          <p:nvPr/>
        </p:nvSpPr>
        <p:spPr>
          <a:xfrm>
            <a:off x="4219179" y="8108781"/>
            <a:ext cx="1051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Burst4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4" name="Table 143">
            <a:extLst>
              <a:ext uri="{FF2B5EF4-FFF2-40B4-BE49-F238E27FC236}">
                <a16:creationId xmlns:a16="http://schemas.microsoft.com/office/drawing/2014/main" id="{E1DBDF19-9F7A-43F3-B503-78287F6A7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654224"/>
              </p:ext>
            </p:extLst>
          </p:nvPr>
        </p:nvGraphicFramePr>
        <p:xfrm>
          <a:off x="4297175" y="7830739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45" name="TextBox 144">
            <a:extLst>
              <a:ext uri="{FF2B5EF4-FFF2-40B4-BE49-F238E27FC236}">
                <a16:creationId xmlns:a16="http://schemas.microsoft.com/office/drawing/2014/main" id="{FA209EE6-946E-413E-AFBA-49FC2B13766D}"/>
              </a:ext>
            </a:extLst>
          </p:cNvPr>
          <p:cNvSpPr txBox="1"/>
          <p:nvPr/>
        </p:nvSpPr>
        <p:spPr>
          <a:xfrm>
            <a:off x="4219179" y="7553740"/>
            <a:ext cx="1084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Burst2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6" name="Table 3">
            <a:extLst>
              <a:ext uri="{FF2B5EF4-FFF2-40B4-BE49-F238E27FC236}">
                <a16:creationId xmlns:a16="http://schemas.microsoft.com/office/drawing/2014/main" id="{88BA5D87-29F2-4550-8BF1-306A9647D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00873"/>
              </p:ext>
            </p:extLst>
          </p:nvPr>
        </p:nvGraphicFramePr>
        <p:xfrm>
          <a:off x="1016130" y="12004127"/>
          <a:ext cx="237744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289537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45932406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9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45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577548"/>
                  </a:ext>
                </a:extLst>
              </a:tr>
            </a:tbl>
          </a:graphicData>
        </a:graphic>
      </p:graphicFrame>
      <p:sp>
        <p:nvSpPr>
          <p:cNvPr id="147" name="TextBox 146">
            <a:extLst>
              <a:ext uri="{FF2B5EF4-FFF2-40B4-BE49-F238E27FC236}">
                <a16:creationId xmlns:a16="http://schemas.microsoft.com/office/drawing/2014/main" id="{959293FB-F5DB-445E-B5E2-1FFE0D3B95CA}"/>
              </a:ext>
            </a:extLst>
          </p:cNvPr>
          <p:cNvSpPr txBox="1"/>
          <p:nvPr/>
        </p:nvSpPr>
        <p:spPr>
          <a:xfrm>
            <a:off x="868656" y="11018667"/>
            <a:ext cx="2672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endParaRPr lang="en-US" altLang="zh-CN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 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Burst2/Burst4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45D3297-A098-4CB7-BFF1-8A53BFC9054E}"/>
              </a:ext>
            </a:extLst>
          </p:cNvPr>
          <p:cNvCxnSpPr>
            <a:cxnSpLocks/>
          </p:cNvCxnSpPr>
          <p:nvPr/>
        </p:nvCxnSpPr>
        <p:spPr>
          <a:xfrm>
            <a:off x="996990" y="1186287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9D347829-4648-4A53-B532-873248CCB135}"/>
              </a:ext>
            </a:extLst>
          </p:cNvPr>
          <p:cNvSpPr txBox="1"/>
          <p:nvPr/>
        </p:nvSpPr>
        <p:spPr>
          <a:xfrm>
            <a:off x="1426481" y="1174412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C18CCCC-568C-4125-B10E-589971AE91F4}"/>
              </a:ext>
            </a:extLst>
          </p:cNvPr>
          <p:cNvCxnSpPr>
            <a:cxnSpLocks/>
          </p:cNvCxnSpPr>
          <p:nvPr/>
        </p:nvCxnSpPr>
        <p:spPr>
          <a:xfrm>
            <a:off x="862255" y="11990341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784F1FB-B97A-4F18-ACAB-35443D156998}"/>
              </a:ext>
            </a:extLst>
          </p:cNvPr>
          <p:cNvSpPr txBox="1"/>
          <p:nvPr/>
        </p:nvSpPr>
        <p:spPr>
          <a:xfrm>
            <a:off x="715136" y="1231368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153" name="Table 8">
            <a:extLst>
              <a:ext uri="{FF2B5EF4-FFF2-40B4-BE49-F238E27FC236}">
                <a16:creationId xmlns:a16="http://schemas.microsoft.com/office/drawing/2014/main" id="{83743A40-ACE9-4DCE-A3E1-D2D75AD24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31988"/>
              </p:ext>
            </p:extLst>
          </p:nvPr>
        </p:nvGraphicFramePr>
        <p:xfrm>
          <a:off x="414513" y="7553740"/>
          <a:ext cx="3657600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数据块</a:t>
                      </a:r>
                      <a:r>
                        <a:rPr lang="en-US" sz="10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2KB</a:t>
                      </a:r>
                      <a:br>
                        <a:rPr lang="en-US" sz="1500" dirty="0"/>
                      </a:br>
                      <a:r>
                        <a:rPr lang="zh-CN" altLang="en-US" sz="1500" dirty="0"/>
                        <a:t>对齐数据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2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28183"/>
                  </a:ext>
                </a:extLst>
              </a:tr>
            </a:tbl>
          </a:graphicData>
        </a:graphic>
      </p:graphicFrame>
      <p:sp>
        <p:nvSpPr>
          <p:cNvPr id="154" name="TextBox 153">
            <a:extLst>
              <a:ext uri="{FF2B5EF4-FFF2-40B4-BE49-F238E27FC236}">
                <a16:creationId xmlns:a16="http://schemas.microsoft.com/office/drawing/2014/main" id="{3C07F732-CE27-45D4-81D6-BCBEE477BEA9}"/>
              </a:ext>
            </a:extLst>
          </p:cNvPr>
          <p:cNvSpPr txBox="1"/>
          <p:nvPr/>
        </p:nvSpPr>
        <p:spPr>
          <a:xfrm>
            <a:off x="252687" y="6754329"/>
            <a:ext cx="417114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5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Burst2/Burst4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2BE80E24-431A-450B-9D30-54AE568E6096}"/>
              </a:ext>
            </a:extLst>
          </p:cNvPr>
          <p:cNvCxnSpPr>
            <a:cxnSpLocks/>
          </p:cNvCxnSpPr>
          <p:nvPr/>
        </p:nvCxnSpPr>
        <p:spPr>
          <a:xfrm>
            <a:off x="387423" y="7394504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37FC8915-7284-444A-B9D0-58FCED78BF80}"/>
              </a:ext>
            </a:extLst>
          </p:cNvPr>
          <p:cNvSpPr txBox="1"/>
          <p:nvPr/>
        </p:nvSpPr>
        <p:spPr>
          <a:xfrm>
            <a:off x="816914" y="727575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FD83093-D90C-46CE-A0CF-FF062C0E9C20}"/>
              </a:ext>
            </a:extLst>
          </p:cNvPr>
          <p:cNvCxnSpPr>
            <a:cxnSpLocks/>
          </p:cNvCxnSpPr>
          <p:nvPr/>
        </p:nvCxnSpPr>
        <p:spPr>
          <a:xfrm>
            <a:off x="252688" y="7521972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9AA34826-6CE1-4D8D-93C2-A19FB274FA7E}"/>
              </a:ext>
            </a:extLst>
          </p:cNvPr>
          <p:cNvSpPr txBox="1"/>
          <p:nvPr/>
        </p:nvSpPr>
        <p:spPr>
          <a:xfrm>
            <a:off x="105569" y="784531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34416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256</Words>
  <Application>Microsoft Office PowerPoint</Application>
  <PresentationFormat>自定义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13</cp:revision>
  <dcterms:created xsi:type="dcterms:W3CDTF">2022-04-14T00:07:54Z</dcterms:created>
  <dcterms:modified xsi:type="dcterms:W3CDTF">2023-04-10T08:46:40Z</dcterms:modified>
</cp:coreProperties>
</file>