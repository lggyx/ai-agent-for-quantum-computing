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4864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4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673418"/>
            <a:ext cx="466344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161223"/>
            <a:ext cx="41148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03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025844"/>
            <a:ext cx="4732020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2753679"/>
            <a:ext cx="4732020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/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68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095375"/>
            <a:ext cx="233172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095375"/>
            <a:ext cx="233172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1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19076"/>
            <a:ext cx="4732020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008698"/>
            <a:ext cx="2321004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503045"/>
            <a:ext cx="2321004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008698"/>
            <a:ext cx="2332435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503045"/>
            <a:ext cx="2332435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00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5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74320"/>
            <a:ext cx="1769507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592456"/>
            <a:ext cx="2777490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234440"/>
            <a:ext cx="1769507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6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74320"/>
            <a:ext cx="1769507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592456"/>
            <a:ext cx="2777490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234440"/>
            <a:ext cx="1769507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7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75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19075"/>
            <a:ext cx="1183005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19075"/>
            <a:ext cx="3480435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3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19076"/>
            <a:ext cx="4732020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095375"/>
            <a:ext cx="4732020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3813811"/>
            <a:ext cx="123444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C5D83-2798-4A69-8669-FB0CDC316ED9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3813811"/>
            <a:ext cx="185166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3813811"/>
            <a:ext cx="123444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83954-12BC-43B7-9B99-9F8F6F909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8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A4CF5EE-2470-4EBE-D620-188F657BA891}"/>
              </a:ext>
            </a:extLst>
          </p:cNvPr>
          <p:cNvGrpSpPr/>
          <p:nvPr/>
        </p:nvGrpSpPr>
        <p:grpSpPr>
          <a:xfrm>
            <a:off x="1534935" y="459667"/>
            <a:ext cx="860002" cy="1686879"/>
            <a:chOff x="9207213" y="3550857"/>
            <a:chExt cx="860002" cy="1686879"/>
          </a:xfrm>
        </p:grpSpPr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6FF3986B-2800-369A-1590-249B187E7126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0A1A2742-B8AD-AED9-186B-098A8153AC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E02E49A-5C9B-6FB6-A0CB-C827A76ED4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5D9176F-8FDF-4531-4279-7FD9F47F59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2AF8EC9-54F8-BFA8-A11B-55B965F6008D}"/>
              </a:ext>
            </a:extLst>
          </p:cNvPr>
          <p:cNvGrpSpPr/>
          <p:nvPr/>
        </p:nvGrpSpPr>
        <p:grpSpPr>
          <a:xfrm>
            <a:off x="1732887" y="655476"/>
            <a:ext cx="860002" cy="1686879"/>
            <a:chOff x="9207213" y="3550857"/>
            <a:chExt cx="860002" cy="1686879"/>
          </a:xfrm>
        </p:grpSpPr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E927271C-C443-24DE-2779-BA152B8FCE82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AAA57178-93D0-2EFF-350B-27E3059B21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C9C3EB93-06FC-4A92-7262-BA703FBFE2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321F7B3-D0A2-E7C7-BDA9-E4FD173691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C215CDF-9B28-7717-7364-4E187FB5C245}"/>
              </a:ext>
            </a:extLst>
          </p:cNvPr>
          <p:cNvGrpSpPr/>
          <p:nvPr/>
        </p:nvGrpSpPr>
        <p:grpSpPr>
          <a:xfrm>
            <a:off x="1933045" y="853599"/>
            <a:ext cx="860002" cy="1686879"/>
            <a:chOff x="9207213" y="3550857"/>
            <a:chExt cx="860002" cy="1686879"/>
          </a:xfrm>
        </p:grpSpPr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B4B14056-5886-85B6-791E-F7F62E29CD56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44E230B-AA48-8D2F-CE4D-D33DA73F91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270AA9AB-AA9F-49C4-5A92-B4B21AC200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6D6F3EC-2F0F-2FD6-56C8-D4FD326452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C223BB0-A51A-07EA-D962-0F4FB057E9F5}"/>
              </a:ext>
            </a:extLst>
          </p:cNvPr>
          <p:cNvGrpSpPr/>
          <p:nvPr/>
        </p:nvGrpSpPr>
        <p:grpSpPr>
          <a:xfrm>
            <a:off x="2135465" y="1051722"/>
            <a:ext cx="860002" cy="1686879"/>
            <a:chOff x="9207213" y="3550857"/>
            <a:chExt cx="860002" cy="1686879"/>
          </a:xfrm>
        </p:grpSpPr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8784B60F-840E-FA99-FEBB-DCE51D5A9EDD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D0E167FF-9D09-2839-4B92-47984E59B1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031910CE-F79C-8C73-8ECF-762C75B567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488F3B33-F444-6D9C-8B9E-779FA7BFAD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4" name="Table 8">
            <a:extLst>
              <a:ext uri="{FF2B5EF4-FFF2-40B4-BE49-F238E27FC236}">
                <a16:creationId xmlns:a16="http://schemas.microsoft.com/office/drawing/2014/main" id="{83F85C62-7F3E-7B5F-2A5F-FC05FFBE2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370769"/>
              </p:ext>
            </p:extLst>
          </p:nvPr>
        </p:nvGraphicFramePr>
        <p:xfrm flipH="1">
          <a:off x="2344235" y="1250542"/>
          <a:ext cx="64008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</a:tbl>
          </a:graphicData>
        </a:graphic>
      </p:graphicFrame>
      <p:sp>
        <p:nvSpPr>
          <p:cNvPr id="155" name="Parallelogram 154">
            <a:extLst>
              <a:ext uri="{FF2B5EF4-FFF2-40B4-BE49-F238E27FC236}">
                <a16:creationId xmlns:a16="http://schemas.microsoft.com/office/drawing/2014/main" id="{99A745F9-2BCD-35F5-1E1D-51F0DCB79968}"/>
              </a:ext>
            </a:extLst>
          </p:cNvPr>
          <p:cNvSpPr/>
          <p:nvPr/>
        </p:nvSpPr>
        <p:spPr>
          <a:xfrm flipH="1">
            <a:off x="2142227" y="1050770"/>
            <a:ext cx="842087" cy="197965"/>
          </a:xfrm>
          <a:prstGeom prst="parallelogram">
            <a:avLst>
              <a:gd name="adj" fmla="val 97172"/>
            </a:avLst>
          </a:prstGeom>
          <a:solidFill>
            <a:srgbClr val="9DC3E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6" name="Parallelogram 155">
            <a:extLst>
              <a:ext uri="{FF2B5EF4-FFF2-40B4-BE49-F238E27FC236}">
                <a16:creationId xmlns:a16="http://schemas.microsoft.com/office/drawing/2014/main" id="{35359BC4-E892-5D1F-6437-80B8AAF81D03}"/>
              </a:ext>
            </a:extLst>
          </p:cNvPr>
          <p:cNvSpPr/>
          <p:nvPr/>
        </p:nvSpPr>
        <p:spPr>
          <a:xfrm rot="16200000">
            <a:off x="1956366" y="1238441"/>
            <a:ext cx="565938" cy="199666"/>
          </a:xfrm>
          <a:prstGeom prst="parallelogram">
            <a:avLst>
              <a:gd name="adj" fmla="val 100517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7" name="Parallelogram 156">
            <a:extLst>
              <a:ext uri="{FF2B5EF4-FFF2-40B4-BE49-F238E27FC236}">
                <a16:creationId xmlns:a16="http://schemas.microsoft.com/office/drawing/2014/main" id="{D16F987C-B819-E898-2DB9-2B3BCCE9DAF3}"/>
              </a:ext>
            </a:extLst>
          </p:cNvPr>
          <p:cNvSpPr/>
          <p:nvPr/>
        </p:nvSpPr>
        <p:spPr>
          <a:xfrm rot="16200000">
            <a:off x="1753656" y="1044254"/>
            <a:ext cx="565938" cy="199941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" name="Parallelogram 157">
            <a:extLst>
              <a:ext uri="{FF2B5EF4-FFF2-40B4-BE49-F238E27FC236}">
                <a16:creationId xmlns:a16="http://schemas.microsoft.com/office/drawing/2014/main" id="{24D74525-A6E8-CCEE-8363-368D671A0FF2}"/>
              </a:ext>
            </a:extLst>
          </p:cNvPr>
          <p:cNvSpPr/>
          <p:nvPr/>
        </p:nvSpPr>
        <p:spPr>
          <a:xfrm rot="16200000">
            <a:off x="1951691" y="1617862"/>
            <a:ext cx="565938" cy="202778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9" name="Parallelogram 158">
            <a:extLst>
              <a:ext uri="{FF2B5EF4-FFF2-40B4-BE49-F238E27FC236}">
                <a16:creationId xmlns:a16="http://schemas.microsoft.com/office/drawing/2014/main" id="{DCA8304B-70C2-9613-7216-14EE46458F8A}"/>
              </a:ext>
            </a:extLst>
          </p:cNvPr>
          <p:cNvSpPr/>
          <p:nvPr/>
        </p:nvSpPr>
        <p:spPr>
          <a:xfrm rot="16200000">
            <a:off x="1755987" y="1415177"/>
            <a:ext cx="565938" cy="202777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0" name="Right Brace 159">
            <a:extLst>
              <a:ext uri="{FF2B5EF4-FFF2-40B4-BE49-F238E27FC236}">
                <a16:creationId xmlns:a16="http://schemas.microsoft.com/office/drawing/2014/main" id="{8AB6B667-8B4D-ACA2-C389-7E4A9B796627}"/>
              </a:ext>
            </a:extLst>
          </p:cNvPr>
          <p:cNvSpPr/>
          <p:nvPr/>
        </p:nvSpPr>
        <p:spPr>
          <a:xfrm>
            <a:off x="3076864" y="1996884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Right Brace 160">
            <a:extLst>
              <a:ext uri="{FF2B5EF4-FFF2-40B4-BE49-F238E27FC236}">
                <a16:creationId xmlns:a16="http://schemas.microsoft.com/office/drawing/2014/main" id="{BFBFAA5D-6865-87B2-FFF3-3E2B36AE78BD}"/>
              </a:ext>
            </a:extLst>
          </p:cNvPr>
          <p:cNvSpPr/>
          <p:nvPr/>
        </p:nvSpPr>
        <p:spPr>
          <a:xfrm>
            <a:off x="3076864" y="2373812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1C574306-A51C-3D6C-844A-9CE26BD2EA8B}"/>
              </a:ext>
            </a:extLst>
          </p:cNvPr>
          <p:cNvCxnSpPr>
            <a:cxnSpLocks/>
          </p:cNvCxnSpPr>
          <p:nvPr/>
        </p:nvCxnSpPr>
        <p:spPr>
          <a:xfrm flipH="1" flipV="1">
            <a:off x="2199596" y="453547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9B1DE654-53EA-EBF1-7970-9439D5EAD601}"/>
              </a:ext>
            </a:extLst>
          </p:cNvPr>
          <p:cNvCxnSpPr>
            <a:cxnSpLocks/>
          </p:cNvCxnSpPr>
          <p:nvPr/>
        </p:nvCxnSpPr>
        <p:spPr>
          <a:xfrm flipH="1" flipV="1">
            <a:off x="1546723" y="455531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753BEB5-9B5E-B35C-84EC-1888F1B31363}"/>
              </a:ext>
            </a:extLst>
          </p:cNvPr>
          <p:cNvCxnSpPr>
            <a:cxnSpLocks/>
          </p:cNvCxnSpPr>
          <p:nvPr/>
        </p:nvCxnSpPr>
        <p:spPr>
          <a:xfrm flipH="1" flipV="1">
            <a:off x="1537193" y="816072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B69E7915-387F-0DEB-E427-9F81A9C9DAD6}"/>
              </a:ext>
            </a:extLst>
          </p:cNvPr>
          <p:cNvCxnSpPr>
            <a:cxnSpLocks/>
          </p:cNvCxnSpPr>
          <p:nvPr/>
        </p:nvCxnSpPr>
        <p:spPr>
          <a:xfrm flipH="1" flipV="1">
            <a:off x="1533533" y="1185068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3D3A7E46-80D1-4AA1-7BE2-22296699168C}"/>
              </a:ext>
            </a:extLst>
          </p:cNvPr>
          <p:cNvCxnSpPr>
            <a:cxnSpLocks/>
          </p:cNvCxnSpPr>
          <p:nvPr/>
        </p:nvCxnSpPr>
        <p:spPr>
          <a:xfrm flipH="1" flipV="1">
            <a:off x="1540419" y="1560477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3A7E6EB2-E472-DF96-C9D1-58AF3DB3BCA6}"/>
              </a:ext>
            </a:extLst>
          </p:cNvPr>
          <p:cNvCxnSpPr>
            <a:cxnSpLocks/>
          </p:cNvCxnSpPr>
          <p:nvPr/>
        </p:nvCxnSpPr>
        <p:spPr>
          <a:xfrm flipH="1" flipV="1">
            <a:off x="1540419" y="1939682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EB7FF96-2A30-E51C-A33F-AC9AE1D1D751}"/>
              </a:ext>
            </a:extLst>
          </p:cNvPr>
          <p:cNvCxnSpPr>
            <a:cxnSpLocks/>
          </p:cNvCxnSpPr>
          <p:nvPr/>
        </p:nvCxnSpPr>
        <p:spPr>
          <a:xfrm flipV="1">
            <a:off x="2340090" y="1250542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4ADB465-A966-B81B-B3A6-774C665515AD}"/>
              </a:ext>
            </a:extLst>
          </p:cNvPr>
          <p:cNvCxnSpPr>
            <a:cxnSpLocks/>
          </p:cNvCxnSpPr>
          <p:nvPr/>
        </p:nvCxnSpPr>
        <p:spPr>
          <a:xfrm flipV="1">
            <a:off x="1533533" y="458785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C32D09BD-E0D7-47FA-C854-F7DB55A76EFE}"/>
              </a:ext>
            </a:extLst>
          </p:cNvPr>
          <p:cNvCxnSpPr>
            <a:cxnSpLocks/>
          </p:cNvCxnSpPr>
          <p:nvPr/>
        </p:nvCxnSpPr>
        <p:spPr>
          <a:xfrm>
            <a:off x="2339015" y="2732481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52B9A6DF-BF1A-988A-F53A-D973265DA7C5}"/>
              </a:ext>
            </a:extLst>
          </p:cNvPr>
          <p:cNvCxnSpPr>
            <a:cxnSpLocks/>
          </p:cNvCxnSpPr>
          <p:nvPr/>
        </p:nvCxnSpPr>
        <p:spPr>
          <a:xfrm>
            <a:off x="2336049" y="2364218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9CE7AD5A-8B32-8339-B64B-D42BDCB2578C}"/>
              </a:ext>
            </a:extLst>
          </p:cNvPr>
          <p:cNvCxnSpPr>
            <a:cxnSpLocks/>
          </p:cNvCxnSpPr>
          <p:nvPr/>
        </p:nvCxnSpPr>
        <p:spPr>
          <a:xfrm>
            <a:off x="2324892" y="1992222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549D9B15-A678-D33A-6B26-1D208E4D57E8}"/>
              </a:ext>
            </a:extLst>
          </p:cNvPr>
          <p:cNvCxnSpPr>
            <a:cxnSpLocks/>
          </p:cNvCxnSpPr>
          <p:nvPr/>
        </p:nvCxnSpPr>
        <p:spPr>
          <a:xfrm>
            <a:off x="2339015" y="1621243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023D7066-03D4-3A87-FAEE-5A445911265C}"/>
              </a:ext>
            </a:extLst>
          </p:cNvPr>
          <p:cNvCxnSpPr>
            <a:cxnSpLocks/>
          </p:cNvCxnSpPr>
          <p:nvPr/>
        </p:nvCxnSpPr>
        <p:spPr>
          <a:xfrm>
            <a:off x="2336049" y="1250542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354547F0-56FA-0A0B-4293-FBACB49B3E37}"/>
              </a:ext>
            </a:extLst>
          </p:cNvPr>
          <p:cNvCxnSpPr>
            <a:cxnSpLocks/>
          </p:cNvCxnSpPr>
          <p:nvPr/>
        </p:nvCxnSpPr>
        <p:spPr>
          <a:xfrm>
            <a:off x="1561624" y="458785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Parallelogram 175">
            <a:extLst>
              <a:ext uri="{FF2B5EF4-FFF2-40B4-BE49-F238E27FC236}">
                <a16:creationId xmlns:a16="http://schemas.microsoft.com/office/drawing/2014/main" id="{C26F1C87-F7DF-6C92-730B-3E03012D237C}"/>
              </a:ext>
            </a:extLst>
          </p:cNvPr>
          <p:cNvSpPr/>
          <p:nvPr/>
        </p:nvSpPr>
        <p:spPr>
          <a:xfrm flipH="1">
            <a:off x="1945312" y="854480"/>
            <a:ext cx="842087" cy="197965"/>
          </a:xfrm>
          <a:prstGeom prst="parallelogram">
            <a:avLst>
              <a:gd name="adj" fmla="val 97172"/>
            </a:avLst>
          </a:prstGeom>
          <a:solidFill>
            <a:srgbClr val="9DC3E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567FA77-3548-ABC2-A4BA-472B0213F0F6}"/>
              </a:ext>
            </a:extLst>
          </p:cNvPr>
          <p:cNvSpPr txBox="1"/>
          <p:nvPr/>
        </p:nvSpPr>
        <p:spPr>
          <a:xfrm>
            <a:off x="851042" y="100297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d4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9C17DA5-D824-838E-7E47-E4547EC6D789}"/>
              </a:ext>
            </a:extLst>
          </p:cNvPr>
          <p:cNvSpPr txBox="1"/>
          <p:nvPr/>
        </p:nvSpPr>
        <p:spPr>
          <a:xfrm>
            <a:off x="479469" y="7724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d5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456486D-0D08-5023-2562-422159A040BF}"/>
              </a:ext>
            </a:extLst>
          </p:cNvPr>
          <p:cNvSpPr txBox="1"/>
          <p:nvPr/>
        </p:nvSpPr>
        <p:spPr>
          <a:xfrm>
            <a:off x="836866" y="136210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d6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F11BF79-8D1F-458C-4C27-18DD610E0F2B}"/>
              </a:ext>
            </a:extLst>
          </p:cNvPr>
          <p:cNvSpPr txBox="1"/>
          <p:nvPr/>
        </p:nvSpPr>
        <p:spPr>
          <a:xfrm>
            <a:off x="456942" y="11475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d7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EBF38985-67E7-3BBB-BCBE-605A77A95C36}"/>
              </a:ext>
            </a:extLst>
          </p:cNvPr>
          <p:cNvCxnSpPr>
            <a:cxnSpLocks/>
          </p:cNvCxnSpPr>
          <p:nvPr/>
        </p:nvCxnSpPr>
        <p:spPr>
          <a:xfrm>
            <a:off x="1281649" y="1237875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40B36360-F22D-5600-772A-2941D31EFB3C}"/>
              </a:ext>
            </a:extLst>
          </p:cNvPr>
          <p:cNvCxnSpPr>
            <a:cxnSpLocks/>
          </p:cNvCxnSpPr>
          <p:nvPr/>
        </p:nvCxnSpPr>
        <p:spPr>
          <a:xfrm>
            <a:off x="1251170" y="1573155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45FF4E71-769D-F788-09E6-E49317C92782}"/>
              </a:ext>
            </a:extLst>
          </p:cNvPr>
          <p:cNvCxnSpPr>
            <a:cxnSpLocks/>
          </p:cNvCxnSpPr>
          <p:nvPr/>
        </p:nvCxnSpPr>
        <p:spPr>
          <a:xfrm>
            <a:off x="1029854" y="1391602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507A8452-E5DD-5D85-0953-B33E7CF3839D}"/>
              </a:ext>
            </a:extLst>
          </p:cNvPr>
          <p:cNvCxnSpPr>
            <a:cxnSpLocks/>
          </p:cNvCxnSpPr>
          <p:nvPr/>
        </p:nvCxnSpPr>
        <p:spPr>
          <a:xfrm>
            <a:off x="1055033" y="1003314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AD6D2B13-BCB6-01A6-51C1-0AFA531FB867}"/>
              </a:ext>
            </a:extLst>
          </p:cNvPr>
          <p:cNvCxnSpPr>
            <a:cxnSpLocks/>
          </p:cNvCxnSpPr>
          <p:nvPr/>
        </p:nvCxnSpPr>
        <p:spPr>
          <a:xfrm>
            <a:off x="570689" y="413365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34F6358A-64BD-D5EB-894C-5530DCD28AC4}"/>
              </a:ext>
            </a:extLst>
          </p:cNvPr>
          <p:cNvSpPr txBox="1"/>
          <p:nvPr/>
        </p:nvSpPr>
        <p:spPr>
          <a:xfrm>
            <a:off x="1000180" y="29461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AA089E3F-5040-2021-A445-D735D0FD4793}"/>
              </a:ext>
            </a:extLst>
          </p:cNvPr>
          <p:cNvCxnSpPr>
            <a:cxnSpLocks/>
          </p:cNvCxnSpPr>
          <p:nvPr/>
        </p:nvCxnSpPr>
        <p:spPr>
          <a:xfrm>
            <a:off x="435954" y="540833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A07406D0-D07D-7AF3-5604-94650D8A1C29}"/>
              </a:ext>
            </a:extLst>
          </p:cNvPr>
          <p:cNvSpPr txBox="1"/>
          <p:nvPr/>
        </p:nvSpPr>
        <p:spPr>
          <a:xfrm>
            <a:off x="191167" y="449969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BE812D44-55FC-0F07-CC1F-5762394B09A0}"/>
              </a:ext>
            </a:extLst>
          </p:cNvPr>
          <p:cNvCxnSpPr>
            <a:cxnSpLocks/>
          </p:cNvCxnSpPr>
          <p:nvPr/>
        </p:nvCxnSpPr>
        <p:spPr>
          <a:xfrm flipH="1" flipV="1">
            <a:off x="330751" y="269705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B5D40D08-C5AD-D151-5136-BCDD1DA25E04}"/>
              </a:ext>
            </a:extLst>
          </p:cNvPr>
          <p:cNvSpPr txBox="1"/>
          <p:nvPr/>
        </p:nvSpPr>
        <p:spPr>
          <a:xfrm>
            <a:off x="0" y="219065"/>
            <a:ext cx="376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F778970A-EA20-73F2-2C3C-8806BD7137EB}"/>
              </a:ext>
            </a:extLst>
          </p:cNvPr>
          <p:cNvGrpSpPr/>
          <p:nvPr/>
        </p:nvGrpSpPr>
        <p:grpSpPr>
          <a:xfrm>
            <a:off x="2614726" y="1661702"/>
            <a:ext cx="860002" cy="1686879"/>
            <a:chOff x="9207213" y="3550857"/>
            <a:chExt cx="860002" cy="1686879"/>
          </a:xfrm>
        </p:grpSpPr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22317155-3423-5A27-724E-85D9404D3DC0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ED44C918-99F4-4D73-E2BB-946431CD28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92A4BB39-7651-C9D9-B068-654D71E3DB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55D535D-C014-0B99-B3AD-4BBB08AA1A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8CB2DFA-E914-2EE6-18E9-3C81135A105D}"/>
              </a:ext>
            </a:extLst>
          </p:cNvPr>
          <p:cNvGrpSpPr/>
          <p:nvPr/>
        </p:nvGrpSpPr>
        <p:grpSpPr>
          <a:xfrm>
            <a:off x="2812678" y="1857511"/>
            <a:ext cx="860002" cy="1686879"/>
            <a:chOff x="9207213" y="3550857"/>
            <a:chExt cx="860002" cy="1686879"/>
          </a:xfrm>
        </p:grpSpPr>
        <p:sp>
          <p:nvSpPr>
            <p:cNvPr id="197" name="Cube 196">
              <a:extLst>
                <a:ext uri="{FF2B5EF4-FFF2-40B4-BE49-F238E27FC236}">
                  <a16:creationId xmlns:a16="http://schemas.microsoft.com/office/drawing/2014/main" id="{E6A1795A-7ED4-9B66-2DC6-F2F2638F7EA1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D53BB13C-4D11-9F3A-4AE2-7455E1186B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85FBA90B-8D0A-646C-57BD-82369E6DC7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B714049C-B8AF-5786-77A5-845AE948DF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79480B0-DC96-C23D-D9A0-62769C037884}"/>
              </a:ext>
            </a:extLst>
          </p:cNvPr>
          <p:cNvGrpSpPr/>
          <p:nvPr/>
        </p:nvGrpSpPr>
        <p:grpSpPr>
          <a:xfrm>
            <a:off x="3012836" y="2055634"/>
            <a:ext cx="860002" cy="1686879"/>
            <a:chOff x="9207213" y="3550857"/>
            <a:chExt cx="860002" cy="1686879"/>
          </a:xfrm>
        </p:grpSpPr>
        <p:sp>
          <p:nvSpPr>
            <p:cNvPr id="202" name="Cube 201">
              <a:extLst>
                <a:ext uri="{FF2B5EF4-FFF2-40B4-BE49-F238E27FC236}">
                  <a16:creationId xmlns:a16="http://schemas.microsoft.com/office/drawing/2014/main" id="{C616754C-D145-93D5-88C1-A6B86BCBEC0E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772532AA-11DC-BE92-A0B1-652A4CC37D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980B4A70-2D80-D8E7-07DB-21578840B0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21E0616-38A4-6337-AA5B-56D7EE1C55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B5A27BA-7221-4E1A-F969-7230F342A8E1}"/>
              </a:ext>
            </a:extLst>
          </p:cNvPr>
          <p:cNvGrpSpPr/>
          <p:nvPr/>
        </p:nvGrpSpPr>
        <p:grpSpPr>
          <a:xfrm>
            <a:off x="3215256" y="2253757"/>
            <a:ext cx="860002" cy="1686879"/>
            <a:chOff x="9207213" y="3550857"/>
            <a:chExt cx="860002" cy="1686879"/>
          </a:xfrm>
        </p:grpSpPr>
        <p:sp>
          <p:nvSpPr>
            <p:cNvPr id="207" name="Cube 206">
              <a:extLst>
                <a:ext uri="{FF2B5EF4-FFF2-40B4-BE49-F238E27FC236}">
                  <a16:creationId xmlns:a16="http://schemas.microsoft.com/office/drawing/2014/main" id="{E800FFB5-6E4D-828E-7889-FB00BFC80446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B2F4DBD-4F5B-C3CC-66EB-3D685DC1CD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EDAEAD9-C606-4C41-C018-506148BA88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DD4302C0-BC67-74CC-4F05-83DFB1FD2D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1" name="Table 8">
            <a:extLst>
              <a:ext uri="{FF2B5EF4-FFF2-40B4-BE49-F238E27FC236}">
                <a16:creationId xmlns:a16="http://schemas.microsoft.com/office/drawing/2014/main" id="{A23C9DFB-8403-6F2E-DA1E-41DBA31D3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03542"/>
              </p:ext>
            </p:extLst>
          </p:nvPr>
        </p:nvGraphicFramePr>
        <p:xfrm flipH="1">
          <a:off x="3424026" y="2452577"/>
          <a:ext cx="64008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</a:tbl>
          </a:graphicData>
        </a:graphic>
      </p:graphicFrame>
      <p:sp>
        <p:nvSpPr>
          <p:cNvPr id="212" name="Parallelogram 211">
            <a:extLst>
              <a:ext uri="{FF2B5EF4-FFF2-40B4-BE49-F238E27FC236}">
                <a16:creationId xmlns:a16="http://schemas.microsoft.com/office/drawing/2014/main" id="{BBADBBAB-A55B-0E13-17CD-58D449DCF693}"/>
              </a:ext>
            </a:extLst>
          </p:cNvPr>
          <p:cNvSpPr/>
          <p:nvPr/>
        </p:nvSpPr>
        <p:spPr>
          <a:xfrm flipH="1">
            <a:off x="3222018" y="2252805"/>
            <a:ext cx="842087" cy="197965"/>
          </a:xfrm>
          <a:prstGeom prst="parallelogram">
            <a:avLst>
              <a:gd name="adj" fmla="val 97172"/>
            </a:avLst>
          </a:prstGeom>
          <a:solidFill>
            <a:srgbClr val="9DC3E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3" name="Parallelogram 212">
            <a:extLst>
              <a:ext uri="{FF2B5EF4-FFF2-40B4-BE49-F238E27FC236}">
                <a16:creationId xmlns:a16="http://schemas.microsoft.com/office/drawing/2014/main" id="{A3C60C2B-5ED5-9C3A-0E27-C4001D1A2ED7}"/>
              </a:ext>
            </a:extLst>
          </p:cNvPr>
          <p:cNvSpPr/>
          <p:nvPr/>
        </p:nvSpPr>
        <p:spPr>
          <a:xfrm rot="16200000">
            <a:off x="3036157" y="2440476"/>
            <a:ext cx="565938" cy="199666"/>
          </a:xfrm>
          <a:prstGeom prst="parallelogram">
            <a:avLst>
              <a:gd name="adj" fmla="val 100517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4" name="Parallelogram 213">
            <a:extLst>
              <a:ext uri="{FF2B5EF4-FFF2-40B4-BE49-F238E27FC236}">
                <a16:creationId xmlns:a16="http://schemas.microsoft.com/office/drawing/2014/main" id="{8DA0BA25-8423-CD62-A92C-7F2E189F23A7}"/>
              </a:ext>
            </a:extLst>
          </p:cNvPr>
          <p:cNvSpPr/>
          <p:nvPr/>
        </p:nvSpPr>
        <p:spPr>
          <a:xfrm rot="16200000">
            <a:off x="2833447" y="2246289"/>
            <a:ext cx="565938" cy="199941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5" name="Parallelogram 214">
            <a:extLst>
              <a:ext uri="{FF2B5EF4-FFF2-40B4-BE49-F238E27FC236}">
                <a16:creationId xmlns:a16="http://schemas.microsoft.com/office/drawing/2014/main" id="{EC374E28-7616-EDE5-7974-89E73F0D25E2}"/>
              </a:ext>
            </a:extLst>
          </p:cNvPr>
          <p:cNvSpPr/>
          <p:nvPr/>
        </p:nvSpPr>
        <p:spPr>
          <a:xfrm rot="16200000">
            <a:off x="3031482" y="2819897"/>
            <a:ext cx="565938" cy="202778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6" name="Parallelogram 215">
            <a:extLst>
              <a:ext uri="{FF2B5EF4-FFF2-40B4-BE49-F238E27FC236}">
                <a16:creationId xmlns:a16="http://schemas.microsoft.com/office/drawing/2014/main" id="{704718C1-5092-F1E6-965C-437CFB7C202D}"/>
              </a:ext>
            </a:extLst>
          </p:cNvPr>
          <p:cNvSpPr/>
          <p:nvPr/>
        </p:nvSpPr>
        <p:spPr>
          <a:xfrm rot="16200000">
            <a:off x="2835778" y="2617212"/>
            <a:ext cx="565938" cy="202777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7" name="Right Brace 216">
            <a:extLst>
              <a:ext uri="{FF2B5EF4-FFF2-40B4-BE49-F238E27FC236}">
                <a16:creationId xmlns:a16="http://schemas.microsoft.com/office/drawing/2014/main" id="{4D59112B-E0CA-B1D3-4782-B7FA27D6013D}"/>
              </a:ext>
            </a:extLst>
          </p:cNvPr>
          <p:cNvSpPr/>
          <p:nvPr/>
        </p:nvSpPr>
        <p:spPr>
          <a:xfrm>
            <a:off x="4156655" y="2252242"/>
            <a:ext cx="72025" cy="564824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32A8AA70-46C4-EBAA-D495-80256356C1B9}"/>
              </a:ext>
            </a:extLst>
          </p:cNvPr>
          <p:cNvSpPr txBox="1"/>
          <p:nvPr/>
        </p:nvSpPr>
        <p:spPr>
          <a:xfrm>
            <a:off x="4225458" y="2414315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9" name="Right Brace 218">
            <a:extLst>
              <a:ext uri="{FF2B5EF4-FFF2-40B4-BE49-F238E27FC236}">
                <a16:creationId xmlns:a16="http://schemas.microsoft.com/office/drawing/2014/main" id="{F528FC30-C561-9108-49D4-FFF907B442E4}"/>
              </a:ext>
            </a:extLst>
          </p:cNvPr>
          <p:cNvSpPr/>
          <p:nvPr/>
        </p:nvSpPr>
        <p:spPr>
          <a:xfrm>
            <a:off x="4156655" y="2828962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Right Brace 219">
            <a:extLst>
              <a:ext uri="{FF2B5EF4-FFF2-40B4-BE49-F238E27FC236}">
                <a16:creationId xmlns:a16="http://schemas.microsoft.com/office/drawing/2014/main" id="{C25E7BB3-4FCD-35E1-90FA-9E7D1B4255F1}"/>
              </a:ext>
            </a:extLst>
          </p:cNvPr>
          <p:cNvSpPr/>
          <p:nvPr/>
        </p:nvSpPr>
        <p:spPr>
          <a:xfrm>
            <a:off x="4156655" y="3198919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Right Brace 220">
            <a:extLst>
              <a:ext uri="{FF2B5EF4-FFF2-40B4-BE49-F238E27FC236}">
                <a16:creationId xmlns:a16="http://schemas.microsoft.com/office/drawing/2014/main" id="{2BC4C782-7D82-C914-3A91-F019FC8533FF}"/>
              </a:ext>
            </a:extLst>
          </p:cNvPr>
          <p:cNvSpPr/>
          <p:nvPr/>
        </p:nvSpPr>
        <p:spPr>
          <a:xfrm>
            <a:off x="4156655" y="3575847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D14F9A32-050A-6B6B-0809-7C83A96D8E17}"/>
              </a:ext>
            </a:extLst>
          </p:cNvPr>
          <p:cNvSpPr txBox="1"/>
          <p:nvPr/>
        </p:nvSpPr>
        <p:spPr>
          <a:xfrm>
            <a:off x="4225458" y="2898797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A755DF8-6BAF-F917-7A8D-5C90D52E166E}"/>
              </a:ext>
            </a:extLst>
          </p:cNvPr>
          <p:cNvSpPr txBox="1"/>
          <p:nvPr/>
        </p:nvSpPr>
        <p:spPr>
          <a:xfrm>
            <a:off x="4225458" y="3262837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2366585-6E3B-449B-AF88-FDB2F5E81CD8}"/>
              </a:ext>
            </a:extLst>
          </p:cNvPr>
          <p:cNvSpPr txBox="1"/>
          <p:nvPr/>
        </p:nvSpPr>
        <p:spPr>
          <a:xfrm>
            <a:off x="4225458" y="3634116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5" name="Right Brace 224">
            <a:extLst>
              <a:ext uri="{FF2B5EF4-FFF2-40B4-BE49-F238E27FC236}">
                <a16:creationId xmlns:a16="http://schemas.microsoft.com/office/drawing/2014/main" id="{36946253-E3D8-6644-5098-205620975AC5}"/>
              </a:ext>
            </a:extLst>
          </p:cNvPr>
          <p:cNvSpPr/>
          <p:nvPr/>
        </p:nvSpPr>
        <p:spPr>
          <a:xfrm>
            <a:off x="3944528" y="2055634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A4BC159C-FD0C-176A-CD34-3B9F82763A45}"/>
              </a:ext>
            </a:extLst>
          </p:cNvPr>
          <p:cNvSpPr txBox="1"/>
          <p:nvPr/>
        </p:nvSpPr>
        <p:spPr>
          <a:xfrm>
            <a:off x="3990247" y="2038146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7" name="Right Brace 226">
            <a:extLst>
              <a:ext uri="{FF2B5EF4-FFF2-40B4-BE49-F238E27FC236}">
                <a16:creationId xmlns:a16="http://schemas.microsoft.com/office/drawing/2014/main" id="{86F625F5-B0AC-C1CB-1919-A95A89F780DD}"/>
              </a:ext>
            </a:extLst>
          </p:cNvPr>
          <p:cNvSpPr/>
          <p:nvPr/>
        </p:nvSpPr>
        <p:spPr>
          <a:xfrm>
            <a:off x="3744370" y="1846115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F19A60F-A799-6073-BA47-2DB075D26DE9}"/>
              </a:ext>
            </a:extLst>
          </p:cNvPr>
          <p:cNvSpPr txBox="1"/>
          <p:nvPr/>
        </p:nvSpPr>
        <p:spPr>
          <a:xfrm>
            <a:off x="3790089" y="1828627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9" name="Right Brace 228">
            <a:extLst>
              <a:ext uri="{FF2B5EF4-FFF2-40B4-BE49-F238E27FC236}">
                <a16:creationId xmlns:a16="http://schemas.microsoft.com/office/drawing/2014/main" id="{B479C7BF-5664-8853-C667-4149919B880C}"/>
              </a:ext>
            </a:extLst>
          </p:cNvPr>
          <p:cNvSpPr/>
          <p:nvPr/>
        </p:nvSpPr>
        <p:spPr>
          <a:xfrm>
            <a:off x="3551608" y="1651514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650ABF2A-3085-A5D8-C39F-02490D875133}"/>
              </a:ext>
            </a:extLst>
          </p:cNvPr>
          <p:cNvSpPr txBox="1"/>
          <p:nvPr/>
        </p:nvSpPr>
        <p:spPr>
          <a:xfrm>
            <a:off x="3597327" y="1634026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BC2151F8-C362-EAEA-5DA0-5DE8FF9FC2F5}"/>
              </a:ext>
            </a:extLst>
          </p:cNvPr>
          <p:cNvCxnSpPr>
            <a:cxnSpLocks/>
          </p:cNvCxnSpPr>
          <p:nvPr/>
        </p:nvCxnSpPr>
        <p:spPr>
          <a:xfrm flipH="1" flipV="1">
            <a:off x="3279387" y="1655582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3F91F84F-AF65-8C67-FFDA-1BD4A3DF828A}"/>
              </a:ext>
            </a:extLst>
          </p:cNvPr>
          <p:cNvCxnSpPr>
            <a:cxnSpLocks/>
          </p:cNvCxnSpPr>
          <p:nvPr/>
        </p:nvCxnSpPr>
        <p:spPr>
          <a:xfrm flipH="1" flipV="1">
            <a:off x="2626514" y="1657566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6B020A20-CA28-691E-3235-05845965B6DE}"/>
              </a:ext>
            </a:extLst>
          </p:cNvPr>
          <p:cNvCxnSpPr>
            <a:cxnSpLocks/>
          </p:cNvCxnSpPr>
          <p:nvPr/>
        </p:nvCxnSpPr>
        <p:spPr>
          <a:xfrm flipH="1" flipV="1">
            <a:off x="2616984" y="2018107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89C38CD-581B-A1CF-A532-74B2C4576F7A}"/>
              </a:ext>
            </a:extLst>
          </p:cNvPr>
          <p:cNvCxnSpPr>
            <a:cxnSpLocks/>
          </p:cNvCxnSpPr>
          <p:nvPr/>
        </p:nvCxnSpPr>
        <p:spPr>
          <a:xfrm flipH="1" flipV="1">
            <a:off x="2613324" y="2387103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9E84D70B-151C-13A2-1166-47328B4889A4}"/>
              </a:ext>
            </a:extLst>
          </p:cNvPr>
          <p:cNvCxnSpPr>
            <a:cxnSpLocks/>
          </p:cNvCxnSpPr>
          <p:nvPr/>
        </p:nvCxnSpPr>
        <p:spPr>
          <a:xfrm flipH="1" flipV="1">
            <a:off x="2620210" y="2762512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8D4CD48D-3602-F37A-617A-F3D5ABAA2F1B}"/>
              </a:ext>
            </a:extLst>
          </p:cNvPr>
          <p:cNvCxnSpPr>
            <a:cxnSpLocks/>
          </p:cNvCxnSpPr>
          <p:nvPr/>
        </p:nvCxnSpPr>
        <p:spPr>
          <a:xfrm flipH="1" flipV="1">
            <a:off x="2620210" y="3141717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30D66BB4-E3F6-4476-485E-0752FCCA989B}"/>
              </a:ext>
            </a:extLst>
          </p:cNvPr>
          <p:cNvCxnSpPr>
            <a:cxnSpLocks/>
          </p:cNvCxnSpPr>
          <p:nvPr/>
        </p:nvCxnSpPr>
        <p:spPr>
          <a:xfrm flipV="1">
            <a:off x="3419881" y="2452577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441AD917-C793-E616-0F0B-490F0C943A05}"/>
              </a:ext>
            </a:extLst>
          </p:cNvPr>
          <p:cNvCxnSpPr>
            <a:cxnSpLocks/>
          </p:cNvCxnSpPr>
          <p:nvPr/>
        </p:nvCxnSpPr>
        <p:spPr>
          <a:xfrm flipV="1">
            <a:off x="2613324" y="1660820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882285A9-E627-4688-45F3-F4C2BDD76579}"/>
              </a:ext>
            </a:extLst>
          </p:cNvPr>
          <p:cNvCxnSpPr>
            <a:cxnSpLocks/>
          </p:cNvCxnSpPr>
          <p:nvPr/>
        </p:nvCxnSpPr>
        <p:spPr>
          <a:xfrm>
            <a:off x="3418806" y="3934516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B3380373-33B4-4CF7-85E3-35198B42D83E}"/>
              </a:ext>
            </a:extLst>
          </p:cNvPr>
          <p:cNvCxnSpPr>
            <a:cxnSpLocks/>
          </p:cNvCxnSpPr>
          <p:nvPr/>
        </p:nvCxnSpPr>
        <p:spPr>
          <a:xfrm>
            <a:off x="3415840" y="3566253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1AD4CE86-429F-A25D-F832-5CEA68A21449}"/>
              </a:ext>
            </a:extLst>
          </p:cNvPr>
          <p:cNvCxnSpPr>
            <a:cxnSpLocks/>
          </p:cNvCxnSpPr>
          <p:nvPr/>
        </p:nvCxnSpPr>
        <p:spPr>
          <a:xfrm>
            <a:off x="3404683" y="3194257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AB83A7C7-32BF-2880-F0B2-1DC66EC5DB17}"/>
              </a:ext>
            </a:extLst>
          </p:cNvPr>
          <p:cNvCxnSpPr>
            <a:cxnSpLocks/>
          </p:cNvCxnSpPr>
          <p:nvPr/>
        </p:nvCxnSpPr>
        <p:spPr>
          <a:xfrm>
            <a:off x="3418806" y="2823278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F961337A-FBA1-6A6E-9DA6-FD0B7027B1E8}"/>
              </a:ext>
            </a:extLst>
          </p:cNvPr>
          <p:cNvCxnSpPr>
            <a:cxnSpLocks/>
          </p:cNvCxnSpPr>
          <p:nvPr/>
        </p:nvCxnSpPr>
        <p:spPr>
          <a:xfrm>
            <a:off x="3415840" y="2452577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7B7FB6E3-67DC-D88A-5A91-106C482012C9}"/>
              </a:ext>
            </a:extLst>
          </p:cNvPr>
          <p:cNvCxnSpPr>
            <a:cxnSpLocks/>
          </p:cNvCxnSpPr>
          <p:nvPr/>
        </p:nvCxnSpPr>
        <p:spPr>
          <a:xfrm>
            <a:off x="2641415" y="1660820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Parallelogram 244">
            <a:extLst>
              <a:ext uri="{FF2B5EF4-FFF2-40B4-BE49-F238E27FC236}">
                <a16:creationId xmlns:a16="http://schemas.microsoft.com/office/drawing/2014/main" id="{FB10631C-7B97-8BFC-664C-FCFC11EA3CB5}"/>
              </a:ext>
            </a:extLst>
          </p:cNvPr>
          <p:cNvSpPr/>
          <p:nvPr/>
        </p:nvSpPr>
        <p:spPr>
          <a:xfrm flipH="1">
            <a:off x="3025103" y="2056515"/>
            <a:ext cx="842087" cy="197965"/>
          </a:xfrm>
          <a:prstGeom prst="parallelogram">
            <a:avLst>
              <a:gd name="adj" fmla="val 97172"/>
            </a:avLst>
          </a:prstGeom>
          <a:solidFill>
            <a:srgbClr val="9DC3E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5F2FD712-6210-0EA5-C51A-5D0007B54CB6}"/>
              </a:ext>
            </a:extLst>
          </p:cNvPr>
          <p:cNvSpPr txBox="1"/>
          <p:nvPr/>
        </p:nvSpPr>
        <p:spPr>
          <a:xfrm>
            <a:off x="1562486" y="322969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d0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183452DB-F49D-E6AE-5059-1E1AEE6F2E7E}"/>
              </a:ext>
            </a:extLst>
          </p:cNvPr>
          <p:cNvSpPr txBox="1"/>
          <p:nvPr/>
        </p:nvSpPr>
        <p:spPr>
          <a:xfrm>
            <a:off x="1355607" y="27987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d1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330E01CD-BBA5-AA6A-D552-CFE86C132E2D}"/>
              </a:ext>
            </a:extLst>
          </p:cNvPr>
          <p:cNvSpPr txBox="1"/>
          <p:nvPr/>
        </p:nvSpPr>
        <p:spPr>
          <a:xfrm>
            <a:off x="1503508" y="345833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d2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17783DB4-C465-B7A2-B29E-B039B24DAEE9}"/>
              </a:ext>
            </a:extLst>
          </p:cNvPr>
          <p:cNvSpPr txBox="1"/>
          <p:nvPr/>
        </p:nvSpPr>
        <p:spPr>
          <a:xfrm flipH="1">
            <a:off x="1303147" y="3096292"/>
            <a:ext cx="4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d3</a:t>
            </a:r>
          </a:p>
        </p:txBody>
      </p: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8FE61272-CAF6-1ED3-FBF8-4755ED762F5F}"/>
              </a:ext>
            </a:extLst>
          </p:cNvPr>
          <p:cNvCxnSpPr>
            <a:cxnSpLocks/>
          </p:cNvCxnSpPr>
          <p:nvPr/>
        </p:nvCxnSpPr>
        <p:spPr>
          <a:xfrm flipV="1">
            <a:off x="1715883" y="2352205"/>
            <a:ext cx="1408237" cy="65599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C72F178C-DC33-FFF4-B373-A7C632A22EF3}"/>
              </a:ext>
            </a:extLst>
          </p:cNvPr>
          <p:cNvCxnSpPr>
            <a:cxnSpLocks/>
          </p:cNvCxnSpPr>
          <p:nvPr/>
        </p:nvCxnSpPr>
        <p:spPr>
          <a:xfrm flipV="1">
            <a:off x="1719401" y="2646455"/>
            <a:ext cx="1408237" cy="65599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01479D30-DB0B-EFF2-FEB6-9B10DB860A7C}"/>
              </a:ext>
            </a:extLst>
          </p:cNvPr>
          <p:cNvCxnSpPr>
            <a:cxnSpLocks/>
          </p:cNvCxnSpPr>
          <p:nvPr/>
        </p:nvCxnSpPr>
        <p:spPr>
          <a:xfrm flipV="1">
            <a:off x="1953545" y="2669822"/>
            <a:ext cx="1408237" cy="65599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0991E305-28C6-3A87-F5A9-3D08B5E009D7}"/>
              </a:ext>
            </a:extLst>
          </p:cNvPr>
          <p:cNvCxnSpPr>
            <a:cxnSpLocks/>
          </p:cNvCxnSpPr>
          <p:nvPr/>
        </p:nvCxnSpPr>
        <p:spPr>
          <a:xfrm flipV="1">
            <a:off x="1888161" y="2942262"/>
            <a:ext cx="1408237" cy="65599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E06BA9BC-2BD3-1E34-55C3-C597794D3392}"/>
              </a:ext>
            </a:extLst>
          </p:cNvPr>
          <p:cNvCxnSpPr>
            <a:cxnSpLocks/>
          </p:cNvCxnSpPr>
          <p:nvPr/>
        </p:nvCxnSpPr>
        <p:spPr>
          <a:xfrm>
            <a:off x="3076864" y="1347054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862BB3E7-4E21-5489-AE52-E2053621B416}"/>
              </a:ext>
            </a:extLst>
          </p:cNvPr>
          <p:cNvCxnSpPr>
            <a:cxnSpLocks/>
          </p:cNvCxnSpPr>
          <p:nvPr/>
        </p:nvCxnSpPr>
        <p:spPr>
          <a:xfrm>
            <a:off x="2407973" y="1349911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Right Brace 255">
            <a:extLst>
              <a:ext uri="{FF2B5EF4-FFF2-40B4-BE49-F238E27FC236}">
                <a16:creationId xmlns:a16="http://schemas.microsoft.com/office/drawing/2014/main" id="{C9F6D655-9DB6-61FD-C61C-589271828CC2}"/>
              </a:ext>
            </a:extLst>
          </p:cNvPr>
          <p:cNvSpPr/>
          <p:nvPr/>
        </p:nvSpPr>
        <p:spPr>
          <a:xfrm>
            <a:off x="2999911" y="1031099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F5B50A1D-7A20-7DAA-1D24-CA3C32278C6D}"/>
              </a:ext>
            </a:extLst>
          </p:cNvPr>
          <p:cNvSpPr txBox="1"/>
          <p:nvPr/>
        </p:nvSpPr>
        <p:spPr>
          <a:xfrm>
            <a:off x="3045629" y="1013611"/>
            <a:ext cx="1436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C(32)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8" name="Right Brace 257">
            <a:extLst>
              <a:ext uri="{FF2B5EF4-FFF2-40B4-BE49-F238E27FC236}">
                <a16:creationId xmlns:a16="http://schemas.microsoft.com/office/drawing/2014/main" id="{877A9E74-2574-F810-D7F1-44CA3E894B4E}"/>
              </a:ext>
            </a:extLst>
          </p:cNvPr>
          <p:cNvSpPr/>
          <p:nvPr/>
        </p:nvSpPr>
        <p:spPr>
          <a:xfrm>
            <a:off x="2799753" y="821580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9FCB5022-CDC9-90F0-FA9A-84052F0E83F3}"/>
              </a:ext>
            </a:extLst>
          </p:cNvPr>
          <p:cNvSpPr txBox="1"/>
          <p:nvPr/>
        </p:nvSpPr>
        <p:spPr>
          <a:xfrm>
            <a:off x="2845472" y="804092"/>
            <a:ext cx="1436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C(32)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0" name="Right Brace 259">
            <a:extLst>
              <a:ext uri="{FF2B5EF4-FFF2-40B4-BE49-F238E27FC236}">
                <a16:creationId xmlns:a16="http://schemas.microsoft.com/office/drawing/2014/main" id="{F357E994-C628-F8A3-5859-F67ED24417F3}"/>
              </a:ext>
            </a:extLst>
          </p:cNvPr>
          <p:cNvSpPr/>
          <p:nvPr/>
        </p:nvSpPr>
        <p:spPr>
          <a:xfrm>
            <a:off x="2606991" y="626979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3F0EF4F-2821-3816-214A-54C5A25CA766}"/>
              </a:ext>
            </a:extLst>
          </p:cNvPr>
          <p:cNvSpPr txBox="1"/>
          <p:nvPr/>
        </p:nvSpPr>
        <p:spPr>
          <a:xfrm>
            <a:off x="2652709" y="609491"/>
            <a:ext cx="15039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C(32)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54AD72E9-34F9-FAF1-E877-9586842C3729}"/>
              </a:ext>
            </a:extLst>
          </p:cNvPr>
          <p:cNvCxnSpPr>
            <a:cxnSpLocks/>
          </p:cNvCxnSpPr>
          <p:nvPr/>
        </p:nvCxnSpPr>
        <p:spPr>
          <a:xfrm>
            <a:off x="1991633" y="175726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12971188-AC78-FFB2-EADB-8131800A014C}"/>
              </a:ext>
            </a:extLst>
          </p:cNvPr>
          <p:cNvCxnSpPr>
            <a:cxnSpLocks/>
          </p:cNvCxnSpPr>
          <p:nvPr/>
        </p:nvCxnSpPr>
        <p:spPr>
          <a:xfrm>
            <a:off x="1322742" y="178583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62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84</Words>
  <Application>Microsoft Office PowerPoint</Application>
  <PresentationFormat>自定义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3</cp:revision>
  <dcterms:created xsi:type="dcterms:W3CDTF">2022-06-17T11:57:36Z</dcterms:created>
  <dcterms:modified xsi:type="dcterms:W3CDTF">2022-11-25T07:38:44Z</dcterms:modified>
</cp:coreProperties>
</file>