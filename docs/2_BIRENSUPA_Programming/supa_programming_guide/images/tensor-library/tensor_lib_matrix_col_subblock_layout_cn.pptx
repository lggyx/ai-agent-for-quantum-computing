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5943600" cy="9144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394" autoAdjust="0"/>
    <p:restoredTop sz="94660"/>
  </p:normalViewPr>
  <p:slideViewPr>
    <p:cSldViewPr snapToGrid="0">
      <p:cViewPr varScale="1">
        <p:scale>
          <a:sx n="118" d="100"/>
          <a:sy n="118" d="100"/>
        </p:scale>
        <p:origin x="4452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5770" y="1496484"/>
            <a:ext cx="5052060" cy="3183467"/>
          </a:xfrm>
        </p:spPr>
        <p:txBody>
          <a:bodyPr anchor="b"/>
          <a:lstStyle>
            <a:lvl1pPr algn="ctr">
              <a:defRPr sz="39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42950" y="4802717"/>
            <a:ext cx="4457700" cy="2207683"/>
          </a:xfrm>
        </p:spPr>
        <p:txBody>
          <a:bodyPr/>
          <a:lstStyle>
            <a:lvl1pPr marL="0" indent="0" algn="ctr">
              <a:buNone/>
              <a:defRPr sz="1560"/>
            </a:lvl1pPr>
            <a:lvl2pPr marL="297180" indent="0" algn="ctr">
              <a:buNone/>
              <a:defRPr sz="1300"/>
            </a:lvl2pPr>
            <a:lvl3pPr marL="594360" indent="0" algn="ctr">
              <a:buNone/>
              <a:defRPr sz="1170"/>
            </a:lvl3pPr>
            <a:lvl4pPr marL="891540" indent="0" algn="ctr">
              <a:buNone/>
              <a:defRPr sz="1040"/>
            </a:lvl4pPr>
            <a:lvl5pPr marL="1188720" indent="0" algn="ctr">
              <a:buNone/>
              <a:defRPr sz="1040"/>
            </a:lvl5pPr>
            <a:lvl6pPr marL="1485900" indent="0" algn="ctr">
              <a:buNone/>
              <a:defRPr sz="1040"/>
            </a:lvl6pPr>
            <a:lvl7pPr marL="1783080" indent="0" algn="ctr">
              <a:buNone/>
              <a:defRPr sz="1040"/>
            </a:lvl7pPr>
            <a:lvl8pPr marL="2080260" indent="0" algn="ctr">
              <a:buNone/>
              <a:defRPr sz="1040"/>
            </a:lvl8pPr>
            <a:lvl9pPr marL="2377440" indent="0" algn="ctr">
              <a:buNone/>
              <a:defRPr sz="104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21F93-A1CD-46BF-8063-B6ED59B4A8E8}" type="datetimeFigureOut">
              <a:rPr lang="en-US" smtClean="0"/>
              <a:t>5/26/2023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A965B-E06B-4449-B8B2-16B90FFC49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3854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21F93-A1CD-46BF-8063-B6ED59B4A8E8}" type="datetimeFigureOut">
              <a:rPr lang="en-US" smtClean="0"/>
              <a:t>5/26/2023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A965B-E06B-4449-B8B2-16B90FFC49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772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5527" y="2279653"/>
            <a:ext cx="5126355" cy="3803649"/>
          </a:xfrm>
        </p:spPr>
        <p:txBody>
          <a:bodyPr anchor="b"/>
          <a:lstStyle>
            <a:lvl1pPr>
              <a:defRPr sz="39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5527" y="6119286"/>
            <a:ext cx="5126355" cy="2000249"/>
          </a:xfrm>
        </p:spPr>
        <p:txBody>
          <a:bodyPr/>
          <a:lstStyle>
            <a:lvl1pPr marL="0" indent="0">
              <a:buNone/>
              <a:defRPr sz="1560">
                <a:solidFill>
                  <a:schemeClr val="tx1"/>
                </a:solidFill>
              </a:defRPr>
            </a:lvl1pPr>
            <a:lvl2pPr marL="29718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2pPr>
            <a:lvl3pPr marL="594360" indent="0">
              <a:buNone/>
              <a:defRPr sz="1170">
                <a:solidFill>
                  <a:schemeClr val="tx1">
                    <a:tint val="75000"/>
                  </a:schemeClr>
                </a:solidFill>
              </a:defRPr>
            </a:lvl3pPr>
            <a:lvl4pPr marL="891540" indent="0">
              <a:buNone/>
              <a:defRPr sz="1040">
                <a:solidFill>
                  <a:schemeClr val="tx1">
                    <a:tint val="75000"/>
                  </a:schemeClr>
                </a:solidFill>
              </a:defRPr>
            </a:lvl4pPr>
            <a:lvl5pPr marL="1188720" indent="0">
              <a:buNone/>
              <a:defRPr sz="1040">
                <a:solidFill>
                  <a:schemeClr val="tx1">
                    <a:tint val="75000"/>
                  </a:schemeClr>
                </a:solidFill>
              </a:defRPr>
            </a:lvl5pPr>
            <a:lvl6pPr marL="1485900" indent="0">
              <a:buNone/>
              <a:defRPr sz="1040">
                <a:solidFill>
                  <a:schemeClr val="tx1">
                    <a:tint val="75000"/>
                  </a:schemeClr>
                </a:solidFill>
              </a:defRPr>
            </a:lvl6pPr>
            <a:lvl7pPr marL="1783080" indent="0">
              <a:buNone/>
              <a:defRPr sz="1040">
                <a:solidFill>
                  <a:schemeClr val="tx1">
                    <a:tint val="75000"/>
                  </a:schemeClr>
                </a:solidFill>
              </a:defRPr>
            </a:lvl7pPr>
            <a:lvl8pPr marL="2080260" indent="0">
              <a:buNone/>
              <a:defRPr sz="1040">
                <a:solidFill>
                  <a:schemeClr val="tx1">
                    <a:tint val="75000"/>
                  </a:schemeClr>
                </a:solidFill>
              </a:defRPr>
            </a:lvl8pPr>
            <a:lvl9pPr marL="2377440" indent="0">
              <a:buNone/>
              <a:defRPr sz="10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21F93-A1CD-46BF-8063-B6ED59B4A8E8}" type="datetimeFigureOut">
              <a:rPr lang="en-US" smtClean="0"/>
              <a:t>5/26/2023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A965B-E06B-4449-B8B2-16B90FFC49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2246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8623" y="2434167"/>
            <a:ext cx="252603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08948" y="2434167"/>
            <a:ext cx="252603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21F93-A1CD-46BF-8063-B6ED59B4A8E8}" type="datetimeFigureOut">
              <a:rPr lang="en-US" smtClean="0"/>
              <a:t>5/26/2023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A965B-E06B-4449-B8B2-16B90FFC49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9279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9397" y="486836"/>
            <a:ext cx="5126355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9397" y="2241551"/>
            <a:ext cx="2514421" cy="1098549"/>
          </a:xfrm>
        </p:spPr>
        <p:txBody>
          <a:bodyPr anchor="b"/>
          <a:lstStyle>
            <a:lvl1pPr marL="0" indent="0">
              <a:buNone/>
              <a:defRPr sz="1560" b="1"/>
            </a:lvl1pPr>
            <a:lvl2pPr marL="297180" indent="0">
              <a:buNone/>
              <a:defRPr sz="1300" b="1"/>
            </a:lvl2pPr>
            <a:lvl3pPr marL="594360" indent="0">
              <a:buNone/>
              <a:defRPr sz="1170" b="1"/>
            </a:lvl3pPr>
            <a:lvl4pPr marL="891540" indent="0">
              <a:buNone/>
              <a:defRPr sz="1040" b="1"/>
            </a:lvl4pPr>
            <a:lvl5pPr marL="1188720" indent="0">
              <a:buNone/>
              <a:defRPr sz="1040" b="1"/>
            </a:lvl5pPr>
            <a:lvl6pPr marL="1485900" indent="0">
              <a:buNone/>
              <a:defRPr sz="1040" b="1"/>
            </a:lvl6pPr>
            <a:lvl7pPr marL="1783080" indent="0">
              <a:buNone/>
              <a:defRPr sz="1040" b="1"/>
            </a:lvl7pPr>
            <a:lvl8pPr marL="2080260" indent="0">
              <a:buNone/>
              <a:defRPr sz="1040" b="1"/>
            </a:lvl8pPr>
            <a:lvl9pPr marL="2377440" indent="0">
              <a:buNone/>
              <a:defRPr sz="10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9397" y="3340100"/>
            <a:ext cx="2514421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08948" y="2241551"/>
            <a:ext cx="2526804" cy="1098549"/>
          </a:xfrm>
        </p:spPr>
        <p:txBody>
          <a:bodyPr anchor="b"/>
          <a:lstStyle>
            <a:lvl1pPr marL="0" indent="0">
              <a:buNone/>
              <a:defRPr sz="1560" b="1"/>
            </a:lvl1pPr>
            <a:lvl2pPr marL="297180" indent="0">
              <a:buNone/>
              <a:defRPr sz="1300" b="1"/>
            </a:lvl2pPr>
            <a:lvl3pPr marL="594360" indent="0">
              <a:buNone/>
              <a:defRPr sz="1170" b="1"/>
            </a:lvl3pPr>
            <a:lvl4pPr marL="891540" indent="0">
              <a:buNone/>
              <a:defRPr sz="1040" b="1"/>
            </a:lvl4pPr>
            <a:lvl5pPr marL="1188720" indent="0">
              <a:buNone/>
              <a:defRPr sz="1040" b="1"/>
            </a:lvl5pPr>
            <a:lvl6pPr marL="1485900" indent="0">
              <a:buNone/>
              <a:defRPr sz="1040" b="1"/>
            </a:lvl6pPr>
            <a:lvl7pPr marL="1783080" indent="0">
              <a:buNone/>
              <a:defRPr sz="1040" b="1"/>
            </a:lvl7pPr>
            <a:lvl8pPr marL="2080260" indent="0">
              <a:buNone/>
              <a:defRPr sz="1040" b="1"/>
            </a:lvl8pPr>
            <a:lvl9pPr marL="2377440" indent="0">
              <a:buNone/>
              <a:defRPr sz="10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08948" y="3340100"/>
            <a:ext cx="2526804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21F93-A1CD-46BF-8063-B6ED59B4A8E8}" type="datetimeFigureOut">
              <a:rPr lang="en-US" smtClean="0"/>
              <a:t>5/26/2023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A965B-E06B-4449-B8B2-16B90FFC49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0230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21F93-A1CD-46BF-8063-B6ED59B4A8E8}" type="datetimeFigureOut">
              <a:rPr lang="en-US" smtClean="0"/>
              <a:t>5/26/2023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A965B-E06B-4449-B8B2-16B90FFC49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8545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21F93-A1CD-46BF-8063-B6ED59B4A8E8}" type="datetimeFigureOut">
              <a:rPr lang="en-US" smtClean="0"/>
              <a:t>5/26/2023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A965B-E06B-4449-B8B2-16B90FFC49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6736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9397" y="609600"/>
            <a:ext cx="1916966" cy="2133600"/>
          </a:xfrm>
        </p:spPr>
        <p:txBody>
          <a:bodyPr anchor="b"/>
          <a:lstStyle>
            <a:lvl1pPr>
              <a:defRPr sz="20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26804" y="1316569"/>
            <a:ext cx="3008948" cy="6498167"/>
          </a:xfrm>
        </p:spPr>
        <p:txBody>
          <a:bodyPr/>
          <a:lstStyle>
            <a:lvl1pPr>
              <a:defRPr sz="2080"/>
            </a:lvl1pPr>
            <a:lvl2pPr>
              <a:defRPr sz="1820"/>
            </a:lvl2pPr>
            <a:lvl3pPr>
              <a:defRPr sz="156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9397" y="2743200"/>
            <a:ext cx="1916966" cy="5082117"/>
          </a:xfrm>
        </p:spPr>
        <p:txBody>
          <a:bodyPr/>
          <a:lstStyle>
            <a:lvl1pPr marL="0" indent="0">
              <a:buNone/>
              <a:defRPr sz="1040"/>
            </a:lvl1pPr>
            <a:lvl2pPr marL="297180" indent="0">
              <a:buNone/>
              <a:defRPr sz="910"/>
            </a:lvl2pPr>
            <a:lvl3pPr marL="594360" indent="0">
              <a:buNone/>
              <a:defRPr sz="780"/>
            </a:lvl3pPr>
            <a:lvl4pPr marL="891540" indent="0">
              <a:buNone/>
              <a:defRPr sz="650"/>
            </a:lvl4pPr>
            <a:lvl5pPr marL="1188720" indent="0">
              <a:buNone/>
              <a:defRPr sz="650"/>
            </a:lvl5pPr>
            <a:lvl6pPr marL="1485900" indent="0">
              <a:buNone/>
              <a:defRPr sz="650"/>
            </a:lvl6pPr>
            <a:lvl7pPr marL="1783080" indent="0">
              <a:buNone/>
              <a:defRPr sz="650"/>
            </a:lvl7pPr>
            <a:lvl8pPr marL="2080260" indent="0">
              <a:buNone/>
              <a:defRPr sz="650"/>
            </a:lvl8pPr>
            <a:lvl9pPr marL="2377440" indent="0">
              <a:buNone/>
              <a:defRPr sz="6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21F93-A1CD-46BF-8063-B6ED59B4A8E8}" type="datetimeFigureOut">
              <a:rPr lang="en-US" smtClean="0"/>
              <a:t>5/26/2023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A965B-E06B-4449-B8B2-16B90FFC49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2025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9397" y="609600"/>
            <a:ext cx="1916966" cy="2133600"/>
          </a:xfrm>
        </p:spPr>
        <p:txBody>
          <a:bodyPr anchor="b"/>
          <a:lstStyle>
            <a:lvl1pPr>
              <a:defRPr sz="20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26804" y="1316569"/>
            <a:ext cx="3008948" cy="6498167"/>
          </a:xfrm>
        </p:spPr>
        <p:txBody>
          <a:bodyPr anchor="t"/>
          <a:lstStyle>
            <a:lvl1pPr marL="0" indent="0">
              <a:buNone/>
              <a:defRPr sz="2080"/>
            </a:lvl1pPr>
            <a:lvl2pPr marL="297180" indent="0">
              <a:buNone/>
              <a:defRPr sz="1820"/>
            </a:lvl2pPr>
            <a:lvl3pPr marL="594360" indent="0">
              <a:buNone/>
              <a:defRPr sz="1560"/>
            </a:lvl3pPr>
            <a:lvl4pPr marL="891540" indent="0">
              <a:buNone/>
              <a:defRPr sz="1300"/>
            </a:lvl4pPr>
            <a:lvl5pPr marL="1188720" indent="0">
              <a:buNone/>
              <a:defRPr sz="1300"/>
            </a:lvl5pPr>
            <a:lvl6pPr marL="1485900" indent="0">
              <a:buNone/>
              <a:defRPr sz="1300"/>
            </a:lvl6pPr>
            <a:lvl7pPr marL="1783080" indent="0">
              <a:buNone/>
              <a:defRPr sz="1300"/>
            </a:lvl7pPr>
            <a:lvl8pPr marL="2080260" indent="0">
              <a:buNone/>
              <a:defRPr sz="1300"/>
            </a:lvl8pPr>
            <a:lvl9pPr marL="2377440" indent="0">
              <a:buNone/>
              <a:defRPr sz="13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9397" y="2743200"/>
            <a:ext cx="1916966" cy="5082117"/>
          </a:xfrm>
        </p:spPr>
        <p:txBody>
          <a:bodyPr/>
          <a:lstStyle>
            <a:lvl1pPr marL="0" indent="0">
              <a:buNone/>
              <a:defRPr sz="1040"/>
            </a:lvl1pPr>
            <a:lvl2pPr marL="297180" indent="0">
              <a:buNone/>
              <a:defRPr sz="910"/>
            </a:lvl2pPr>
            <a:lvl3pPr marL="594360" indent="0">
              <a:buNone/>
              <a:defRPr sz="780"/>
            </a:lvl3pPr>
            <a:lvl4pPr marL="891540" indent="0">
              <a:buNone/>
              <a:defRPr sz="650"/>
            </a:lvl4pPr>
            <a:lvl5pPr marL="1188720" indent="0">
              <a:buNone/>
              <a:defRPr sz="650"/>
            </a:lvl5pPr>
            <a:lvl6pPr marL="1485900" indent="0">
              <a:buNone/>
              <a:defRPr sz="650"/>
            </a:lvl6pPr>
            <a:lvl7pPr marL="1783080" indent="0">
              <a:buNone/>
              <a:defRPr sz="650"/>
            </a:lvl7pPr>
            <a:lvl8pPr marL="2080260" indent="0">
              <a:buNone/>
              <a:defRPr sz="650"/>
            </a:lvl8pPr>
            <a:lvl9pPr marL="2377440" indent="0">
              <a:buNone/>
              <a:defRPr sz="6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21F93-A1CD-46BF-8063-B6ED59B4A8E8}" type="datetimeFigureOut">
              <a:rPr lang="en-US" smtClean="0"/>
              <a:t>5/26/2023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A965B-E06B-4449-B8B2-16B90FFC49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4556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21F93-A1CD-46BF-8063-B6ED59B4A8E8}" type="datetimeFigureOut">
              <a:rPr lang="en-US" smtClean="0"/>
              <a:t>5/26/2023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A965B-E06B-4449-B8B2-16B90FFC49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3852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253389" y="486834"/>
            <a:ext cx="1281589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08623" y="486834"/>
            <a:ext cx="3770471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21F93-A1CD-46BF-8063-B6ED59B4A8E8}" type="datetimeFigureOut">
              <a:rPr lang="en-US" smtClean="0"/>
              <a:t>5/26/2023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A965B-E06B-4449-B8B2-16B90FFC49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2475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08623" y="486836"/>
            <a:ext cx="512635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8623" y="2434167"/>
            <a:ext cx="512635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08623" y="8475136"/>
            <a:ext cx="133731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121F93-A1CD-46BF-8063-B6ED59B4A8E8}" type="datetimeFigureOut">
              <a:rPr lang="en-US" smtClean="0"/>
              <a:t>5/26/2023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68818" y="8475136"/>
            <a:ext cx="200596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197668" y="8475136"/>
            <a:ext cx="133731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4A965B-E06B-4449-B8B2-16B90FFC49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7997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594360" rtl="0" eaLnBrk="1" latinLnBrk="0" hangingPunct="1">
        <a:lnSpc>
          <a:spcPct val="90000"/>
        </a:lnSpc>
        <a:spcBef>
          <a:spcPct val="0"/>
        </a:spcBef>
        <a:buNone/>
        <a:defRPr sz="28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48590" indent="-148590" algn="l" defTabSz="59436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1820" kern="1200">
          <a:solidFill>
            <a:schemeClr val="tx1"/>
          </a:solidFill>
          <a:latin typeface="+mn-lt"/>
          <a:ea typeface="+mn-ea"/>
          <a:cs typeface="+mn-cs"/>
        </a:defRPr>
      </a:lvl1pPr>
      <a:lvl2pPr marL="445770" indent="-148590" algn="l" defTabSz="594360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560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indent="-148590" algn="l" defTabSz="594360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1040130" indent="-148590" algn="l" defTabSz="594360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170" kern="1200">
          <a:solidFill>
            <a:schemeClr val="tx1"/>
          </a:solidFill>
          <a:latin typeface="+mn-lt"/>
          <a:ea typeface="+mn-ea"/>
          <a:cs typeface="+mn-cs"/>
        </a:defRPr>
      </a:lvl4pPr>
      <a:lvl5pPr marL="1337310" indent="-148590" algn="l" defTabSz="594360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170" kern="1200">
          <a:solidFill>
            <a:schemeClr val="tx1"/>
          </a:solidFill>
          <a:latin typeface="+mn-lt"/>
          <a:ea typeface="+mn-ea"/>
          <a:cs typeface="+mn-cs"/>
        </a:defRPr>
      </a:lvl5pPr>
      <a:lvl6pPr marL="1634490" indent="-148590" algn="l" defTabSz="594360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170" kern="1200">
          <a:solidFill>
            <a:schemeClr val="tx1"/>
          </a:solidFill>
          <a:latin typeface="+mn-lt"/>
          <a:ea typeface="+mn-ea"/>
          <a:cs typeface="+mn-cs"/>
        </a:defRPr>
      </a:lvl6pPr>
      <a:lvl7pPr marL="1931670" indent="-148590" algn="l" defTabSz="594360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170" kern="1200">
          <a:solidFill>
            <a:schemeClr val="tx1"/>
          </a:solidFill>
          <a:latin typeface="+mn-lt"/>
          <a:ea typeface="+mn-ea"/>
          <a:cs typeface="+mn-cs"/>
        </a:defRPr>
      </a:lvl7pPr>
      <a:lvl8pPr marL="2228850" indent="-148590" algn="l" defTabSz="594360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170" kern="1200">
          <a:solidFill>
            <a:schemeClr val="tx1"/>
          </a:solidFill>
          <a:latin typeface="+mn-lt"/>
          <a:ea typeface="+mn-ea"/>
          <a:cs typeface="+mn-cs"/>
        </a:defRPr>
      </a:lvl8pPr>
      <a:lvl9pPr marL="2526030" indent="-148590" algn="l" defTabSz="594360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17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94360" rtl="0" eaLnBrk="1" latinLnBrk="0" hangingPunct="1">
        <a:defRPr sz="1170" kern="1200">
          <a:solidFill>
            <a:schemeClr val="tx1"/>
          </a:solidFill>
          <a:latin typeface="+mn-lt"/>
          <a:ea typeface="+mn-ea"/>
          <a:cs typeface="+mn-cs"/>
        </a:defRPr>
      </a:lvl1pPr>
      <a:lvl2pPr marL="297180" algn="l" defTabSz="594360" rtl="0" eaLnBrk="1" latinLnBrk="0" hangingPunct="1">
        <a:defRPr sz="1170" kern="1200">
          <a:solidFill>
            <a:schemeClr val="tx1"/>
          </a:solidFill>
          <a:latin typeface="+mn-lt"/>
          <a:ea typeface="+mn-ea"/>
          <a:cs typeface="+mn-cs"/>
        </a:defRPr>
      </a:lvl2pPr>
      <a:lvl3pPr marL="594360" algn="l" defTabSz="594360" rtl="0" eaLnBrk="1" latinLnBrk="0" hangingPunct="1">
        <a:defRPr sz="1170" kern="1200">
          <a:solidFill>
            <a:schemeClr val="tx1"/>
          </a:solidFill>
          <a:latin typeface="+mn-lt"/>
          <a:ea typeface="+mn-ea"/>
          <a:cs typeface="+mn-cs"/>
        </a:defRPr>
      </a:lvl3pPr>
      <a:lvl4pPr marL="891540" algn="l" defTabSz="594360" rtl="0" eaLnBrk="1" latinLnBrk="0" hangingPunct="1">
        <a:defRPr sz="117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algn="l" defTabSz="594360" rtl="0" eaLnBrk="1" latinLnBrk="0" hangingPunct="1">
        <a:defRPr sz="1170" kern="1200">
          <a:solidFill>
            <a:schemeClr val="tx1"/>
          </a:solidFill>
          <a:latin typeface="+mn-lt"/>
          <a:ea typeface="+mn-ea"/>
          <a:cs typeface="+mn-cs"/>
        </a:defRPr>
      </a:lvl5pPr>
      <a:lvl6pPr marL="1485900" algn="l" defTabSz="594360" rtl="0" eaLnBrk="1" latinLnBrk="0" hangingPunct="1">
        <a:defRPr sz="1170" kern="1200">
          <a:solidFill>
            <a:schemeClr val="tx1"/>
          </a:solidFill>
          <a:latin typeface="+mn-lt"/>
          <a:ea typeface="+mn-ea"/>
          <a:cs typeface="+mn-cs"/>
        </a:defRPr>
      </a:lvl6pPr>
      <a:lvl7pPr marL="1783080" algn="l" defTabSz="594360" rtl="0" eaLnBrk="1" latinLnBrk="0" hangingPunct="1">
        <a:defRPr sz="1170" kern="1200">
          <a:solidFill>
            <a:schemeClr val="tx1"/>
          </a:solidFill>
          <a:latin typeface="+mn-lt"/>
          <a:ea typeface="+mn-ea"/>
          <a:cs typeface="+mn-cs"/>
        </a:defRPr>
      </a:lvl7pPr>
      <a:lvl8pPr marL="2080260" algn="l" defTabSz="594360" rtl="0" eaLnBrk="1" latinLnBrk="0" hangingPunct="1">
        <a:defRPr sz="117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algn="l" defTabSz="594360" rtl="0" eaLnBrk="1" latinLnBrk="0" hangingPunct="1">
        <a:defRPr sz="117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TextBox 425">
            <a:extLst>
              <a:ext uri="{FF2B5EF4-FFF2-40B4-BE49-F238E27FC236}">
                <a16:creationId xmlns:a16="http://schemas.microsoft.com/office/drawing/2014/main" id="{6CCB7DF3-643D-4F79-B01B-99B2F4642F0A}"/>
              </a:ext>
            </a:extLst>
          </p:cNvPr>
          <p:cNvSpPr txBox="1"/>
          <p:nvPr/>
        </p:nvSpPr>
        <p:spPr>
          <a:xfrm>
            <a:off x="165100" y="0"/>
            <a:ext cx="127739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5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FP32/int/</a:t>
            </a:r>
            <a:r>
              <a:rPr lang="en-US" sz="150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uint </a:t>
            </a:r>
            <a:endParaRPr lang="en-US" sz="15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algn="l"/>
            <a:r>
              <a:rPr lang="zh-CN" altLang="en-US" sz="15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数据子块</a:t>
            </a:r>
            <a:endParaRPr lang="en-US" altLang="zh-CN" sz="15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algn="l"/>
            <a:r>
              <a:rPr lang="en-US" sz="15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15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*</a:t>
            </a:r>
            <a:r>
              <a:rPr lang="en-US" altLang="zh-CN" sz="15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32</a:t>
            </a:r>
            <a:endParaRPr lang="en-US" sz="15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27" name="Table 13">
            <a:extLst>
              <a:ext uri="{FF2B5EF4-FFF2-40B4-BE49-F238E27FC236}">
                <a16:creationId xmlns:a16="http://schemas.microsoft.com/office/drawing/2014/main" id="{A20F09EA-25C2-4FC3-AB5C-5A5A8BD2CD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6442897"/>
              </p:ext>
            </p:extLst>
          </p:nvPr>
        </p:nvGraphicFramePr>
        <p:xfrm>
          <a:off x="1383310" y="364247"/>
          <a:ext cx="2499360" cy="1981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409396044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03059485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031025412"/>
                    </a:ext>
                  </a:extLst>
                </a:gridCol>
                <a:gridCol w="1249680">
                  <a:extLst>
                    <a:ext uri="{9D8B030D-6E8A-4147-A177-3AD203B41FA5}">
                      <a16:colId xmlns:a16="http://schemas.microsoft.com/office/drawing/2014/main" val="175088153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23223073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74958694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047359"/>
                    </a:ext>
                  </a:extLst>
                </a:gridCol>
              </a:tblGrid>
              <a:tr h="182563"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1279184"/>
                  </a:ext>
                </a:extLst>
              </a:tr>
            </a:tbl>
          </a:graphicData>
        </a:graphic>
      </p:graphicFrame>
      <p:cxnSp>
        <p:nvCxnSpPr>
          <p:cNvPr id="428" name="Straight Arrow Connector 427">
            <a:extLst>
              <a:ext uri="{FF2B5EF4-FFF2-40B4-BE49-F238E27FC236}">
                <a16:creationId xmlns:a16="http://schemas.microsoft.com/office/drawing/2014/main" id="{EFC5E657-AEF2-4211-81A2-9E2DDF03940E}"/>
              </a:ext>
            </a:extLst>
          </p:cNvPr>
          <p:cNvCxnSpPr>
            <a:cxnSpLocks/>
          </p:cNvCxnSpPr>
          <p:nvPr/>
        </p:nvCxnSpPr>
        <p:spPr>
          <a:xfrm>
            <a:off x="1383310" y="236779"/>
            <a:ext cx="475399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9" name="TextBox 428">
            <a:extLst>
              <a:ext uri="{FF2B5EF4-FFF2-40B4-BE49-F238E27FC236}">
                <a16:creationId xmlns:a16="http://schemas.microsoft.com/office/drawing/2014/main" id="{82D37A19-DCF3-440E-B47C-2E637E759A09}"/>
              </a:ext>
            </a:extLst>
          </p:cNvPr>
          <p:cNvSpPr txBox="1"/>
          <p:nvPr/>
        </p:nvSpPr>
        <p:spPr>
          <a:xfrm>
            <a:off x="1812801" y="118026"/>
            <a:ext cx="29423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W</a:t>
            </a:r>
          </a:p>
        </p:txBody>
      </p:sp>
      <p:cxnSp>
        <p:nvCxnSpPr>
          <p:cNvPr id="430" name="Straight Arrow Connector 429">
            <a:extLst>
              <a:ext uri="{FF2B5EF4-FFF2-40B4-BE49-F238E27FC236}">
                <a16:creationId xmlns:a16="http://schemas.microsoft.com/office/drawing/2014/main" id="{268BEE55-FC40-48C6-998E-DC8257421348}"/>
              </a:ext>
            </a:extLst>
          </p:cNvPr>
          <p:cNvCxnSpPr>
            <a:cxnSpLocks/>
          </p:cNvCxnSpPr>
          <p:nvPr/>
        </p:nvCxnSpPr>
        <p:spPr>
          <a:xfrm>
            <a:off x="1479708" y="470106"/>
            <a:ext cx="2308117" cy="0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1" name="TextBox 430">
            <a:extLst>
              <a:ext uri="{FF2B5EF4-FFF2-40B4-BE49-F238E27FC236}">
                <a16:creationId xmlns:a16="http://schemas.microsoft.com/office/drawing/2014/main" id="{7638D90F-761B-4AD9-86CD-15CC67AB3306}"/>
              </a:ext>
            </a:extLst>
          </p:cNvPr>
          <p:cNvSpPr txBox="1"/>
          <p:nvPr/>
        </p:nvSpPr>
        <p:spPr>
          <a:xfrm>
            <a:off x="165100" y="1220418"/>
            <a:ext cx="127739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5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BF16/S16 </a:t>
            </a:r>
          </a:p>
          <a:p>
            <a:pPr algn="l"/>
            <a:r>
              <a:rPr lang="zh-CN" altLang="en-US" sz="15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数据子块</a:t>
            </a:r>
            <a:endParaRPr lang="en-US" altLang="zh-CN" sz="15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algn="l"/>
            <a:r>
              <a:rPr lang="en-US" sz="15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sz="15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*</a:t>
            </a:r>
            <a:r>
              <a:rPr lang="en-US" altLang="zh-CN" sz="15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32</a:t>
            </a:r>
            <a:endParaRPr lang="en-US" sz="15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32" name="Table 13">
            <a:extLst>
              <a:ext uri="{FF2B5EF4-FFF2-40B4-BE49-F238E27FC236}">
                <a16:creationId xmlns:a16="http://schemas.microsoft.com/office/drawing/2014/main" id="{E6F731F6-8809-45FC-9CE0-8179476EA5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0882602"/>
              </p:ext>
            </p:extLst>
          </p:nvPr>
        </p:nvGraphicFramePr>
        <p:xfrm>
          <a:off x="1383310" y="1584665"/>
          <a:ext cx="2499360" cy="396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409396044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03059485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031025412"/>
                    </a:ext>
                  </a:extLst>
                </a:gridCol>
                <a:gridCol w="1249680">
                  <a:extLst>
                    <a:ext uri="{9D8B030D-6E8A-4147-A177-3AD203B41FA5}">
                      <a16:colId xmlns:a16="http://schemas.microsoft.com/office/drawing/2014/main" val="175088153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23223073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74958694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047359"/>
                    </a:ext>
                  </a:extLst>
                </a:gridCol>
              </a:tblGrid>
              <a:tr h="182563"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1279184"/>
                  </a:ext>
                </a:extLst>
              </a:tr>
              <a:tr h="182563"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0152227"/>
                  </a:ext>
                </a:extLst>
              </a:tr>
            </a:tbl>
          </a:graphicData>
        </a:graphic>
      </p:graphicFrame>
      <p:cxnSp>
        <p:nvCxnSpPr>
          <p:cNvPr id="433" name="Straight Arrow Connector 432">
            <a:extLst>
              <a:ext uri="{FF2B5EF4-FFF2-40B4-BE49-F238E27FC236}">
                <a16:creationId xmlns:a16="http://schemas.microsoft.com/office/drawing/2014/main" id="{10B732EA-AD92-419C-9653-4AA4005CAC2B}"/>
              </a:ext>
            </a:extLst>
          </p:cNvPr>
          <p:cNvCxnSpPr>
            <a:cxnSpLocks/>
          </p:cNvCxnSpPr>
          <p:nvPr/>
        </p:nvCxnSpPr>
        <p:spPr>
          <a:xfrm>
            <a:off x="1383310" y="1457197"/>
            <a:ext cx="475399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4" name="TextBox 433">
            <a:extLst>
              <a:ext uri="{FF2B5EF4-FFF2-40B4-BE49-F238E27FC236}">
                <a16:creationId xmlns:a16="http://schemas.microsoft.com/office/drawing/2014/main" id="{A35D3C9E-5F30-4B21-84A1-D533EC3F02DF}"/>
              </a:ext>
            </a:extLst>
          </p:cNvPr>
          <p:cNvSpPr txBox="1"/>
          <p:nvPr/>
        </p:nvSpPr>
        <p:spPr>
          <a:xfrm>
            <a:off x="1812801" y="1338444"/>
            <a:ext cx="29423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W</a:t>
            </a:r>
          </a:p>
        </p:txBody>
      </p:sp>
      <p:cxnSp>
        <p:nvCxnSpPr>
          <p:cNvPr id="435" name="Straight Arrow Connector 434">
            <a:extLst>
              <a:ext uri="{FF2B5EF4-FFF2-40B4-BE49-F238E27FC236}">
                <a16:creationId xmlns:a16="http://schemas.microsoft.com/office/drawing/2014/main" id="{B5DAD560-563C-41E8-B0C2-DCDC84164574}"/>
              </a:ext>
            </a:extLst>
          </p:cNvPr>
          <p:cNvCxnSpPr>
            <a:cxnSpLocks/>
          </p:cNvCxnSpPr>
          <p:nvPr/>
        </p:nvCxnSpPr>
        <p:spPr>
          <a:xfrm>
            <a:off x="1236192" y="1530797"/>
            <a:ext cx="0" cy="283906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6" name="Straight Arrow Connector 435">
            <a:extLst>
              <a:ext uri="{FF2B5EF4-FFF2-40B4-BE49-F238E27FC236}">
                <a16:creationId xmlns:a16="http://schemas.microsoft.com/office/drawing/2014/main" id="{5FFB44B5-B42F-41AE-BF10-EECC4D3B98FE}"/>
              </a:ext>
            </a:extLst>
          </p:cNvPr>
          <p:cNvCxnSpPr>
            <a:cxnSpLocks/>
          </p:cNvCxnSpPr>
          <p:nvPr/>
        </p:nvCxnSpPr>
        <p:spPr>
          <a:xfrm>
            <a:off x="1479708" y="1687338"/>
            <a:ext cx="0" cy="213842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7" name="Straight Arrow Connector 436">
            <a:extLst>
              <a:ext uri="{FF2B5EF4-FFF2-40B4-BE49-F238E27FC236}">
                <a16:creationId xmlns:a16="http://schemas.microsoft.com/office/drawing/2014/main" id="{14E5BE0F-E022-45C2-93C8-2CF43F358226}"/>
              </a:ext>
            </a:extLst>
          </p:cNvPr>
          <p:cNvCxnSpPr>
            <a:cxnSpLocks/>
          </p:cNvCxnSpPr>
          <p:nvPr/>
        </p:nvCxnSpPr>
        <p:spPr>
          <a:xfrm flipV="1">
            <a:off x="1479708" y="1694296"/>
            <a:ext cx="230219" cy="213843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8" name="Straight Arrow Connector 437">
            <a:extLst>
              <a:ext uri="{FF2B5EF4-FFF2-40B4-BE49-F238E27FC236}">
                <a16:creationId xmlns:a16="http://schemas.microsoft.com/office/drawing/2014/main" id="{B910D855-0E9D-4F22-85F6-4086C299F77D}"/>
              </a:ext>
            </a:extLst>
          </p:cNvPr>
          <p:cNvCxnSpPr>
            <a:cxnSpLocks/>
          </p:cNvCxnSpPr>
          <p:nvPr/>
        </p:nvCxnSpPr>
        <p:spPr>
          <a:xfrm>
            <a:off x="1701616" y="1691291"/>
            <a:ext cx="0" cy="213842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9" name="Straight Arrow Connector 438">
            <a:extLst>
              <a:ext uri="{FF2B5EF4-FFF2-40B4-BE49-F238E27FC236}">
                <a16:creationId xmlns:a16="http://schemas.microsoft.com/office/drawing/2014/main" id="{1E3083DC-B9B7-45B4-8D62-B3E89A0267DA}"/>
              </a:ext>
            </a:extLst>
          </p:cNvPr>
          <p:cNvCxnSpPr>
            <a:cxnSpLocks/>
          </p:cNvCxnSpPr>
          <p:nvPr/>
        </p:nvCxnSpPr>
        <p:spPr>
          <a:xfrm flipV="1">
            <a:off x="1701616" y="1698249"/>
            <a:ext cx="230219" cy="213843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0" name="Straight Arrow Connector 439">
            <a:extLst>
              <a:ext uri="{FF2B5EF4-FFF2-40B4-BE49-F238E27FC236}">
                <a16:creationId xmlns:a16="http://schemas.microsoft.com/office/drawing/2014/main" id="{6AAD4532-C20C-4A64-B644-1B4F0D75EC09}"/>
              </a:ext>
            </a:extLst>
          </p:cNvPr>
          <p:cNvCxnSpPr>
            <a:cxnSpLocks/>
          </p:cNvCxnSpPr>
          <p:nvPr/>
        </p:nvCxnSpPr>
        <p:spPr>
          <a:xfrm>
            <a:off x="3371969" y="1680380"/>
            <a:ext cx="0" cy="213842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1" name="Straight Arrow Connector 440">
            <a:extLst>
              <a:ext uri="{FF2B5EF4-FFF2-40B4-BE49-F238E27FC236}">
                <a16:creationId xmlns:a16="http://schemas.microsoft.com/office/drawing/2014/main" id="{EA84C5DB-D7D2-4A20-B1F8-3B126874382E}"/>
              </a:ext>
            </a:extLst>
          </p:cNvPr>
          <p:cNvCxnSpPr>
            <a:cxnSpLocks/>
          </p:cNvCxnSpPr>
          <p:nvPr/>
        </p:nvCxnSpPr>
        <p:spPr>
          <a:xfrm flipV="1">
            <a:off x="3371969" y="1687338"/>
            <a:ext cx="230219" cy="213843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2" name="Straight Arrow Connector 441">
            <a:extLst>
              <a:ext uri="{FF2B5EF4-FFF2-40B4-BE49-F238E27FC236}">
                <a16:creationId xmlns:a16="http://schemas.microsoft.com/office/drawing/2014/main" id="{2EDFB69D-B08C-4737-A9D0-E1A152B32130}"/>
              </a:ext>
            </a:extLst>
          </p:cNvPr>
          <p:cNvCxnSpPr>
            <a:cxnSpLocks/>
          </p:cNvCxnSpPr>
          <p:nvPr/>
        </p:nvCxnSpPr>
        <p:spPr>
          <a:xfrm>
            <a:off x="3588085" y="1688751"/>
            <a:ext cx="0" cy="213842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3" name="Straight Arrow Connector 442">
            <a:extLst>
              <a:ext uri="{FF2B5EF4-FFF2-40B4-BE49-F238E27FC236}">
                <a16:creationId xmlns:a16="http://schemas.microsoft.com/office/drawing/2014/main" id="{F8AAA0D1-97C2-4BC2-801A-4490EEBBE1DB}"/>
              </a:ext>
            </a:extLst>
          </p:cNvPr>
          <p:cNvCxnSpPr>
            <a:cxnSpLocks/>
          </p:cNvCxnSpPr>
          <p:nvPr/>
        </p:nvCxnSpPr>
        <p:spPr>
          <a:xfrm flipV="1">
            <a:off x="3588085" y="1695709"/>
            <a:ext cx="230219" cy="213843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4" name="Straight Arrow Connector 443">
            <a:extLst>
              <a:ext uri="{FF2B5EF4-FFF2-40B4-BE49-F238E27FC236}">
                <a16:creationId xmlns:a16="http://schemas.microsoft.com/office/drawing/2014/main" id="{1B1290F1-51BF-4F2C-8D22-2E6D1DB45FE6}"/>
              </a:ext>
            </a:extLst>
          </p:cNvPr>
          <p:cNvCxnSpPr>
            <a:cxnSpLocks/>
          </p:cNvCxnSpPr>
          <p:nvPr/>
        </p:nvCxnSpPr>
        <p:spPr>
          <a:xfrm>
            <a:off x="1924783" y="1696424"/>
            <a:ext cx="0" cy="213842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5" name="Straight Arrow Connector 444">
            <a:extLst>
              <a:ext uri="{FF2B5EF4-FFF2-40B4-BE49-F238E27FC236}">
                <a16:creationId xmlns:a16="http://schemas.microsoft.com/office/drawing/2014/main" id="{1E5E608E-98B9-46CE-A25B-88283E4D00B9}"/>
              </a:ext>
            </a:extLst>
          </p:cNvPr>
          <p:cNvCxnSpPr>
            <a:cxnSpLocks/>
          </p:cNvCxnSpPr>
          <p:nvPr/>
        </p:nvCxnSpPr>
        <p:spPr>
          <a:xfrm flipV="1">
            <a:off x="1924783" y="1703382"/>
            <a:ext cx="230219" cy="213843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6" name="Straight Arrow Connector 445">
            <a:extLst>
              <a:ext uri="{FF2B5EF4-FFF2-40B4-BE49-F238E27FC236}">
                <a16:creationId xmlns:a16="http://schemas.microsoft.com/office/drawing/2014/main" id="{BCD0BBBB-2D32-4C56-A953-75B2063573B3}"/>
              </a:ext>
            </a:extLst>
          </p:cNvPr>
          <p:cNvCxnSpPr>
            <a:cxnSpLocks/>
          </p:cNvCxnSpPr>
          <p:nvPr/>
        </p:nvCxnSpPr>
        <p:spPr>
          <a:xfrm>
            <a:off x="3806857" y="1694297"/>
            <a:ext cx="0" cy="213842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7" name="Straight Arrow Connector 446">
            <a:extLst>
              <a:ext uri="{FF2B5EF4-FFF2-40B4-BE49-F238E27FC236}">
                <a16:creationId xmlns:a16="http://schemas.microsoft.com/office/drawing/2014/main" id="{B802790E-4779-4766-8166-9BAD891D62B4}"/>
              </a:ext>
            </a:extLst>
          </p:cNvPr>
          <p:cNvCxnSpPr>
            <a:cxnSpLocks/>
          </p:cNvCxnSpPr>
          <p:nvPr/>
        </p:nvCxnSpPr>
        <p:spPr>
          <a:xfrm flipV="1">
            <a:off x="3138397" y="1677052"/>
            <a:ext cx="230219" cy="213843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8" name="TextBox 447">
            <a:extLst>
              <a:ext uri="{FF2B5EF4-FFF2-40B4-BE49-F238E27FC236}">
                <a16:creationId xmlns:a16="http://schemas.microsoft.com/office/drawing/2014/main" id="{44B461B5-7BFF-4A2C-89A9-25FE1888574D}"/>
              </a:ext>
            </a:extLst>
          </p:cNvPr>
          <p:cNvSpPr txBox="1"/>
          <p:nvPr/>
        </p:nvSpPr>
        <p:spPr>
          <a:xfrm>
            <a:off x="1175311" y="566723"/>
            <a:ext cx="91691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  </a:t>
            </a:r>
            <a:r>
              <a:rPr lang="en-US" altLang="zh-CN" sz="1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zh-CN" altLang="en-US" sz="1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字节</a:t>
            </a:r>
            <a:endParaRPr lang="en-US" sz="10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49" name="TextBox 448">
            <a:extLst>
              <a:ext uri="{FF2B5EF4-FFF2-40B4-BE49-F238E27FC236}">
                <a16:creationId xmlns:a16="http://schemas.microsoft.com/office/drawing/2014/main" id="{6514566F-4DEF-4352-8A82-CC988303F493}"/>
              </a:ext>
            </a:extLst>
          </p:cNvPr>
          <p:cNvSpPr txBox="1"/>
          <p:nvPr/>
        </p:nvSpPr>
        <p:spPr>
          <a:xfrm>
            <a:off x="1162550" y="2006392"/>
            <a:ext cx="91691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  </a:t>
            </a:r>
            <a:r>
              <a:rPr lang="en-US" altLang="zh-CN" sz="1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zh-CN" altLang="en-US" sz="1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字节</a:t>
            </a:r>
            <a:endParaRPr lang="en-US" sz="10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50" name="TextBox 449">
            <a:extLst>
              <a:ext uri="{FF2B5EF4-FFF2-40B4-BE49-F238E27FC236}">
                <a16:creationId xmlns:a16="http://schemas.microsoft.com/office/drawing/2014/main" id="{502C3BBE-B08A-411A-A7A5-2724B1639CD7}"/>
              </a:ext>
            </a:extLst>
          </p:cNvPr>
          <p:cNvSpPr txBox="1"/>
          <p:nvPr/>
        </p:nvSpPr>
        <p:spPr>
          <a:xfrm>
            <a:off x="1098184" y="1824133"/>
            <a:ext cx="29423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H</a:t>
            </a:r>
          </a:p>
        </p:txBody>
      </p:sp>
      <p:graphicFrame>
        <p:nvGraphicFramePr>
          <p:cNvPr id="451" name="Table 13">
            <a:extLst>
              <a:ext uri="{FF2B5EF4-FFF2-40B4-BE49-F238E27FC236}">
                <a16:creationId xmlns:a16="http://schemas.microsoft.com/office/drawing/2014/main" id="{F70DD9B2-E724-4FA2-BC90-ADBF64BEE9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0189545"/>
              </p:ext>
            </p:extLst>
          </p:nvPr>
        </p:nvGraphicFramePr>
        <p:xfrm>
          <a:off x="1383310" y="909615"/>
          <a:ext cx="4251960" cy="1981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12648">
                  <a:extLst>
                    <a:ext uri="{9D8B030D-6E8A-4147-A177-3AD203B41FA5}">
                      <a16:colId xmlns:a16="http://schemas.microsoft.com/office/drawing/2014/main" val="4093960443"/>
                    </a:ext>
                  </a:extLst>
                </a:gridCol>
                <a:gridCol w="612648">
                  <a:extLst>
                    <a:ext uri="{9D8B030D-6E8A-4147-A177-3AD203B41FA5}">
                      <a16:colId xmlns:a16="http://schemas.microsoft.com/office/drawing/2014/main" val="3145361724"/>
                    </a:ext>
                  </a:extLst>
                </a:gridCol>
                <a:gridCol w="612648">
                  <a:extLst>
                    <a:ext uri="{9D8B030D-6E8A-4147-A177-3AD203B41FA5}">
                      <a16:colId xmlns:a16="http://schemas.microsoft.com/office/drawing/2014/main" val="3542704725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1532568512"/>
                    </a:ext>
                  </a:extLst>
                </a:gridCol>
                <a:gridCol w="612648">
                  <a:extLst>
                    <a:ext uri="{9D8B030D-6E8A-4147-A177-3AD203B41FA5}">
                      <a16:colId xmlns:a16="http://schemas.microsoft.com/office/drawing/2014/main" val="1880740525"/>
                    </a:ext>
                  </a:extLst>
                </a:gridCol>
                <a:gridCol w="612648">
                  <a:extLst>
                    <a:ext uri="{9D8B030D-6E8A-4147-A177-3AD203B41FA5}">
                      <a16:colId xmlns:a16="http://schemas.microsoft.com/office/drawing/2014/main" val="24318391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(h, w)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(h, w+1)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(h, w+2)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(h, w+30)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(h, w+31)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1279184"/>
                  </a:ext>
                </a:extLst>
              </a:tr>
            </a:tbl>
          </a:graphicData>
        </a:graphic>
      </p:graphicFrame>
      <p:cxnSp>
        <p:nvCxnSpPr>
          <p:cNvPr id="452" name="Straight Arrow Connector 451">
            <a:extLst>
              <a:ext uri="{FF2B5EF4-FFF2-40B4-BE49-F238E27FC236}">
                <a16:creationId xmlns:a16="http://schemas.microsoft.com/office/drawing/2014/main" id="{2E5CC3CC-D740-43D6-B70C-44F6A7AA085E}"/>
              </a:ext>
            </a:extLst>
          </p:cNvPr>
          <p:cNvCxnSpPr>
            <a:cxnSpLocks/>
          </p:cNvCxnSpPr>
          <p:nvPr/>
        </p:nvCxnSpPr>
        <p:spPr>
          <a:xfrm>
            <a:off x="1479708" y="1062819"/>
            <a:ext cx="4067063" cy="0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53" name="Table 13">
            <a:extLst>
              <a:ext uri="{FF2B5EF4-FFF2-40B4-BE49-F238E27FC236}">
                <a16:creationId xmlns:a16="http://schemas.microsoft.com/office/drawing/2014/main" id="{A7011613-D59B-4A67-AE75-5D6AF5E148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2257582"/>
              </p:ext>
            </p:extLst>
          </p:nvPr>
        </p:nvGraphicFramePr>
        <p:xfrm>
          <a:off x="1370980" y="2361287"/>
          <a:ext cx="4251960" cy="396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12648">
                  <a:extLst>
                    <a:ext uri="{9D8B030D-6E8A-4147-A177-3AD203B41FA5}">
                      <a16:colId xmlns:a16="http://schemas.microsoft.com/office/drawing/2014/main" val="4093960443"/>
                    </a:ext>
                  </a:extLst>
                </a:gridCol>
                <a:gridCol w="612648">
                  <a:extLst>
                    <a:ext uri="{9D8B030D-6E8A-4147-A177-3AD203B41FA5}">
                      <a16:colId xmlns:a16="http://schemas.microsoft.com/office/drawing/2014/main" val="3145361724"/>
                    </a:ext>
                  </a:extLst>
                </a:gridCol>
                <a:gridCol w="612648">
                  <a:extLst>
                    <a:ext uri="{9D8B030D-6E8A-4147-A177-3AD203B41FA5}">
                      <a16:colId xmlns:a16="http://schemas.microsoft.com/office/drawing/2014/main" val="3542704725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1532568512"/>
                    </a:ext>
                  </a:extLst>
                </a:gridCol>
                <a:gridCol w="612648">
                  <a:extLst>
                    <a:ext uri="{9D8B030D-6E8A-4147-A177-3AD203B41FA5}">
                      <a16:colId xmlns:a16="http://schemas.microsoft.com/office/drawing/2014/main" val="1880740525"/>
                    </a:ext>
                  </a:extLst>
                </a:gridCol>
                <a:gridCol w="612648">
                  <a:extLst>
                    <a:ext uri="{9D8B030D-6E8A-4147-A177-3AD203B41FA5}">
                      <a16:colId xmlns:a16="http://schemas.microsoft.com/office/drawing/2014/main" val="24318391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(h, w)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(h, w+1)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(h, w+2)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(h, w+30)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(h, w+31)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12791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(h+1, w)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(h+1, w+1)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(h+1, w+2)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(h=1, w+30)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(h+1, w+31)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3470991"/>
                  </a:ext>
                </a:extLst>
              </a:tr>
            </a:tbl>
          </a:graphicData>
        </a:graphic>
      </p:graphicFrame>
      <p:cxnSp>
        <p:nvCxnSpPr>
          <p:cNvPr id="454" name="Straight Arrow Connector 453">
            <a:extLst>
              <a:ext uri="{FF2B5EF4-FFF2-40B4-BE49-F238E27FC236}">
                <a16:creationId xmlns:a16="http://schemas.microsoft.com/office/drawing/2014/main" id="{9C780014-D3AB-496A-B180-DBC0189DABC3}"/>
              </a:ext>
            </a:extLst>
          </p:cNvPr>
          <p:cNvCxnSpPr/>
          <p:nvPr/>
        </p:nvCxnSpPr>
        <p:spPr>
          <a:xfrm>
            <a:off x="1867166" y="2473218"/>
            <a:ext cx="0" cy="217482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5" name="Straight Arrow Connector 454">
            <a:extLst>
              <a:ext uri="{FF2B5EF4-FFF2-40B4-BE49-F238E27FC236}">
                <a16:creationId xmlns:a16="http://schemas.microsoft.com/office/drawing/2014/main" id="{CE90BBB3-096E-48F4-A5E4-EF1E107CBFA3}"/>
              </a:ext>
            </a:extLst>
          </p:cNvPr>
          <p:cNvCxnSpPr>
            <a:cxnSpLocks/>
          </p:cNvCxnSpPr>
          <p:nvPr/>
        </p:nvCxnSpPr>
        <p:spPr>
          <a:xfrm flipV="1">
            <a:off x="1874008" y="2482742"/>
            <a:ext cx="629121" cy="196875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6" name="Straight Arrow Connector 455">
            <a:extLst>
              <a:ext uri="{FF2B5EF4-FFF2-40B4-BE49-F238E27FC236}">
                <a16:creationId xmlns:a16="http://schemas.microsoft.com/office/drawing/2014/main" id="{DD354FC8-699C-4CC4-AC14-52883B83E6CD}"/>
              </a:ext>
            </a:extLst>
          </p:cNvPr>
          <p:cNvCxnSpPr/>
          <p:nvPr/>
        </p:nvCxnSpPr>
        <p:spPr>
          <a:xfrm>
            <a:off x="2496287" y="2482742"/>
            <a:ext cx="0" cy="217482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7" name="Straight Arrow Connector 456">
            <a:extLst>
              <a:ext uri="{FF2B5EF4-FFF2-40B4-BE49-F238E27FC236}">
                <a16:creationId xmlns:a16="http://schemas.microsoft.com/office/drawing/2014/main" id="{431E4499-FCD4-4340-88E8-D7A8983D4BEF}"/>
              </a:ext>
            </a:extLst>
          </p:cNvPr>
          <p:cNvCxnSpPr>
            <a:cxnSpLocks/>
          </p:cNvCxnSpPr>
          <p:nvPr/>
        </p:nvCxnSpPr>
        <p:spPr>
          <a:xfrm flipV="1">
            <a:off x="2503129" y="2498999"/>
            <a:ext cx="663847" cy="190141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8" name="Straight Arrow Connector 457">
            <a:extLst>
              <a:ext uri="{FF2B5EF4-FFF2-40B4-BE49-F238E27FC236}">
                <a16:creationId xmlns:a16="http://schemas.microsoft.com/office/drawing/2014/main" id="{F83AC018-C4BD-4928-93E1-AC8FA8A7ECC6}"/>
              </a:ext>
            </a:extLst>
          </p:cNvPr>
          <p:cNvCxnSpPr>
            <a:cxnSpLocks/>
          </p:cNvCxnSpPr>
          <p:nvPr/>
        </p:nvCxnSpPr>
        <p:spPr>
          <a:xfrm>
            <a:off x="3173817" y="2483638"/>
            <a:ext cx="0" cy="217482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9" name="Straight Arrow Connector 458">
            <a:extLst>
              <a:ext uri="{FF2B5EF4-FFF2-40B4-BE49-F238E27FC236}">
                <a16:creationId xmlns:a16="http://schemas.microsoft.com/office/drawing/2014/main" id="{97435AD3-2D81-4C08-89A8-819A96DBAE37}"/>
              </a:ext>
            </a:extLst>
          </p:cNvPr>
          <p:cNvCxnSpPr>
            <a:cxnSpLocks/>
          </p:cNvCxnSpPr>
          <p:nvPr/>
        </p:nvCxnSpPr>
        <p:spPr>
          <a:xfrm flipV="1">
            <a:off x="3173817" y="2482353"/>
            <a:ext cx="168530" cy="197652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0" name="Straight Arrow Connector 459">
            <a:extLst>
              <a:ext uri="{FF2B5EF4-FFF2-40B4-BE49-F238E27FC236}">
                <a16:creationId xmlns:a16="http://schemas.microsoft.com/office/drawing/2014/main" id="{2A3A0465-3041-49FD-A870-508A13C28C4F}"/>
              </a:ext>
            </a:extLst>
          </p:cNvPr>
          <p:cNvCxnSpPr>
            <a:cxnSpLocks/>
          </p:cNvCxnSpPr>
          <p:nvPr/>
        </p:nvCxnSpPr>
        <p:spPr>
          <a:xfrm flipV="1">
            <a:off x="4304331" y="2471988"/>
            <a:ext cx="663847" cy="190141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1" name="Straight Arrow Connector 460">
            <a:extLst>
              <a:ext uri="{FF2B5EF4-FFF2-40B4-BE49-F238E27FC236}">
                <a16:creationId xmlns:a16="http://schemas.microsoft.com/office/drawing/2014/main" id="{B7B6D89E-4B8C-4C7F-97DA-2F28C2315714}"/>
              </a:ext>
            </a:extLst>
          </p:cNvPr>
          <p:cNvCxnSpPr>
            <a:cxnSpLocks/>
          </p:cNvCxnSpPr>
          <p:nvPr/>
        </p:nvCxnSpPr>
        <p:spPr>
          <a:xfrm>
            <a:off x="4952251" y="2465582"/>
            <a:ext cx="0" cy="217482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2" name="Straight Arrow Connector 461">
            <a:extLst>
              <a:ext uri="{FF2B5EF4-FFF2-40B4-BE49-F238E27FC236}">
                <a16:creationId xmlns:a16="http://schemas.microsoft.com/office/drawing/2014/main" id="{7516F380-CC16-4E58-9140-D8FAC4002BE6}"/>
              </a:ext>
            </a:extLst>
          </p:cNvPr>
          <p:cNvCxnSpPr>
            <a:cxnSpLocks/>
          </p:cNvCxnSpPr>
          <p:nvPr/>
        </p:nvCxnSpPr>
        <p:spPr>
          <a:xfrm flipV="1">
            <a:off x="4959093" y="2471988"/>
            <a:ext cx="565216" cy="199993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3" name="Straight Arrow Connector 462">
            <a:extLst>
              <a:ext uri="{FF2B5EF4-FFF2-40B4-BE49-F238E27FC236}">
                <a16:creationId xmlns:a16="http://schemas.microsoft.com/office/drawing/2014/main" id="{1919B78E-98EB-4E66-AA0F-A0D482D6D31E}"/>
              </a:ext>
            </a:extLst>
          </p:cNvPr>
          <p:cNvCxnSpPr/>
          <p:nvPr/>
        </p:nvCxnSpPr>
        <p:spPr>
          <a:xfrm>
            <a:off x="5524309" y="2454499"/>
            <a:ext cx="0" cy="217482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4" name="TextBox 463">
            <a:extLst>
              <a:ext uri="{FF2B5EF4-FFF2-40B4-BE49-F238E27FC236}">
                <a16:creationId xmlns:a16="http://schemas.microsoft.com/office/drawing/2014/main" id="{357DC496-E736-4BFE-A81E-C888816F26F8}"/>
              </a:ext>
            </a:extLst>
          </p:cNvPr>
          <p:cNvSpPr txBox="1"/>
          <p:nvPr/>
        </p:nvSpPr>
        <p:spPr>
          <a:xfrm>
            <a:off x="152770" y="2757527"/>
            <a:ext cx="127739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5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S8/U8</a:t>
            </a:r>
          </a:p>
          <a:p>
            <a:r>
              <a:rPr lang="zh-CN" altLang="en-US" sz="15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数据子块</a:t>
            </a:r>
            <a:endParaRPr lang="en-US" altLang="zh-CN" sz="15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algn="l"/>
            <a:r>
              <a:rPr lang="en-US" sz="15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zh-CN" altLang="en-US" sz="15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*</a:t>
            </a:r>
            <a:r>
              <a:rPr lang="en-US" altLang="zh-CN" sz="15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32</a:t>
            </a:r>
            <a:endParaRPr lang="en-US" sz="15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65" name="Table 13">
            <a:extLst>
              <a:ext uri="{FF2B5EF4-FFF2-40B4-BE49-F238E27FC236}">
                <a16:creationId xmlns:a16="http://schemas.microsoft.com/office/drawing/2014/main" id="{931C6532-E7DF-4910-8DC1-48F8646F73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7521066"/>
              </p:ext>
            </p:extLst>
          </p:nvPr>
        </p:nvGraphicFramePr>
        <p:xfrm>
          <a:off x="1370980" y="3121774"/>
          <a:ext cx="2499360" cy="792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409396044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03059485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031025412"/>
                    </a:ext>
                  </a:extLst>
                </a:gridCol>
                <a:gridCol w="1249680">
                  <a:extLst>
                    <a:ext uri="{9D8B030D-6E8A-4147-A177-3AD203B41FA5}">
                      <a16:colId xmlns:a16="http://schemas.microsoft.com/office/drawing/2014/main" val="175088153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23223073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74958694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047359"/>
                    </a:ext>
                  </a:extLst>
                </a:gridCol>
              </a:tblGrid>
              <a:tr h="182563"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1279184"/>
                  </a:ext>
                </a:extLst>
              </a:tr>
              <a:tr h="182563"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0152227"/>
                  </a:ext>
                </a:extLst>
              </a:tr>
              <a:tr h="182563"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5303172"/>
                  </a:ext>
                </a:extLst>
              </a:tr>
              <a:tr h="182563"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5165164"/>
                  </a:ext>
                </a:extLst>
              </a:tr>
            </a:tbl>
          </a:graphicData>
        </a:graphic>
      </p:graphicFrame>
      <p:cxnSp>
        <p:nvCxnSpPr>
          <p:cNvPr id="466" name="Straight Arrow Connector 465">
            <a:extLst>
              <a:ext uri="{FF2B5EF4-FFF2-40B4-BE49-F238E27FC236}">
                <a16:creationId xmlns:a16="http://schemas.microsoft.com/office/drawing/2014/main" id="{2D735DAF-93CA-4205-8363-1F41DF700F10}"/>
              </a:ext>
            </a:extLst>
          </p:cNvPr>
          <p:cNvCxnSpPr>
            <a:cxnSpLocks/>
          </p:cNvCxnSpPr>
          <p:nvPr/>
        </p:nvCxnSpPr>
        <p:spPr>
          <a:xfrm>
            <a:off x="1370980" y="2994306"/>
            <a:ext cx="475399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7" name="TextBox 466">
            <a:extLst>
              <a:ext uri="{FF2B5EF4-FFF2-40B4-BE49-F238E27FC236}">
                <a16:creationId xmlns:a16="http://schemas.microsoft.com/office/drawing/2014/main" id="{6BBE67D1-88C4-4C8F-8277-A55A45B1482E}"/>
              </a:ext>
            </a:extLst>
          </p:cNvPr>
          <p:cNvSpPr txBox="1"/>
          <p:nvPr/>
        </p:nvSpPr>
        <p:spPr>
          <a:xfrm>
            <a:off x="1800471" y="2875553"/>
            <a:ext cx="29423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W</a:t>
            </a:r>
          </a:p>
        </p:txBody>
      </p:sp>
      <p:cxnSp>
        <p:nvCxnSpPr>
          <p:cNvPr id="468" name="Straight Arrow Connector 467">
            <a:extLst>
              <a:ext uri="{FF2B5EF4-FFF2-40B4-BE49-F238E27FC236}">
                <a16:creationId xmlns:a16="http://schemas.microsoft.com/office/drawing/2014/main" id="{CB5E7988-288C-4C57-A274-6754D736F014}"/>
              </a:ext>
            </a:extLst>
          </p:cNvPr>
          <p:cNvCxnSpPr>
            <a:cxnSpLocks/>
          </p:cNvCxnSpPr>
          <p:nvPr/>
        </p:nvCxnSpPr>
        <p:spPr>
          <a:xfrm>
            <a:off x="1223862" y="3067906"/>
            <a:ext cx="0" cy="283906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9" name="TextBox 468">
            <a:extLst>
              <a:ext uri="{FF2B5EF4-FFF2-40B4-BE49-F238E27FC236}">
                <a16:creationId xmlns:a16="http://schemas.microsoft.com/office/drawing/2014/main" id="{6D425FFA-49D3-4A7D-A24F-CB189B386CEF}"/>
              </a:ext>
            </a:extLst>
          </p:cNvPr>
          <p:cNvSpPr txBox="1"/>
          <p:nvPr/>
        </p:nvSpPr>
        <p:spPr>
          <a:xfrm>
            <a:off x="1076743" y="3391247"/>
            <a:ext cx="29423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H</a:t>
            </a:r>
          </a:p>
        </p:txBody>
      </p:sp>
      <p:cxnSp>
        <p:nvCxnSpPr>
          <p:cNvPr id="470" name="Straight Arrow Connector 469">
            <a:extLst>
              <a:ext uri="{FF2B5EF4-FFF2-40B4-BE49-F238E27FC236}">
                <a16:creationId xmlns:a16="http://schemas.microsoft.com/office/drawing/2014/main" id="{93BB4B97-2BB7-4623-923A-B99B2837E7E9}"/>
              </a:ext>
            </a:extLst>
          </p:cNvPr>
          <p:cNvCxnSpPr>
            <a:cxnSpLocks/>
          </p:cNvCxnSpPr>
          <p:nvPr/>
        </p:nvCxnSpPr>
        <p:spPr>
          <a:xfrm>
            <a:off x="1482341" y="3196082"/>
            <a:ext cx="0" cy="640451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1" name="Straight Arrow Connector 470">
            <a:extLst>
              <a:ext uri="{FF2B5EF4-FFF2-40B4-BE49-F238E27FC236}">
                <a16:creationId xmlns:a16="http://schemas.microsoft.com/office/drawing/2014/main" id="{D7252AF5-6847-46CD-B2BD-F452FB335E2D}"/>
              </a:ext>
            </a:extLst>
          </p:cNvPr>
          <p:cNvCxnSpPr>
            <a:cxnSpLocks/>
          </p:cNvCxnSpPr>
          <p:nvPr/>
        </p:nvCxnSpPr>
        <p:spPr>
          <a:xfrm flipV="1">
            <a:off x="1482341" y="3196082"/>
            <a:ext cx="201480" cy="609529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2" name="Straight Arrow Connector 471">
            <a:extLst>
              <a:ext uri="{FF2B5EF4-FFF2-40B4-BE49-F238E27FC236}">
                <a16:creationId xmlns:a16="http://schemas.microsoft.com/office/drawing/2014/main" id="{66DBD86B-494A-4C51-A04B-8E0BA268D1CA}"/>
              </a:ext>
            </a:extLst>
          </p:cNvPr>
          <p:cNvCxnSpPr>
            <a:cxnSpLocks/>
          </p:cNvCxnSpPr>
          <p:nvPr/>
        </p:nvCxnSpPr>
        <p:spPr>
          <a:xfrm>
            <a:off x="1700035" y="3196082"/>
            <a:ext cx="0" cy="640451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3" name="Straight Arrow Connector 472">
            <a:extLst>
              <a:ext uri="{FF2B5EF4-FFF2-40B4-BE49-F238E27FC236}">
                <a16:creationId xmlns:a16="http://schemas.microsoft.com/office/drawing/2014/main" id="{AEB0CC3A-689B-487D-A11E-5069142D4CF7}"/>
              </a:ext>
            </a:extLst>
          </p:cNvPr>
          <p:cNvCxnSpPr>
            <a:cxnSpLocks/>
          </p:cNvCxnSpPr>
          <p:nvPr/>
        </p:nvCxnSpPr>
        <p:spPr>
          <a:xfrm flipV="1">
            <a:off x="1700035" y="3196082"/>
            <a:ext cx="201480" cy="609529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4" name="Straight Arrow Connector 473">
            <a:extLst>
              <a:ext uri="{FF2B5EF4-FFF2-40B4-BE49-F238E27FC236}">
                <a16:creationId xmlns:a16="http://schemas.microsoft.com/office/drawing/2014/main" id="{8BCD9F16-584D-4503-91AC-714855DB8D4D}"/>
              </a:ext>
            </a:extLst>
          </p:cNvPr>
          <p:cNvCxnSpPr>
            <a:cxnSpLocks/>
          </p:cNvCxnSpPr>
          <p:nvPr/>
        </p:nvCxnSpPr>
        <p:spPr>
          <a:xfrm>
            <a:off x="1913733" y="3192359"/>
            <a:ext cx="0" cy="640451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5" name="Straight Arrow Connector 474">
            <a:extLst>
              <a:ext uri="{FF2B5EF4-FFF2-40B4-BE49-F238E27FC236}">
                <a16:creationId xmlns:a16="http://schemas.microsoft.com/office/drawing/2014/main" id="{7A987EEE-980A-497B-BDF8-3717DD50F44F}"/>
              </a:ext>
            </a:extLst>
          </p:cNvPr>
          <p:cNvCxnSpPr>
            <a:cxnSpLocks/>
          </p:cNvCxnSpPr>
          <p:nvPr/>
        </p:nvCxnSpPr>
        <p:spPr>
          <a:xfrm flipV="1">
            <a:off x="1913733" y="3192359"/>
            <a:ext cx="201480" cy="609529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6" name="Straight Arrow Connector 475">
            <a:extLst>
              <a:ext uri="{FF2B5EF4-FFF2-40B4-BE49-F238E27FC236}">
                <a16:creationId xmlns:a16="http://schemas.microsoft.com/office/drawing/2014/main" id="{2685680F-4BDE-4AC4-8AF8-F3AEA1486350}"/>
              </a:ext>
            </a:extLst>
          </p:cNvPr>
          <p:cNvCxnSpPr>
            <a:cxnSpLocks/>
          </p:cNvCxnSpPr>
          <p:nvPr/>
        </p:nvCxnSpPr>
        <p:spPr>
          <a:xfrm>
            <a:off x="3351258" y="3188854"/>
            <a:ext cx="0" cy="640451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7" name="Straight Arrow Connector 476">
            <a:extLst>
              <a:ext uri="{FF2B5EF4-FFF2-40B4-BE49-F238E27FC236}">
                <a16:creationId xmlns:a16="http://schemas.microsoft.com/office/drawing/2014/main" id="{B58B6761-8588-4025-817D-F7F26E31530E}"/>
              </a:ext>
            </a:extLst>
          </p:cNvPr>
          <p:cNvCxnSpPr>
            <a:cxnSpLocks/>
          </p:cNvCxnSpPr>
          <p:nvPr/>
        </p:nvCxnSpPr>
        <p:spPr>
          <a:xfrm flipV="1">
            <a:off x="3351258" y="3188854"/>
            <a:ext cx="201480" cy="609529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8" name="Straight Arrow Connector 477">
            <a:extLst>
              <a:ext uri="{FF2B5EF4-FFF2-40B4-BE49-F238E27FC236}">
                <a16:creationId xmlns:a16="http://schemas.microsoft.com/office/drawing/2014/main" id="{096D1390-3B2E-4C32-9F75-844AD950063C}"/>
              </a:ext>
            </a:extLst>
          </p:cNvPr>
          <p:cNvCxnSpPr>
            <a:cxnSpLocks/>
          </p:cNvCxnSpPr>
          <p:nvPr/>
        </p:nvCxnSpPr>
        <p:spPr>
          <a:xfrm>
            <a:off x="3564956" y="3182830"/>
            <a:ext cx="0" cy="640451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9" name="Straight Arrow Connector 478">
            <a:extLst>
              <a:ext uri="{FF2B5EF4-FFF2-40B4-BE49-F238E27FC236}">
                <a16:creationId xmlns:a16="http://schemas.microsoft.com/office/drawing/2014/main" id="{12CF5037-27B1-42BB-8C0D-6D275956D4F4}"/>
              </a:ext>
            </a:extLst>
          </p:cNvPr>
          <p:cNvCxnSpPr>
            <a:cxnSpLocks/>
          </p:cNvCxnSpPr>
          <p:nvPr/>
        </p:nvCxnSpPr>
        <p:spPr>
          <a:xfrm flipV="1">
            <a:off x="3564956" y="3182830"/>
            <a:ext cx="201480" cy="609529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0" name="Straight Arrow Connector 479">
            <a:extLst>
              <a:ext uri="{FF2B5EF4-FFF2-40B4-BE49-F238E27FC236}">
                <a16:creationId xmlns:a16="http://schemas.microsoft.com/office/drawing/2014/main" id="{EF59F46D-202C-468A-877F-A0F43FCDD5FD}"/>
              </a:ext>
            </a:extLst>
          </p:cNvPr>
          <p:cNvCxnSpPr>
            <a:cxnSpLocks/>
          </p:cNvCxnSpPr>
          <p:nvPr/>
        </p:nvCxnSpPr>
        <p:spPr>
          <a:xfrm>
            <a:off x="3766395" y="3188853"/>
            <a:ext cx="0" cy="640451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1" name="Straight Arrow Connector 480">
            <a:extLst>
              <a:ext uri="{FF2B5EF4-FFF2-40B4-BE49-F238E27FC236}">
                <a16:creationId xmlns:a16="http://schemas.microsoft.com/office/drawing/2014/main" id="{2900C7F6-1855-4B60-99B6-55BD3159D3B5}"/>
              </a:ext>
            </a:extLst>
          </p:cNvPr>
          <p:cNvCxnSpPr>
            <a:cxnSpLocks/>
          </p:cNvCxnSpPr>
          <p:nvPr/>
        </p:nvCxnSpPr>
        <p:spPr>
          <a:xfrm flipV="1">
            <a:off x="3154547" y="3205494"/>
            <a:ext cx="201480" cy="609529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2" name="TextBox 481">
            <a:extLst>
              <a:ext uri="{FF2B5EF4-FFF2-40B4-BE49-F238E27FC236}">
                <a16:creationId xmlns:a16="http://schemas.microsoft.com/office/drawing/2014/main" id="{4D26E644-17CD-4445-B972-79E35521A9E0}"/>
              </a:ext>
            </a:extLst>
          </p:cNvPr>
          <p:cNvSpPr txBox="1"/>
          <p:nvPr/>
        </p:nvSpPr>
        <p:spPr>
          <a:xfrm>
            <a:off x="1196353" y="3923520"/>
            <a:ext cx="91691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  </a:t>
            </a:r>
            <a:r>
              <a:rPr lang="en-US" altLang="zh-CN" sz="1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zh-CN" altLang="en-US" sz="1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字节</a:t>
            </a:r>
            <a:endParaRPr lang="en-US" sz="10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83" name="Table 13">
            <a:extLst>
              <a:ext uri="{FF2B5EF4-FFF2-40B4-BE49-F238E27FC236}">
                <a16:creationId xmlns:a16="http://schemas.microsoft.com/office/drawing/2014/main" id="{71604274-51A3-4BF0-8967-86CBB461CD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5518524"/>
              </p:ext>
            </p:extLst>
          </p:nvPr>
        </p:nvGraphicFramePr>
        <p:xfrm>
          <a:off x="1370980" y="4408348"/>
          <a:ext cx="4251960" cy="792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12648">
                  <a:extLst>
                    <a:ext uri="{9D8B030D-6E8A-4147-A177-3AD203B41FA5}">
                      <a16:colId xmlns:a16="http://schemas.microsoft.com/office/drawing/2014/main" val="4093960443"/>
                    </a:ext>
                  </a:extLst>
                </a:gridCol>
                <a:gridCol w="612648">
                  <a:extLst>
                    <a:ext uri="{9D8B030D-6E8A-4147-A177-3AD203B41FA5}">
                      <a16:colId xmlns:a16="http://schemas.microsoft.com/office/drawing/2014/main" val="3145361724"/>
                    </a:ext>
                  </a:extLst>
                </a:gridCol>
                <a:gridCol w="612648">
                  <a:extLst>
                    <a:ext uri="{9D8B030D-6E8A-4147-A177-3AD203B41FA5}">
                      <a16:colId xmlns:a16="http://schemas.microsoft.com/office/drawing/2014/main" val="3542704725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1532568512"/>
                    </a:ext>
                  </a:extLst>
                </a:gridCol>
                <a:gridCol w="612648">
                  <a:extLst>
                    <a:ext uri="{9D8B030D-6E8A-4147-A177-3AD203B41FA5}">
                      <a16:colId xmlns:a16="http://schemas.microsoft.com/office/drawing/2014/main" val="1880740525"/>
                    </a:ext>
                  </a:extLst>
                </a:gridCol>
                <a:gridCol w="612648">
                  <a:extLst>
                    <a:ext uri="{9D8B030D-6E8A-4147-A177-3AD203B41FA5}">
                      <a16:colId xmlns:a16="http://schemas.microsoft.com/office/drawing/2014/main" val="24318391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(h, w)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(h, w+1)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(h, w+2)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(h, w+30)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(h, w+31)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12791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(h+1, w)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(h+1, w+1)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(h+1, w+2)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(h=1, w+30)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(h+1, w+31)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34709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(h+2, w)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(h+2, w+1)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(h+2, w+2)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(h+2, w+30)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(h+2, w+31)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00336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(h+3, w)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(h+3, w+1)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(h+3, w+2)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(h=3, w+30)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(h+3, w+31)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6913770"/>
                  </a:ext>
                </a:extLst>
              </a:tr>
            </a:tbl>
          </a:graphicData>
        </a:graphic>
      </p:graphicFrame>
      <p:cxnSp>
        <p:nvCxnSpPr>
          <p:cNvPr id="484" name="Straight Arrow Connector 483">
            <a:extLst>
              <a:ext uri="{FF2B5EF4-FFF2-40B4-BE49-F238E27FC236}">
                <a16:creationId xmlns:a16="http://schemas.microsoft.com/office/drawing/2014/main" id="{45BCAF19-6166-40C4-9953-D5001ED91C35}"/>
              </a:ext>
            </a:extLst>
          </p:cNvPr>
          <p:cNvCxnSpPr>
            <a:cxnSpLocks/>
          </p:cNvCxnSpPr>
          <p:nvPr/>
        </p:nvCxnSpPr>
        <p:spPr>
          <a:xfrm>
            <a:off x="1867166" y="4520279"/>
            <a:ext cx="0" cy="592112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5" name="Straight Arrow Connector 484">
            <a:extLst>
              <a:ext uri="{FF2B5EF4-FFF2-40B4-BE49-F238E27FC236}">
                <a16:creationId xmlns:a16="http://schemas.microsoft.com/office/drawing/2014/main" id="{3F323B40-36E8-4B94-80D2-32D170BEBFE6}"/>
              </a:ext>
            </a:extLst>
          </p:cNvPr>
          <p:cNvCxnSpPr>
            <a:cxnSpLocks/>
          </p:cNvCxnSpPr>
          <p:nvPr/>
        </p:nvCxnSpPr>
        <p:spPr>
          <a:xfrm flipV="1">
            <a:off x="1846379" y="4529804"/>
            <a:ext cx="656750" cy="573504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6" name="Straight Arrow Connector 485">
            <a:extLst>
              <a:ext uri="{FF2B5EF4-FFF2-40B4-BE49-F238E27FC236}">
                <a16:creationId xmlns:a16="http://schemas.microsoft.com/office/drawing/2014/main" id="{7D9533C1-FF53-4E42-9D98-3F1351C6B2D9}"/>
              </a:ext>
            </a:extLst>
          </p:cNvPr>
          <p:cNvCxnSpPr>
            <a:cxnSpLocks/>
          </p:cNvCxnSpPr>
          <p:nvPr/>
        </p:nvCxnSpPr>
        <p:spPr>
          <a:xfrm>
            <a:off x="2496287" y="4529803"/>
            <a:ext cx="0" cy="573505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7" name="Straight Arrow Connector 486">
            <a:extLst>
              <a:ext uri="{FF2B5EF4-FFF2-40B4-BE49-F238E27FC236}">
                <a16:creationId xmlns:a16="http://schemas.microsoft.com/office/drawing/2014/main" id="{4D3F6908-A644-4BF8-9E60-DB93476A4140}"/>
              </a:ext>
            </a:extLst>
          </p:cNvPr>
          <p:cNvCxnSpPr>
            <a:cxnSpLocks/>
          </p:cNvCxnSpPr>
          <p:nvPr/>
        </p:nvCxnSpPr>
        <p:spPr>
          <a:xfrm flipV="1">
            <a:off x="2503129" y="4546061"/>
            <a:ext cx="663847" cy="557247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8" name="Straight Arrow Connector 487">
            <a:extLst>
              <a:ext uri="{FF2B5EF4-FFF2-40B4-BE49-F238E27FC236}">
                <a16:creationId xmlns:a16="http://schemas.microsoft.com/office/drawing/2014/main" id="{E94D3A97-7FF2-4CDB-986D-FB3D4F2C732F}"/>
              </a:ext>
            </a:extLst>
          </p:cNvPr>
          <p:cNvCxnSpPr>
            <a:cxnSpLocks/>
          </p:cNvCxnSpPr>
          <p:nvPr/>
        </p:nvCxnSpPr>
        <p:spPr>
          <a:xfrm flipH="1">
            <a:off x="3166976" y="4530699"/>
            <a:ext cx="6841" cy="572609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9" name="Straight Arrow Connector 488">
            <a:extLst>
              <a:ext uri="{FF2B5EF4-FFF2-40B4-BE49-F238E27FC236}">
                <a16:creationId xmlns:a16="http://schemas.microsoft.com/office/drawing/2014/main" id="{0D4A18C4-CD27-43E0-9F2C-1413F7B670D0}"/>
              </a:ext>
            </a:extLst>
          </p:cNvPr>
          <p:cNvCxnSpPr>
            <a:cxnSpLocks/>
          </p:cNvCxnSpPr>
          <p:nvPr/>
        </p:nvCxnSpPr>
        <p:spPr>
          <a:xfrm flipV="1">
            <a:off x="3151049" y="4529414"/>
            <a:ext cx="191298" cy="573894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0" name="Straight Arrow Connector 489">
            <a:extLst>
              <a:ext uri="{FF2B5EF4-FFF2-40B4-BE49-F238E27FC236}">
                <a16:creationId xmlns:a16="http://schemas.microsoft.com/office/drawing/2014/main" id="{C5AE0F9C-F1C7-4DB2-9240-AC4884AAC8AE}"/>
              </a:ext>
            </a:extLst>
          </p:cNvPr>
          <p:cNvCxnSpPr>
            <a:cxnSpLocks/>
          </p:cNvCxnSpPr>
          <p:nvPr/>
        </p:nvCxnSpPr>
        <p:spPr>
          <a:xfrm flipV="1">
            <a:off x="4270619" y="4519050"/>
            <a:ext cx="697559" cy="584258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1" name="Straight Arrow Connector 490">
            <a:extLst>
              <a:ext uri="{FF2B5EF4-FFF2-40B4-BE49-F238E27FC236}">
                <a16:creationId xmlns:a16="http://schemas.microsoft.com/office/drawing/2014/main" id="{343A4A81-4DF4-4C50-8A89-F16E3B6B0361}"/>
              </a:ext>
            </a:extLst>
          </p:cNvPr>
          <p:cNvCxnSpPr>
            <a:cxnSpLocks/>
          </p:cNvCxnSpPr>
          <p:nvPr/>
        </p:nvCxnSpPr>
        <p:spPr>
          <a:xfrm>
            <a:off x="4952251" y="4512643"/>
            <a:ext cx="0" cy="599748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2" name="Straight Arrow Connector 491">
            <a:extLst>
              <a:ext uri="{FF2B5EF4-FFF2-40B4-BE49-F238E27FC236}">
                <a16:creationId xmlns:a16="http://schemas.microsoft.com/office/drawing/2014/main" id="{5C0F4F6C-7EF5-4B41-87C4-78B3FC6D5DE4}"/>
              </a:ext>
            </a:extLst>
          </p:cNvPr>
          <p:cNvCxnSpPr>
            <a:cxnSpLocks/>
          </p:cNvCxnSpPr>
          <p:nvPr/>
        </p:nvCxnSpPr>
        <p:spPr>
          <a:xfrm flipV="1">
            <a:off x="4963636" y="4519050"/>
            <a:ext cx="560673" cy="584258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3" name="Straight Arrow Connector 492">
            <a:extLst>
              <a:ext uri="{FF2B5EF4-FFF2-40B4-BE49-F238E27FC236}">
                <a16:creationId xmlns:a16="http://schemas.microsoft.com/office/drawing/2014/main" id="{A6C95859-3637-4A0E-B7E8-D4EFF7D1F347}"/>
              </a:ext>
            </a:extLst>
          </p:cNvPr>
          <p:cNvCxnSpPr>
            <a:cxnSpLocks/>
          </p:cNvCxnSpPr>
          <p:nvPr/>
        </p:nvCxnSpPr>
        <p:spPr>
          <a:xfrm>
            <a:off x="5524309" y="4501560"/>
            <a:ext cx="0" cy="610831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4" name="TextBox 493">
            <a:extLst>
              <a:ext uri="{FF2B5EF4-FFF2-40B4-BE49-F238E27FC236}">
                <a16:creationId xmlns:a16="http://schemas.microsoft.com/office/drawing/2014/main" id="{B7DF1756-2731-4886-BED5-C5861DEAA843}"/>
              </a:ext>
            </a:extLst>
          </p:cNvPr>
          <p:cNvSpPr txBox="1"/>
          <p:nvPr/>
        </p:nvSpPr>
        <p:spPr>
          <a:xfrm>
            <a:off x="152770" y="5193178"/>
            <a:ext cx="127739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5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S4</a:t>
            </a:r>
          </a:p>
          <a:p>
            <a:r>
              <a:rPr lang="zh-CN" altLang="en-US" sz="15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数据子块</a:t>
            </a:r>
            <a:endParaRPr lang="en-US" altLang="zh-CN" sz="15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algn="l"/>
            <a:r>
              <a:rPr lang="en-US" sz="15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8</a:t>
            </a:r>
            <a:r>
              <a:rPr lang="zh-CN" altLang="en-US" sz="15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*</a:t>
            </a:r>
            <a:r>
              <a:rPr lang="en-US" altLang="zh-CN" sz="15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32</a:t>
            </a:r>
            <a:endParaRPr lang="en-US" sz="15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95" name="Table 13">
            <a:extLst>
              <a:ext uri="{FF2B5EF4-FFF2-40B4-BE49-F238E27FC236}">
                <a16:creationId xmlns:a16="http://schemas.microsoft.com/office/drawing/2014/main" id="{036DD63B-6D0F-4E0D-93C0-44AA7ADD17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9905739"/>
              </p:ext>
            </p:extLst>
          </p:nvPr>
        </p:nvGraphicFramePr>
        <p:xfrm>
          <a:off x="1344373" y="5557425"/>
          <a:ext cx="2499360" cy="15849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409396044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03059485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031025412"/>
                    </a:ext>
                  </a:extLst>
                </a:gridCol>
                <a:gridCol w="1249680">
                  <a:extLst>
                    <a:ext uri="{9D8B030D-6E8A-4147-A177-3AD203B41FA5}">
                      <a16:colId xmlns:a16="http://schemas.microsoft.com/office/drawing/2014/main" val="175088153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23223073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74958694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047359"/>
                    </a:ext>
                  </a:extLst>
                </a:gridCol>
              </a:tblGrid>
              <a:tr h="182563"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1279184"/>
                  </a:ext>
                </a:extLst>
              </a:tr>
              <a:tr h="182563"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0152227"/>
                  </a:ext>
                </a:extLst>
              </a:tr>
              <a:tr h="182563"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5303172"/>
                  </a:ext>
                </a:extLst>
              </a:tr>
              <a:tr h="182563"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1012740"/>
                  </a:ext>
                </a:extLst>
              </a:tr>
              <a:tr h="182563"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2276025"/>
                  </a:ext>
                </a:extLst>
              </a:tr>
              <a:tr h="182563"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2193802"/>
                  </a:ext>
                </a:extLst>
              </a:tr>
              <a:tr h="182563"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0344784"/>
                  </a:ext>
                </a:extLst>
              </a:tr>
              <a:tr h="182563"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325529"/>
                  </a:ext>
                </a:extLst>
              </a:tr>
            </a:tbl>
          </a:graphicData>
        </a:graphic>
      </p:graphicFrame>
      <p:cxnSp>
        <p:nvCxnSpPr>
          <p:cNvPr id="496" name="Straight Arrow Connector 495">
            <a:extLst>
              <a:ext uri="{FF2B5EF4-FFF2-40B4-BE49-F238E27FC236}">
                <a16:creationId xmlns:a16="http://schemas.microsoft.com/office/drawing/2014/main" id="{A0505A35-868B-4ECF-B28B-F71F49DF4F3D}"/>
              </a:ext>
            </a:extLst>
          </p:cNvPr>
          <p:cNvCxnSpPr>
            <a:cxnSpLocks/>
          </p:cNvCxnSpPr>
          <p:nvPr/>
        </p:nvCxnSpPr>
        <p:spPr>
          <a:xfrm>
            <a:off x="1370980" y="5429957"/>
            <a:ext cx="475399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7" name="TextBox 496">
            <a:extLst>
              <a:ext uri="{FF2B5EF4-FFF2-40B4-BE49-F238E27FC236}">
                <a16:creationId xmlns:a16="http://schemas.microsoft.com/office/drawing/2014/main" id="{CC13B2C7-4FE5-4E7D-AE85-010E2D6A409F}"/>
              </a:ext>
            </a:extLst>
          </p:cNvPr>
          <p:cNvSpPr txBox="1"/>
          <p:nvPr/>
        </p:nvSpPr>
        <p:spPr>
          <a:xfrm>
            <a:off x="1800471" y="5311204"/>
            <a:ext cx="29423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W</a:t>
            </a:r>
          </a:p>
        </p:txBody>
      </p:sp>
      <p:cxnSp>
        <p:nvCxnSpPr>
          <p:cNvPr id="498" name="Straight Arrow Connector 497">
            <a:extLst>
              <a:ext uri="{FF2B5EF4-FFF2-40B4-BE49-F238E27FC236}">
                <a16:creationId xmlns:a16="http://schemas.microsoft.com/office/drawing/2014/main" id="{89D03841-8A45-4000-B1AD-9C657CCA973B}"/>
              </a:ext>
            </a:extLst>
          </p:cNvPr>
          <p:cNvCxnSpPr>
            <a:cxnSpLocks/>
          </p:cNvCxnSpPr>
          <p:nvPr/>
        </p:nvCxnSpPr>
        <p:spPr>
          <a:xfrm>
            <a:off x="1223862" y="5503557"/>
            <a:ext cx="0" cy="283906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9" name="TextBox 498">
            <a:extLst>
              <a:ext uri="{FF2B5EF4-FFF2-40B4-BE49-F238E27FC236}">
                <a16:creationId xmlns:a16="http://schemas.microsoft.com/office/drawing/2014/main" id="{94E35C95-5C92-43A8-88E6-BAEB90C6D359}"/>
              </a:ext>
            </a:extLst>
          </p:cNvPr>
          <p:cNvSpPr txBox="1"/>
          <p:nvPr/>
        </p:nvSpPr>
        <p:spPr>
          <a:xfrm>
            <a:off x="1076743" y="5826898"/>
            <a:ext cx="29423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H</a:t>
            </a:r>
          </a:p>
        </p:txBody>
      </p:sp>
      <p:cxnSp>
        <p:nvCxnSpPr>
          <p:cNvPr id="500" name="Straight Arrow Connector 499">
            <a:extLst>
              <a:ext uri="{FF2B5EF4-FFF2-40B4-BE49-F238E27FC236}">
                <a16:creationId xmlns:a16="http://schemas.microsoft.com/office/drawing/2014/main" id="{6F643F0F-1A55-4E0C-A3D5-074C31EAA0B3}"/>
              </a:ext>
            </a:extLst>
          </p:cNvPr>
          <p:cNvCxnSpPr>
            <a:cxnSpLocks/>
          </p:cNvCxnSpPr>
          <p:nvPr/>
        </p:nvCxnSpPr>
        <p:spPr>
          <a:xfrm>
            <a:off x="1447523" y="5666737"/>
            <a:ext cx="1" cy="1418933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1" name="Straight Arrow Connector 500">
            <a:extLst>
              <a:ext uri="{FF2B5EF4-FFF2-40B4-BE49-F238E27FC236}">
                <a16:creationId xmlns:a16="http://schemas.microsoft.com/office/drawing/2014/main" id="{A7804B1F-13EC-4E4F-9527-50DCBA83E1DC}"/>
              </a:ext>
            </a:extLst>
          </p:cNvPr>
          <p:cNvCxnSpPr>
            <a:cxnSpLocks/>
          </p:cNvCxnSpPr>
          <p:nvPr/>
        </p:nvCxnSpPr>
        <p:spPr>
          <a:xfrm flipV="1">
            <a:off x="1447523" y="5650097"/>
            <a:ext cx="217694" cy="1435573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2" name="Straight Arrow Connector 501">
            <a:extLst>
              <a:ext uri="{FF2B5EF4-FFF2-40B4-BE49-F238E27FC236}">
                <a16:creationId xmlns:a16="http://schemas.microsoft.com/office/drawing/2014/main" id="{0BC8E9B7-14DF-4F5B-997C-03BC7040DDBA}"/>
              </a:ext>
            </a:extLst>
          </p:cNvPr>
          <p:cNvCxnSpPr>
            <a:cxnSpLocks/>
          </p:cNvCxnSpPr>
          <p:nvPr/>
        </p:nvCxnSpPr>
        <p:spPr>
          <a:xfrm>
            <a:off x="1665217" y="5666737"/>
            <a:ext cx="1" cy="1418933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3" name="Straight Arrow Connector 502">
            <a:extLst>
              <a:ext uri="{FF2B5EF4-FFF2-40B4-BE49-F238E27FC236}">
                <a16:creationId xmlns:a16="http://schemas.microsoft.com/office/drawing/2014/main" id="{641E4C82-B082-4B62-8F5C-6E06D5A1630B}"/>
              </a:ext>
            </a:extLst>
          </p:cNvPr>
          <p:cNvCxnSpPr>
            <a:cxnSpLocks/>
          </p:cNvCxnSpPr>
          <p:nvPr/>
        </p:nvCxnSpPr>
        <p:spPr>
          <a:xfrm flipV="1">
            <a:off x="1665217" y="5650097"/>
            <a:ext cx="217694" cy="1435573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4" name="Straight Arrow Connector 503">
            <a:extLst>
              <a:ext uri="{FF2B5EF4-FFF2-40B4-BE49-F238E27FC236}">
                <a16:creationId xmlns:a16="http://schemas.microsoft.com/office/drawing/2014/main" id="{33819E5C-D28C-451E-BC7B-99C300E49AEA}"/>
              </a:ext>
            </a:extLst>
          </p:cNvPr>
          <p:cNvCxnSpPr>
            <a:cxnSpLocks/>
          </p:cNvCxnSpPr>
          <p:nvPr/>
        </p:nvCxnSpPr>
        <p:spPr>
          <a:xfrm>
            <a:off x="1878915" y="5663014"/>
            <a:ext cx="1" cy="1418933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5" name="Straight Arrow Connector 504">
            <a:extLst>
              <a:ext uri="{FF2B5EF4-FFF2-40B4-BE49-F238E27FC236}">
                <a16:creationId xmlns:a16="http://schemas.microsoft.com/office/drawing/2014/main" id="{50144B8C-6D43-40FC-9EAF-7F2670BE5C2D}"/>
              </a:ext>
            </a:extLst>
          </p:cNvPr>
          <p:cNvCxnSpPr>
            <a:cxnSpLocks/>
          </p:cNvCxnSpPr>
          <p:nvPr/>
        </p:nvCxnSpPr>
        <p:spPr>
          <a:xfrm flipV="1">
            <a:off x="1878915" y="5646374"/>
            <a:ext cx="217694" cy="1435573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6" name="Straight Arrow Connector 505">
            <a:extLst>
              <a:ext uri="{FF2B5EF4-FFF2-40B4-BE49-F238E27FC236}">
                <a16:creationId xmlns:a16="http://schemas.microsoft.com/office/drawing/2014/main" id="{CA2259F5-B159-40DB-90CF-DFE67A336141}"/>
              </a:ext>
            </a:extLst>
          </p:cNvPr>
          <p:cNvCxnSpPr>
            <a:cxnSpLocks/>
          </p:cNvCxnSpPr>
          <p:nvPr/>
        </p:nvCxnSpPr>
        <p:spPr>
          <a:xfrm>
            <a:off x="3316440" y="5659509"/>
            <a:ext cx="1" cy="1418933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7" name="Straight Arrow Connector 506">
            <a:extLst>
              <a:ext uri="{FF2B5EF4-FFF2-40B4-BE49-F238E27FC236}">
                <a16:creationId xmlns:a16="http://schemas.microsoft.com/office/drawing/2014/main" id="{680140DA-0027-486B-BD01-841A29AE70B2}"/>
              </a:ext>
            </a:extLst>
          </p:cNvPr>
          <p:cNvCxnSpPr>
            <a:cxnSpLocks/>
          </p:cNvCxnSpPr>
          <p:nvPr/>
        </p:nvCxnSpPr>
        <p:spPr>
          <a:xfrm flipV="1">
            <a:off x="3316440" y="5642869"/>
            <a:ext cx="217694" cy="1435573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8" name="Straight Arrow Connector 507">
            <a:extLst>
              <a:ext uri="{FF2B5EF4-FFF2-40B4-BE49-F238E27FC236}">
                <a16:creationId xmlns:a16="http://schemas.microsoft.com/office/drawing/2014/main" id="{F27E45D9-EBD2-404E-82AF-192C7FCC4334}"/>
              </a:ext>
            </a:extLst>
          </p:cNvPr>
          <p:cNvCxnSpPr>
            <a:cxnSpLocks/>
          </p:cNvCxnSpPr>
          <p:nvPr/>
        </p:nvCxnSpPr>
        <p:spPr>
          <a:xfrm>
            <a:off x="3530138" y="5653485"/>
            <a:ext cx="1" cy="1418933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9" name="Straight Arrow Connector 508">
            <a:extLst>
              <a:ext uri="{FF2B5EF4-FFF2-40B4-BE49-F238E27FC236}">
                <a16:creationId xmlns:a16="http://schemas.microsoft.com/office/drawing/2014/main" id="{16D2E3D7-7C4E-4B4F-8358-C4F1B7DAD2F5}"/>
              </a:ext>
            </a:extLst>
          </p:cNvPr>
          <p:cNvCxnSpPr>
            <a:cxnSpLocks/>
          </p:cNvCxnSpPr>
          <p:nvPr/>
        </p:nvCxnSpPr>
        <p:spPr>
          <a:xfrm flipV="1">
            <a:off x="3530138" y="5636845"/>
            <a:ext cx="217694" cy="1435573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0" name="Straight Arrow Connector 509">
            <a:extLst>
              <a:ext uri="{FF2B5EF4-FFF2-40B4-BE49-F238E27FC236}">
                <a16:creationId xmlns:a16="http://schemas.microsoft.com/office/drawing/2014/main" id="{F0553057-E72F-4377-A89D-C5F7D1FE8BA5}"/>
              </a:ext>
            </a:extLst>
          </p:cNvPr>
          <p:cNvCxnSpPr>
            <a:cxnSpLocks/>
          </p:cNvCxnSpPr>
          <p:nvPr/>
        </p:nvCxnSpPr>
        <p:spPr>
          <a:xfrm>
            <a:off x="3755585" y="5657885"/>
            <a:ext cx="1" cy="1418933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1" name="Straight Arrow Connector 510">
            <a:extLst>
              <a:ext uri="{FF2B5EF4-FFF2-40B4-BE49-F238E27FC236}">
                <a16:creationId xmlns:a16="http://schemas.microsoft.com/office/drawing/2014/main" id="{72131422-A0C5-48B7-BCDA-ECB8363CDD1A}"/>
              </a:ext>
            </a:extLst>
          </p:cNvPr>
          <p:cNvCxnSpPr>
            <a:cxnSpLocks/>
          </p:cNvCxnSpPr>
          <p:nvPr/>
        </p:nvCxnSpPr>
        <p:spPr>
          <a:xfrm flipV="1">
            <a:off x="3096868" y="5649564"/>
            <a:ext cx="217694" cy="1435573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2" name="TextBox 511">
            <a:extLst>
              <a:ext uri="{FF2B5EF4-FFF2-40B4-BE49-F238E27FC236}">
                <a16:creationId xmlns:a16="http://schemas.microsoft.com/office/drawing/2014/main" id="{BDF1CF3B-F129-4FDD-B79A-EA8A1263C7B2}"/>
              </a:ext>
            </a:extLst>
          </p:cNvPr>
          <p:cNvSpPr txBox="1"/>
          <p:nvPr/>
        </p:nvSpPr>
        <p:spPr>
          <a:xfrm>
            <a:off x="1159227" y="7153459"/>
            <a:ext cx="91691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  </a:t>
            </a:r>
            <a:r>
              <a:rPr lang="en-US" altLang="zh-CN" sz="1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zh-CN" altLang="en-US" sz="1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字节</a:t>
            </a:r>
            <a:endParaRPr lang="en-US" sz="10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13" name="Table 13">
            <a:extLst>
              <a:ext uri="{FF2B5EF4-FFF2-40B4-BE49-F238E27FC236}">
                <a16:creationId xmlns:a16="http://schemas.microsoft.com/office/drawing/2014/main" id="{0417C459-894E-4FCD-B31F-38C52D56A5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5979542"/>
              </p:ext>
            </p:extLst>
          </p:nvPr>
        </p:nvGraphicFramePr>
        <p:xfrm>
          <a:off x="1344373" y="7506632"/>
          <a:ext cx="4251960" cy="15849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12648">
                  <a:extLst>
                    <a:ext uri="{9D8B030D-6E8A-4147-A177-3AD203B41FA5}">
                      <a16:colId xmlns:a16="http://schemas.microsoft.com/office/drawing/2014/main" val="4093960443"/>
                    </a:ext>
                  </a:extLst>
                </a:gridCol>
                <a:gridCol w="612648">
                  <a:extLst>
                    <a:ext uri="{9D8B030D-6E8A-4147-A177-3AD203B41FA5}">
                      <a16:colId xmlns:a16="http://schemas.microsoft.com/office/drawing/2014/main" val="3145361724"/>
                    </a:ext>
                  </a:extLst>
                </a:gridCol>
                <a:gridCol w="612648">
                  <a:extLst>
                    <a:ext uri="{9D8B030D-6E8A-4147-A177-3AD203B41FA5}">
                      <a16:colId xmlns:a16="http://schemas.microsoft.com/office/drawing/2014/main" val="3542704725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1532568512"/>
                    </a:ext>
                  </a:extLst>
                </a:gridCol>
                <a:gridCol w="612648">
                  <a:extLst>
                    <a:ext uri="{9D8B030D-6E8A-4147-A177-3AD203B41FA5}">
                      <a16:colId xmlns:a16="http://schemas.microsoft.com/office/drawing/2014/main" val="1880740525"/>
                    </a:ext>
                  </a:extLst>
                </a:gridCol>
                <a:gridCol w="612648">
                  <a:extLst>
                    <a:ext uri="{9D8B030D-6E8A-4147-A177-3AD203B41FA5}">
                      <a16:colId xmlns:a16="http://schemas.microsoft.com/office/drawing/2014/main" val="24318391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(h, w)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(h, w+1)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(h, w+2)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(h, w+30)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(h, w+31)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12791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(h+1, w)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(h+1, w+1)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(h+1, w+2)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(h=1, w+30)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(h+1, w+31)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34709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(h+2, w)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(h+2, w+1)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(h+2, w+2)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(h+2, w+30)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(h+2, w+31)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00336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(h+3, w)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(h+3, w+1)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(h+3, w+2)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(h=3, w+30)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(h+3, w+31)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69137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(h+4, w)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(h+4, w+1)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(h+4, w+2)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(h=4, w+30)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(h+4, w+31)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39423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(h+5, w)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(h+5, w+1)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(h+5, w+2)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(h=5, w+30)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(h+5, w+31)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73592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(h+6, w)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(h+6, w+1)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(h+6, w+2)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(h+6, w+30)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(h+6, w+31)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17923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(h+7, w)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(h+7, w+1)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(h+7, w+2)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(h=7, w+30)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(h+7, w+31)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7486481"/>
                  </a:ext>
                </a:extLst>
              </a:tr>
            </a:tbl>
          </a:graphicData>
        </a:graphic>
      </p:graphicFrame>
      <p:cxnSp>
        <p:nvCxnSpPr>
          <p:cNvPr id="514" name="Straight Arrow Connector 513">
            <a:extLst>
              <a:ext uri="{FF2B5EF4-FFF2-40B4-BE49-F238E27FC236}">
                <a16:creationId xmlns:a16="http://schemas.microsoft.com/office/drawing/2014/main" id="{DD0374B6-3D90-49F3-86C1-000A7F323C14}"/>
              </a:ext>
            </a:extLst>
          </p:cNvPr>
          <p:cNvCxnSpPr>
            <a:cxnSpLocks/>
          </p:cNvCxnSpPr>
          <p:nvPr/>
        </p:nvCxnSpPr>
        <p:spPr>
          <a:xfrm>
            <a:off x="1840559" y="7618563"/>
            <a:ext cx="0" cy="1378429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5" name="Straight Arrow Connector 514">
            <a:extLst>
              <a:ext uri="{FF2B5EF4-FFF2-40B4-BE49-F238E27FC236}">
                <a16:creationId xmlns:a16="http://schemas.microsoft.com/office/drawing/2014/main" id="{05EC0D4C-87B3-48F4-883E-802E60B014FB}"/>
              </a:ext>
            </a:extLst>
          </p:cNvPr>
          <p:cNvCxnSpPr>
            <a:cxnSpLocks/>
          </p:cNvCxnSpPr>
          <p:nvPr/>
        </p:nvCxnSpPr>
        <p:spPr>
          <a:xfrm flipV="1">
            <a:off x="1846379" y="7628088"/>
            <a:ext cx="630143" cy="1368904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6" name="Straight Arrow Connector 515">
            <a:extLst>
              <a:ext uri="{FF2B5EF4-FFF2-40B4-BE49-F238E27FC236}">
                <a16:creationId xmlns:a16="http://schemas.microsoft.com/office/drawing/2014/main" id="{0A94D784-5E23-4330-89D3-9CC55D30126D}"/>
              </a:ext>
            </a:extLst>
          </p:cNvPr>
          <p:cNvCxnSpPr>
            <a:cxnSpLocks/>
          </p:cNvCxnSpPr>
          <p:nvPr/>
        </p:nvCxnSpPr>
        <p:spPr>
          <a:xfrm>
            <a:off x="2469680" y="7628087"/>
            <a:ext cx="3422" cy="1368905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7" name="Straight Arrow Connector 516">
            <a:extLst>
              <a:ext uri="{FF2B5EF4-FFF2-40B4-BE49-F238E27FC236}">
                <a16:creationId xmlns:a16="http://schemas.microsoft.com/office/drawing/2014/main" id="{BA1B9618-B488-4327-A616-A6EEFD944DBD}"/>
              </a:ext>
            </a:extLst>
          </p:cNvPr>
          <p:cNvCxnSpPr>
            <a:cxnSpLocks/>
          </p:cNvCxnSpPr>
          <p:nvPr/>
        </p:nvCxnSpPr>
        <p:spPr>
          <a:xfrm flipV="1">
            <a:off x="2473102" y="7627697"/>
            <a:ext cx="647920" cy="1369295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8" name="Straight Arrow Connector 517">
            <a:extLst>
              <a:ext uri="{FF2B5EF4-FFF2-40B4-BE49-F238E27FC236}">
                <a16:creationId xmlns:a16="http://schemas.microsoft.com/office/drawing/2014/main" id="{E66E90A2-1329-4E2C-8F4A-4B9814450E11}"/>
              </a:ext>
            </a:extLst>
          </p:cNvPr>
          <p:cNvCxnSpPr>
            <a:cxnSpLocks/>
          </p:cNvCxnSpPr>
          <p:nvPr/>
        </p:nvCxnSpPr>
        <p:spPr>
          <a:xfrm flipH="1">
            <a:off x="3096403" y="7666540"/>
            <a:ext cx="6842" cy="1330452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9" name="Straight Arrow Connector 518">
            <a:extLst>
              <a:ext uri="{FF2B5EF4-FFF2-40B4-BE49-F238E27FC236}">
                <a16:creationId xmlns:a16="http://schemas.microsoft.com/office/drawing/2014/main" id="{6E1F077A-6689-419F-87FB-50DA99977962}"/>
              </a:ext>
            </a:extLst>
          </p:cNvPr>
          <p:cNvCxnSpPr>
            <a:cxnSpLocks/>
          </p:cNvCxnSpPr>
          <p:nvPr/>
        </p:nvCxnSpPr>
        <p:spPr>
          <a:xfrm flipV="1">
            <a:off x="3092150" y="7627698"/>
            <a:ext cx="223590" cy="1369294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0" name="Straight Arrow Connector 519">
            <a:extLst>
              <a:ext uri="{FF2B5EF4-FFF2-40B4-BE49-F238E27FC236}">
                <a16:creationId xmlns:a16="http://schemas.microsoft.com/office/drawing/2014/main" id="{48DE3FDD-A98F-4687-A24C-065DCA7EE81C}"/>
              </a:ext>
            </a:extLst>
          </p:cNvPr>
          <p:cNvCxnSpPr>
            <a:cxnSpLocks/>
          </p:cNvCxnSpPr>
          <p:nvPr/>
        </p:nvCxnSpPr>
        <p:spPr>
          <a:xfrm flipV="1">
            <a:off x="4252331" y="7617334"/>
            <a:ext cx="689240" cy="1379658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1" name="Straight Arrow Connector 520">
            <a:extLst>
              <a:ext uri="{FF2B5EF4-FFF2-40B4-BE49-F238E27FC236}">
                <a16:creationId xmlns:a16="http://schemas.microsoft.com/office/drawing/2014/main" id="{2ADE4D75-E72F-4608-83EC-022EA90188E1}"/>
              </a:ext>
            </a:extLst>
          </p:cNvPr>
          <p:cNvCxnSpPr>
            <a:cxnSpLocks/>
          </p:cNvCxnSpPr>
          <p:nvPr/>
        </p:nvCxnSpPr>
        <p:spPr>
          <a:xfrm>
            <a:off x="4925644" y="7610927"/>
            <a:ext cx="11385" cy="1386065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2" name="Straight Arrow Connector 521">
            <a:extLst>
              <a:ext uri="{FF2B5EF4-FFF2-40B4-BE49-F238E27FC236}">
                <a16:creationId xmlns:a16="http://schemas.microsoft.com/office/drawing/2014/main" id="{601D188C-DE99-45F9-AB81-1A364D4B9CE1}"/>
              </a:ext>
            </a:extLst>
          </p:cNvPr>
          <p:cNvCxnSpPr>
            <a:cxnSpLocks/>
          </p:cNvCxnSpPr>
          <p:nvPr/>
        </p:nvCxnSpPr>
        <p:spPr>
          <a:xfrm flipV="1">
            <a:off x="4937029" y="7617334"/>
            <a:ext cx="560673" cy="1379658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3" name="Straight Arrow Connector 522">
            <a:extLst>
              <a:ext uri="{FF2B5EF4-FFF2-40B4-BE49-F238E27FC236}">
                <a16:creationId xmlns:a16="http://schemas.microsoft.com/office/drawing/2014/main" id="{2B77A23A-E808-4399-BBDA-A2F86435040F}"/>
              </a:ext>
            </a:extLst>
          </p:cNvPr>
          <p:cNvCxnSpPr>
            <a:cxnSpLocks/>
          </p:cNvCxnSpPr>
          <p:nvPr/>
        </p:nvCxnSpPr>
        <p:spPr>
          <a:xfrm>
            <a:off x="5497702" y="7599844"/>
            <a:ext cx="0" cy="1397148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10300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27</TotalTime>
  <Words>679</Words>
  <Application>Microsoft Office PowerPoint</Application>
  <PresentationFormat>自定义</PresentationFormat>
  <Paragraphs>117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Xi Zhang(张熙-Peter)</dc:creator>
  <cp:lastModifiedBy>Xi Zhang(张熙-Peter)</cp:lastModifiedBy>
  <cp:revision>7</cp:revision>
  <dcterms:created xsi:type="dcterms:W3CDTF">2022-04-07T10:25:08Z</dcterms:created>
  <dcterms:modified xsi:type="dcterms:W3CDTF">2023-05-27T06:52:33Z</dcterms:modified>
</cp:coreProperties>
</file>