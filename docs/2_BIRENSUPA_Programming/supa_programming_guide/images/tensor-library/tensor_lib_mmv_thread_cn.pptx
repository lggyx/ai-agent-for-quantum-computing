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3152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660"/>
  </p:normalViewPr>
  <p:slideViewPr>
    <p:cSldViewPr snapToGrid="0">
      <p:cViewPr varScale="1">
        <p:scale>
          <a:sx n="185" d="100"/>
          <a:sy n="185" d="100"/>
        </p:scale>
        <p:origin x="88" y="1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9297"/>
            <a:ext cx="54864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960543"/>
            <a:ext cx="54864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1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2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455930"/>
            <a:ext cx="6309360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223857"/>
            <a:ext cx="6309360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9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486833"/>
            <a:ext cx="310896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486833"/>
            <a:ext cx="310896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5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97367"/>
            <a:ext cx="6309360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448310"/>
            <a:ext cx="3094672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668020"/>
            <a:ext cx="3094672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448310"/>
            <a:ext cx="3109913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668020"/>
            <a:ext cx="3109913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1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7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3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21920"/>
            <a:ext cx="2359342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263314"/>
            <a:ext cx="370332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548640"/>
            <a:ext cx="2359342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4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21920"/>
            <a:ext cx="2359342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263314"/>
            <a:ext cx="370332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548640"/>
            <a:ext cx="2359342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5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97367"/>
            <a:ext cx="1577340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97367"/>
            <a:ext cx="4640580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97367"/>
            <a:ext cx="6309360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486833"/>
            <a:ext cx="6309360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1695027"/>
            <a:ext cx="164592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412BF-D17B-4ABA-B689-A9CB30B7BB3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1695027"/>
            <a:ext cx="246888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1695027"/>
            <a:ext cx="164592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5C886-DC1D-405A-BC91-CB452670B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able 7">
            <a:extLst>
              <a:ext uri="{FF2B5EF4-FFF2-40B4-BE49-F238E27FC236}">
                <a16:creationId xmlns:a16="http://schemas.microsoft.com/office/drawing/2014/main" id="{FA363470-362D-4F97-834A-FF84BC4E35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3558358"/>
              </p:ext>
            </p:extLst>
          </p:nvPr>
        </p:nvGraphicFramePr>
        <p:xfrm>
          <a:off x="3657600" y="468917"/>
          <a:ext cx="1187824" cy="1146016"/>
        </p:xfrm>
        <a:graphic>
          <a:graphicData uri="http://schemas.openxmlformats.org/drawingml/2006/table">
            <a:tbl>
              <a:tblPr firstRow="1" bandRow="1"/>
              <a:tblGrid>
                <a:gridCol w="593912">
                  <a:extLst>
                    <a:ext uri="{9D8B030D-6E8A-4147-A177-3AD203B41FA5}">
                      <a16:colId xmlns:a16="http://schemas.microsoft.com/office/drawing/2014/main" val="2573993177"/>
                    </a:ext>
                  </a:extLst>
                </a:gridCol>
                <a:gridCol w="593912">
                  <a:extLst>
                    <a:ext uri="{9D8B030D-6E8A-4147-A177-3AD203B41FA5}">
                      <a16:colId xmlns:a16="http://schemas.microsoft.com/office/drawing/2014/main" val="431206273"/>
                    </a:ext>
                  </a:extLst>
                </a:gridCol>
              </a:tblGrid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608801"/>
                  </a:ext>
                </a:extLst>
              </a:tr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80321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2F1BA815-30D8-4B96-BB1E-1D546356F4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1206135"/>
              </p:ext>
            </p:extLst>
          </p:nvPr>
        </p:nvGraphicFramePr>
        <p:xfrm>
          <a:off x="5244353" y="468917"/>
          <a:ext cx="593912" cy="1146016"/>
        </p:xfrm>
        <a:graphic>
          <a:graphicData uri="http://schemas.openxmlformats.org/drawingml/2006/table">
            <a:tbl>
              <a:tblPr firstRow="1" bandRow="1"/>
              <a:tblGrid>
                <a:gridCol w="593912">
                  <a:extLst>
                    <a:ext uri="{9D8B030D-6E8A-4147-A177-3AD203B41FA5}">
                      <a16:colId xmlns:a16="http://schemas.microsoft.com/office/drawing/2014/main" val="2573993177"/>
                    </a:ext>
                  </a:extLst>
                </a:gridCol>
              </a:tblGrid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608801"/>
                  </a:ext>
                </a:extLst>
              </a:tr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80321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0AC8AF50-A442-4BA8-95F1-6D752BD435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4571206"/>
              </p:ext>
            </p:extLst>
          </p:nvPr>
        </p:nvGraphicFramePr>
        <p:xfrm>
          <a:off x="2102228" y="477881"/>
          <a:ext cx="593912" cy="1146016"/>
        </p:xfrm>
        <a:graphic>
          <a:graphicData uri="http://schemas.openxmlformats.org/drawingml/2006/table">
            <a:tbl>
              <a:tblPr firstRow="1" bandRow="1"/>
              <a:tblGrid>
                <a:gridCol w="593912">
                  <a:extLst>
                    <a:ext uri="{9D8B030D-6E8A-4147-A177-3AD203B41FA5}">
                      <a16:colId xmlns:a16="http://schemas.microsoft.com/office/drawing/2014/main" val="2573993177"/>
                    </a:ext>
                  </a:extLst>
                </a:gridCol>
              </a:tblGrid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608801"/>
                  </a:ext>
                </a:extLst>
              </a:tr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803210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811FE43-F8F6-4A16-B7B4-A98A2F75DA67}"/>
              </a:ext>
            </a:extLst>
          </p:cNvPr>
          <p:cNvSpPr txBox="1"/>
          <p:nvPr/>
        </p:nvSpPr>
        <p:spPr>
          <a:xfrm>
            <a:off x="2946879" y="789279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Arial "/>
                <a:ea typeface="Microsoft YaHei" panose="020B0503020204020204" pitchFamily="34" charset="-122"/>
              </a:rPr>
              <a:t>=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8EC585-7D50-4F66-80A7-DBE6A3404325}"/>
              </a:ext>
            </a:extLst>
          </p:cNvPr>
          <p:cNvSpPr txBox="1"/>
          <p:nvPr/>
        </p:nvSpPr>
        <p:spPr>
          <a:xfrm>
            <a:off x="4870934" y="762064"/>
            <a:ext cx="36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Arial "/>
                <a:ea typeface="Microsoft YaHei" panose="020B0503020204020204" pitchFamily="34" charset="-122"/>
              </a:rPr>
              <a:t>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16F70D-1957-4F50-A845-00D3AD8313A6}"/>
              </a:ext>
            </a:extLst>
          </p:cNvPr>
          <p:cNvSpPr txBox="1"/>
          <p:nvPr/>
        </p:nvSpPr>
        <p:spPr>
          <a:xfrm>
            <a:off x="5000103" y="744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输入向量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7F6478-6CFF-4EDC-8BFD-F5EBCED10E46}"/>
              </a:ext>
            </a:extLst>
          </p:cNvPr>
          <p:cNvSpPr txBox="1"/>
          <p:nvPr/>
        </p:nvSpPr>
        <p:spPr>
          <a:xfrm>
            <a:off x="3723162" y="744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输入矩阵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766EC6-F73B-4A28-8DC7-E43A9C2B1586}"/>
              </a:ext>
            </a:extLst>
          </p:cNvPr>
          <p:cNvSpPr txBox="1"/>
          <p:nvPr/>
        </p:nvSpPr>
        <p:spPr>
          <a:xfrm>
            <a:off x="2102229" y="127791"/>
            <a:ext cx="652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输出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0A94BCFE-A8BD-409A-B582-23834BD917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2953516"/>
              </p:ext>
            </p:extLst>
          </p:nvPr>
        </p:nvGraphicFramePr>
        <p:xfrm>
          <a:off x="6575615" y="477881"/>
          <a:ext cx="593912" cy="1146016"/>
        </p:xfrm>
        <a:graphic>
          <a:graphicData uri="http://schemas.openxmlformats.org/drawingml/2006/table">
            <a:tbl>
              <a:tblPr firstRow="1" bandRow="1"/>
              <a:tblGrid>
                <a:gridCol w="593912">
                  <a:extLst>
                    <a:ext uri="{9D8B030D-6E8A-4147-A177-3AD203B41FA5}">
                      <a16:colId xmlns:a16="http://schemas.microsoft.com/office/drawing/2014/main" val="2573993177"/>
                    </a:ext>
                  </a:extLst>
                </a:gridCol>
              </a:tblGrid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608801"/>
                  </a:ext>
                </a:extLst>
              </a:tr>
              <a:tr h="5730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803210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76493DA1-CB4A-4D45-8BE7-BD5DA79B6726}"/>
              </a:ext>
            </a:extLst>
          </p:cNvPr>
          <p:cNvSpPr txBox="1"/>
          <p:nvPr/>
        </p:nvSpPr>
        <p:spPr>
          <a:xfrm>
            <a:off x="6003096" y="762064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Arial "/>
                <a:ea typeface="Microsoft YaHei" panose="020B0503020204020204" pitchFamily="34" charset="-122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059BB3-8AF6-4778-9461-48E9082A028F}"/>
              </a:ext>
            </a:extLst>
          </p:cNvPr>
          <p:cNvSpPr txBox="1"/>
          <p:nvPr/>
        </p:nvSpPr>
        <p:spPr>
          <a:xfrm>
            <a:off x="6438037" y="744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累加器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681EEF-2DFC-4E1C-92FC-20D517FF6A36}"/>
              </a:ext>
            </a:extLst>
          </p:cNvPr>
          <p:cNvSpPr txBox="1"/>
          <p:nvPr/>
        </p:nvSpPr>
        <p:spPr>
          <a:xfrm>
            <a:off x="153431" y="664506"/>
            <a:ext cx="1255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每一个是一个</a:t>
            </a:r>
            <a:r>
              <a:rPr lang="en-US" altLang="zh-CN" dirty="0" smtClean="0">
                <a:latin typeface="Arial "/>
                <a:ea typeface="Microsoft YaHei" panose="020B0503020204020204" pitchFamily="34" charset="-122"/>
              </a:rPr>
              <a:t>TLR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8605C91-4CC2-4DAA-B7EF-B5A9A2258D42}"/>
              </a:ext>
            </a:extLst>
          </p:cNvPr>
          <p:cNvCxnSpPr>
            <a:cxnSpLocks/>
          </p:cNvCxnSpPr>
          <p:nvPr/>
        </p:nvCxnSpPr>
        <p:spPr>
          <a:xfrm>
            <a:off x="1869305" y="1331027"/>
            <a:ext cx="206937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65F0D6C-2D23-441C-BC43-3AC698B7369C}"/>
              </a:ext>
            </a:extLst>
          </p:cNvPr>
          <p:cNvCxnSpPr>
            <a:cxnSpLocks/>
          </p:cNvCxnSpPr>
          <p:nvPr/>
        </p:nvCxnSpPr>
        <p:spPr>
          <a:xfrm>
            <a:off x="1858419" y="773135"/>
            <a:ext cx="206937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3898C81-C007-4897-A1CB-70BFA4FC2576}"/>
              </a:ext>
            </a:extLst>
          </p:cNvPr>
          <p:cNvSpPr txBox="1"/>
          <p:nvPr/>
        </p:nvSpPr>
        <p:spPr>
          <a:xfrm>
            <a:off x="1519837" y="4437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低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0A3623-65E3-4E82-9C01-79906B53415F}"/>
              </a:ext>
            </a:extLst>
          </p:cNvPr>
          <p:cNvSpPr txBox="1"/>
          <p:nvPr/>
        </p:nvSpPr>
        <p:spPr>
          <a:xfrm>
            <a:off x="1518475" y="12588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 smtClean="0">
                <a:latin typeface="Arial "/>
                <a:ea typeface="Microsoft YaHei" panose="020B0503020204020204" pitchFamily="34" charset="-122"/>
              </a:rPr>
              <a:t>高</a:t>
            </a:r>
            <a:endParaRPr lang="en-US" dirty="0">
              <a:latin typeface="Arial 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851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26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</vt:lpstr>
      <vt:lpstr>Microsoft YaHei</vt:lpstr>
      <vt:lpstr>Arial</vt:lpstr>
      <vt:lpstr>Calibri</vt:lpstr>
      <vt:lpstr>Calibri Light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3</cp:revision>
  <dcterms:created xsi:type="dcterms:W3CDTF">2022-04-13T06:19:27Z</dcterms:created>
  <dcterms:modified xsi:type="dcterms:W3CDTF">2022-11-25T06:20:25Z</dcterms:modified>
</cp:coreProperties>
</file>