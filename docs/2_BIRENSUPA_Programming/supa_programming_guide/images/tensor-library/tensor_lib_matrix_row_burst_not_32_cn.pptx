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400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9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9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897890"/>
            <a:ext cx="5440680" cy="1910080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881630"/>
            <a:ext cx="4800600" cy="1324610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6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2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367791"/>
            <a:ext cx="5520690" cy="228219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671571"/>
            <a:ext cx="5520690" cy="1200150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/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3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460500"/>
            <a:ext cx="272034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460500"/>
            <a:ext cx="272034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8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92101"/>
            <a:ext cx="552069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344930"/>
            <a:ext cx="2707838" cy="659130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004060"/>
            <a:ext cx="270783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344930"/>
            <a:ext cx="2721174" cy="659130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004060"/>
            <a:ext cx="272117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6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8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5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65760"/>
            <a:ext cx="2064425" cy="128016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789941"/>
            <a:ext cx="3240405" cy="3898900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645920"/>
            <a:ext cx="2064425" cy="3049270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0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65760"/>
            <a:ext cx="2064425" cy="128016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789941"/>
            <a:ext cx="3240405" cy="3898900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645920"/>
            <a:ext cx="2064425" cy="3049270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4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92100"/>
            <a:ext cx="1380173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92100"/>
            <a:ext cx="4060508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7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92101"/>
            <a:ext cx="552069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460500"/>
            <a:ext cx="552069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5085081"/>
            <a:ext cx="14401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D2A66-3909-499A-B841-86647869519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5085081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5085081"/>
            <a:ext cx="14401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062CB-E3F2-4B7C-B503-49A09F247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6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Table 8">
            <a:extLst>
              <a:ext uri="{FF2B5EF4-FFF2-40B4-BE49-F238E27FC236}">
                <a16:creationId xmlns:a16="http://schemas.microsoft.com/office/drawing/2014/main" id="{44611F1B-A937-4FD6-A7F0-B75F5D463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37501"/>
              </p:ext>
            </p:extLst>
          </p:nvPr>
        </p:nvGraphicFramePr>
        <p:xfrm>
          <a:off x="308944" y="833120"/>
          <a:ext cx="3840480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/>
                        <a:t>数据块</a:t>
                      </a:r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/>
                        <a:t>数据块</a:t>
                      </a:r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/>
                        <a:t>数据块</a:t>
                      </a:r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/>
                        <a:t>数据块</a:t>
                      </a:r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2KB</a:t>
                      </a:r>
                      <a:r>
                        <a:rPr lang="zh-CN" altLang="en-US" sz="1500" smtClean="0"/>
                        <a:t>对齐数据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3781"/>
                  </a:ext>
                </a:extLst>
              </a:tr>
            </a:tbl>
          </a:graphicData>
        </a:graphic>
      </p:graphicFrame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74C865AE-A4F7-47B2-936D-8EC3C601A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872112"/>
              </p:ext>
            </p:extLst>
          </p:nvPr>
        </p:nvGraphicFramePr>
        <p:xfrm>
          <a:off x="4389244" y="2742700"/>
          <a:ext cx="18288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79710C67-5387-42EA-9AE9-576EF2177DAC}"/>
              </a:ext>
            </a:extLst>
          </p:cNvPr>
          <p:cNvSpPr txBox="1"/>
          <p:nvPr/>
        </p:nvSpPr>
        <p:spPr>
          <a:xfrm>
            <a:off x="199231" y="68292"/>
            <a:ext cx="450280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BF16/S16/U8/S8/S4) 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E450A28-6952-46C9-A5FE-818765BD892B}"/>
              </a:ext>
            </a:extLst>
          </p:cNvPr>
          <p:cNvCxnSpPr>
            <a:cxnSpLocks/>
          </p:cNvCxnSpPr>
          <p:nvPr/>
        </p:nvCxnSpPr>
        <p:spPr>
          <a:xfrm>
            <a:off x="281854" y="673884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D13499DA-0463-4711-B63A-78C6BFC28D92}"/>
              </a:ext>
            </a:extLst>
          </p:cNvPr>
          <p:cNvSpPr txBox="1"/>
          <p:nvPr/>
        </p:nvSpPr>
        <p:spPr>
          <a:xfrm>
            <a:off x="711345" y="55513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EAE71EB-3B71-4FE9-9BA6-6CC6F3EAB1B8}"/>
              </a:ext>
            </a:extLst>
          </p:cNvPr>
          <p:cNvCxnSpPr>
            <a:cxnSpLocks/>
          </p:cNvCxnSpPr>
          <p:nvPr/>
        </p:nvCxnSpPr>
        <p:spPr>
          <a:xfrm>
            <a:off x="147119" y="801352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EA76D06D-41E8-46FA-88EB-4ADE8B4E6FF9}"/>
              </a:ext>
            </a:extLst>
          </p:cNvPr>
          <p:cNvSpPr txBox="1"/>
          <p:nvPr/>
        </p:nvSpPr>
        <p:spPr>
          <a:xfrm>
            <a:off x="0" y="112469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64DD1B7-2390-4C2A-A752-43D98BCBEF33}"/>
              </a:ext>
            </a:extLst>
          </p:cNvPr>
          <p:cNvSpPr txBox="1"/>
          <p:nvPr/>
        </p:nvSpPr>
        <p:spPr>
          <a:xfrm>
            <a:off x="4311248" y="2465701"/>
            <a:ext cx="1090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Burst4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F2EED90A-F98A-4101-AA0A-E79FE321F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08096"/>
              </p:ext>
            </p:extLst>
          </p:nvPr>
        </p:nvGraphicFramePr>
        <p:xfrm>
          <a:off x="4389244" y="2187659"/>
          <a:ext cx="13716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A2ABAB1A-2CD4-46E1-B54D-3098B7B21B85}"/>
              </a:ext>
            </a:extLst>
          </p:cNvPr>
          <p:cNvSpPr txBox="1"/>
          <p:nvPr/>
        </p:nvSpPr>
        <p:spPr>
          <a:xfrm>
            <a:off x="4311248" y="1910660"/>
            <a:ext cx="1187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Burst3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8B574BF2-246A-45E9-9317-2D36F4F6C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963453"/>
              </p:ext>
            </p:extLst>
          </p:nvPr>
        </p:nvGraphicFramePr>
        <p:xfrm>
          <a:off x="4389244" y="1636094"/>
          <a:ext cx="9144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8D1ECBF2-2AED-4367-A893-F427D95984D2}"/>
              </a:ext>
            </a:extLst>
          </p:cNvPr>
          <p:cNvSpPr txBox="1"/>
          <p:nvPr/>
        </p:nvSpPr>
        <p:spPr>
          <a:xfrm>
            <a:off x="4311248" y="1359095"/>
            <a:ext cx="1268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Burst2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4A2E808C-8E95-4DC0-92FD-478E03C6A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89759"/>
              </p:ext>
            </p:extLst>
          </p:nvPr>
        </p:nvGraphicFramePr>
        <p:xfrm>
          <a:off x="4389244" y="1081053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17" name="TextBox 116">
            <a:extLst>
              <a:ext uri="{FF2B5EF4-FFF2-40B4-BE49-F238E27FC236}">
                <a16:creationId xmlns:a16="http://schemas.microsoft.com/office/drawing/2014/main" id="{E25C508B-E464-4EDA-9DAD-84667B973311}"/>
              </a:ext>
            </a:extLst>
          </p:cNvPr>
          <p:cNvSpPr txBox="1"/>
          <p:nvPr/>
        </p:nvSpPr>
        <p:spPr>
          <a:xfrm>
            <a:off x="4311248" y="804054"/>
            <a:ext cx="1187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Burst1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8" name="Table 3">
            <a:extLst>
              <a:ext uri="{FF2B5EF4-FFF2-40B4-BE49-F238E27FC236}">
                <a16:creationId xmlns:a16="http://schemas.microsoft.com/office/drawing/2014/main" id="{05E2BBF9-E9FF-4648-AFB9-772781001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66827"/>
              </p:ext>
            </p:extLst>
          </p:nvPr>
        </p:nvGraphicFramePr>
        <p:xfrm>
          <a:off x="308944" y="4307506"/>
          <a:ext cx="475488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289537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45932406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35178647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9859525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3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9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3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3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45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3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577548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DF6933F5-5464-4C67-9C93-3E618E394654}"/>
              </a:ext>
            </a:extLst>
          </p:cNvPr>
          <p:cNvSpPr txBox="1"/>
          <p:nvPr/>
        </p:nvSpPr>
        <p:spPr>
          <a:xfrm>
            <a:off x="202993" y="3514981"/>
            <a:ext cx="51206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r>
              <a:rPr 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(BF16/S16/U8/S8/S4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61F91F9-55CD-4B5D-9695-2909368C05D2}"/>
              </a:ext>
            </a:extLst>
          </p:cNvPr>
          <p:cNvCxnSpPr>
            <a:cxnSpLocks/>
          </p:cNvCxnSpPr>
          <p:nvPr/>
        </p:nvCxnSpPr>
        <p:spPr>
          <a:xfrm>
            <a:off x="289804" y="4166252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4F5FE84-F38C-4141-84D9-5CD88086D666}"/>
              </a:ext>
            </a:extLst>
          </p:cNvPr>
          <p:cNvSpPr txBox="1"/>
          <p:nvPr/>
        </p:nvSpPr>
        <p:spPr>
          <a:xfrm>
            <a:off x="719295" y="4047499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95B0BE0-B14C-4A1E-B83E-D2F7B2443D34}"/>
              </a:ext>
            </a:extLst>
          </p:cNvPr>
          <p:cNvCxnSpPr>
            <a:cxnSpLocks/>
          </p:cNvCxnSpPr>
          <p:nvPr/>
        </p:nvCxnSpPr>
        <p:spPr>
          <a:xfrm>
            <a:off x="155069" y="4293720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945670E-AC71-4D1D-A2FE-29191E89BE41}"/>
              </a:ext>
            </a:extLst>
          </p:cNvPr>
          <p:cNvSpPr txBox="1"/>
          <p:nvPr/>
        </p:nvSpPr>
        <p:spPr>
          <a:xfrm>
            <a:off x="7950" y="461706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33679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175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3</cp:revision>
  <dcterms:created xsi:type="dcterms:W3CDTF">2022-04-14T00:02:05Z</dcterms:created>
  <dcterms:modified xsi:type="dcterms:W3CDTF">2022-11-25T07:23:58Z</dcterms:modified>
</cp:coreProperties>
</file>