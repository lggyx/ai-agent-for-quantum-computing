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8686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748242"/>
            <a:ext cx="65151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2401359"/>
            <a:ext cx="65151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5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1139826"/>
            <a:ext cx="749236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3059642"/>
            <a:ext cx="749236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0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1217083"/>
            <a:ext cx="369189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1217083"/>
            <a:ext cx="369189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6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43417"/>
            <a:ext cx="7492365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1120775"/>
            <a:ext cx="3674923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1670050"/>
            <a:ext cx="3674923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1120775"/>
            <a:ext cx="3693021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1670050"/>
            <a:ext cx="3693021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0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8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3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04800"/>
            <a:ext cx="2801719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658284"/>
            <a:ext cx="4397693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371600"/>
            <a:ext cx="2801719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04800"/>
            <a:ext cx="2801719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658284"/>
            <a:ext cx="4397693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371600"/>
            <a:ext cx="2801719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7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1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243417"/>
            <a:ext cx="1873091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243417"/>
            <a:ext cx="5510689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9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243417"/>
            <a:ext cx="749236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1217083"/>
            <a:ext cx="749236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4237567"/>
            <a:ext cx="19545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99950-25A5-419B-96CA-455AD4609FD4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4237567"/>
            <a:ext cx="293179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4237567"/>
            <a:ext cx="19545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77C50-D19F-43B8-BB77-652B3A9B2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6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roup 265">
            <a:extLst>
              <a:ext uri="{FF2B5EF4-FFF2-40B4-BE49-F238E27FC236}">
                <a16:creationId xmlns:a16="http://schemas.microsoft.com/office/drawing/2014/main" id="{0CB86E8E-0547-4BB1-95B9-585729065AD6}"/>
              </a:ext>
            </a:extLst>
          </p:cNvPr>
          <p:cNvGrpSpPr/>
          <p:nvPr/>
        </p:nvGrpSpPr>
        <p:grpSpPr>
          <a:xfrm>
            <a:off x="549719" y="1236043"/>
            <a:ext cx="2117747" cy="2430235"/>
            <a:chOff x="4982299" y="2633663"/>
            <a:chExt cx="2117747" cy="2430235"/>
          </a:xfrm>
        </p:grpSpPr>
        <p:sp>
          <p:nvSpPr>
            <p:cNvPr id="267" name="Cube 266">
              <a:extLst>
                <a:ext uri="{FF2B5EF4-FFF2-40B4-BE49-F238E27FC236}">
                  <a16:creationId xmlns:a16="http://schemas.microsoft.com/office/drawing/2014/main" id="{C91F91A1-3758-4722-95B0-707E4C15DF46}"/>
                </a:ext>
              </a:extLst>
            </p:cNvPr>
            <p:cNvSpPr/>
            <p:nvPr/>
          </p:nvSpPr>
          <p:spPr>
            <a:xfrm flipH="1">
              <a:off x="4986337" y="2638426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B5FE071D-B63C-4089-8AF2-B095741B9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24CB9F4E-9804-49F1-9AFC-0F00DE9A5B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F4F19D8D-B1C3-4C3D-872B-C475B6683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5AAE487D-A3BD-449A-8411-FDD929574E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8F6288C-339A-4141-8BBF-D29AF1C3BAD0}"/>
                </a:ext>
              </a:extLst>
            </p:cNvPr>
            <p:cNvCxnSpPr>
              <a:cxnSpLocks/>
              <a:endCxn id="267" idx="5"/>
            </p:cNvCxnSpPr>
            <p:nvPr/>
          </p:nvCxnSpPr>
          <p:spPr>
            <a:xfrm flipH="1" flipV="1">
              <a:off x="4986337" y="3753583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F6C06752-61E4-4B14-B384-1F8A8C38BC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20AF0BF-8CD1-46A9-9C15-8D4750DA222D}"/>
              </a:ext>
            </a:extLst>
          </p:cNvPr>
          <p:cNvGrpSpPr/>
          <p:nvPr/>
        </p:nvGrpSpPr>
        <p:grpSpPr>
          <a:xfrm>
            <a:off x="744981" y="1436067"/>
            <a:ext cx="2117747" cy="2425472"/>
            <a:chOff x="4982299" y="2633663"/>
            <a:chExt cx="2117747" cy="2425472"/>
          </a:xfrm>
        </p:grpSpPr>
        <p:sp>
          <p:nvSpPr>
            <p:cNvPr id="275" name="Cube 274">
              <a:extLst>
                <a:ext uri="{FF2B5EF4-FFF2-40B4-BE49-F238E27FC236}">
                  <a16:creationId xmlns:a16="http://schemas.microsoft.com/office/drawing/2014/main" id="{D87B03EA-CEAC-4E38-9EBE-1FD1279AF9FB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264CCD80-C7C1-4749-A3CC-AC7BC9EC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38E733E1-49CC-4BB0-8F6F-00CDE579C1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D82E9635-4F21-4231-A508-31BD04FDCD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299DD52D-C9B2-4DB8-B5EE-DC76C40E1E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5D23A0BC-A42A-4DD0-B413-9F90EBAFB40D}"/>
                </a:ext>
              </a:extLst>
            </p:cNvPr>
            <p:cNvCxnSpPr>
              <a:cxnSpLocks/>
              <a:endCxn id="275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82C4C291-40C9-4393-A56E-74CB630347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B0FA3C-8FC5-45D2-8FD9-0985CDE1E723}"/>
              </a:ext>
            </a:extLst>
          </p:cNvPr>
          <p:cNvGrpSpPr/>
          <p:nvPr/>
        </p:nvGrpSpPr>
        <p:grpSpPr>
          <a:xfrm>
            <a:off x="938874" y="1631328"/>
            <a:ext cx="2117747" cy="2425472"/>
            <a:chOff x="4982299" y="2633663"/>
            <a:chExt cx="2117747" cy="2425472"/>
          </a:xfrm>
        </p:grpSpPr>
        <p:sp>
          <p:nvSpPr>
            <p:cNvPr id="283" name="Cube 282">
              <a:extLst>
                <a:ext uri="{FF2B5EF4-FFF2-40B4-BE49-F238E27FC236}">
                  <a16:creationId xmlns:a16="http://schemas.microsoft.com/office/drawing/2014/main" id="{6D2E9229-6A00-4F22-8025-6BFE4A680738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B1C83A31-15A9-4918-8445-020457E08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0572EB1C-6BF7-4A37-9042-1D84650FB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B04898A-50FC-4693-B075-83B622001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53978F9D-4F79-4390-90B3-92767F5E16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8F6D5F05-A653-4F59-BD14-496200423671}"/>
                </a:ext>
              </a:extLst>
            </p:cNvPr>
            <p:cNvCxnSpPr>
              <a:cxnSpLocks/>
              <a:endCxn id="283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00DDAE9-A366-439C-A26A-9990FFDE3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016D02F-BD82-4431-BA96-253A7E9DDA73}"/>
              </a:ext>
            </a:extLst>
          </p:cNvPr>
          <p:cNvGrpSpPr/>
          <p:nvPr/>
        </p:nvGrpSpPr>
        <p:grpSpPr>
          <a:xfrm>
            <a:off x="1134699" y="1827023"/>
            <a:ext cx="2117747" cy="2425472"/>
            <a:chOff x="4982299" y="2633663"/>
            <a:chExt cx="2117747" cy="2425472"/>
          </a:xfrm>
        </p:grpSpPr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5974F7E9-B3B8-488B-8219-D4962C9FD614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381190BD-785B-46AD-B2E1-B0CC4F131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AD68863D-162E-4F30-B1BD-B87066EC58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2A948181-5958-4B20-8644-A8EF99BFA4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0E0DD561-AB23-46D0-9030-8591CEE37D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14BA897D-E62A-4EFD-9FAF-0A212F440CAB}"/>
                </a:ext>
              </a:extLst>
            </p:cNvPr>
            <p:cNvCxnSpPr>
              <a:cxnSpLocks/>
              <a:endCxn id="291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78A2ACA9-E2D1-4A73-BF2C-960D983C22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E9BAF0F2-3DD5-4200-8DA7-CD0D1C7E53AB}"/>
              </a:ext>
            </a:extLst>
          </p:cNvPr>
          <p:cNvGrpSpPr/>
          <p:nvPr/>
        </p:nvGrpSpPr>
        <p:grpSpPr>
          <a:xfrm>
            <a:off x="1331352" y="2023609"/>
            <a:ext cx="2117747" cy="2425472"/>
            <a:chOff x="4982299" y="2633663"/>
            <a:chExt cx="2117747" cy="2425472"/>
          </a:xfrm>
        </p:grpSpPr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1D712437-D642-4BF1-8E97-88641FFB9143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506A863-CA5F-4241-AD8B-B7C06169A8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BDCCD29E-E196-4197-9EB6-2D3CACEE90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5A27FAED-FE1A-4DFE-B112-E0FCA89F93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7E34D49-EC54-40EF-931D-4B34B98611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757ABF6E-D2B3-4ADF-9CCF-547F506DEAE1}"/>
                </a:ext>
              </a:extLst>
            </p:cNvPr>
            <p:cNvCxnSpPr>
              <a:cxnSpLocks/>
              <a:endCxn id="299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560245A1-7013-49E6-9BB6-CF03F658F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06" name="Table 8">
            <a:extLst>
              <a:ext uri="{FF2B5EF4-FFF2-40B4-BE49-F238E27FC236}">
                <a16:creationId xmlns:a16="http://schemas.microsoft.com/office/drawing/2014/main" id="{A45C19F2-AE88-4600-9647-22C225BFE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87164"/>
              </p:ext>
            </p:extLst>
          </p:nvPr>
        </p:nvGraphicFramePr>
        <p:xfrm flipH="1">
          <a:off x="1532346" y="2223150"/>
          <a:ext cx="192024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1</a:t>
                      </a:r>
                      <a:r>
                        <a:rPr lang="en-US" sz="1400" dirty="0" smtClean="0"/>
                        <a:t>KB</a:t>
                      </a:r>
                      <a:r>
                        <a:rPr lang="zh-CN" altLang="en-US" sz="1400" dirty="0" smtClean="0"/>
                        <a:t>对齐数据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</a:tbl>
          </a:graphicData>
        </a:graphic>
      </p:graphicFrame>
      <p:sp>
        <p:nvSpPr>
          <p:cNvPr id="307" name="TextBox 306">
            <a:extLst>
              <a:ext uri="{FF2B5EF4-FFF2-40B4-BE49-F238E27FC236}">
                <a16:creationId xmlns:a16="http://schemas.microsoft.com/office/drawing/2014/main" id="{27913DC7-A6C3-4935-ADBC-136DCEA00624}"/>
              </a:ext>
            </a:extLst>
          </p:cNvPr>
          <p:cNvSpPr txBox="1"/>
          <p:nvPr/>
        </p:nvSpPr>
        <p:spPr>
          <a:xfrm>
            <a:off x="300607" y="46134"/>
            <a:ext cx="27267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</a:t>
            </a:r>
            <a:r>
              <a:rPr lang="zh-CN" altLang="en-US" sz="16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zh-CN" altLang="en-US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一个流式处理器簇一</a:t>
            </a:r>
            <a:r>
              <a:rPr lang="zh-CN" altLang="en-US" sz="16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次读取或存储的数据块</a:t>
            </a:r>
            <a:endParaRPr lang="en-US" altLang="zh-CN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BF16/S16/U8/S8/S4) </a:t>
            </a:r>
          </a:p>
        </p:txBody>
      </p:sp>
      <p:graphicFrame>
        <p:nvGraphicFramePr>
          <p:cNvPr id="308" name="Table 307">
            <a:extLst>
              <a:ext uri="{FF2B5EF4-FFF2-40B4-BE49-F238E27FC236}">
                <a16:creationId xmlns:a16="http://schemas.microsoft.com/office/drawing/2014/main" id="{C1C7ED34-588C-4670-9CD2-E1CED1FDF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80408"/>
              </p:ext>
            </p:extLst>
          </p:nvPr>
        </p:nvGraphicFramePr>
        <p:xfrm>
          <a:off x="3890418" y="3169725"/>
          <a:ext cx="18288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309" name="TextBox 308">
            <a:extLst>
              <a:ext uri="{FF2B5EF4-FFF2-40B4-BE49-F238E27FC236}">
                <a16:creationId xmlns:a16="http://schemas.microsoft.com/office/drawing/2014/main" id="{7F7E717E-F1C6-4596-AEAD-173D5EB47AFF}"/>
              </a:ext>
            </a:extLst>
          </p:cNvPr>
          <p:cNvSpPr txBox="1"/>
          <p:nvPr/>
        </p:nvSpPr>
        <p:spPr>
          <a:xfrm>
            <a:off x="3812422" y="2892726"/>
            <a:ext cx="1275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Brust4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0" name="Table 309">
            <a:extLst>
              <a:ext uri="{FF2B5EF4-FFF2-40B4-BE49-F238E27FC236}">
                <a16:creationId xmlns:a16="http://schemas.microsoft.com/office/drawing/2014/main" id="{4A45D5FF-3FA2-464F-98D5-A2082443F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5751"/>
              </p:ext>
            </p:extLst>
          </p:nvPr>
        </p:nvGraphicFramePr>
        <p:xfrm>
          <a:off x="3890418" y="2614684"/>
          <a:ext cx="13716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311" name="TextBox 310">
            <a:extLst>
              <a:ext uri="{FF2B5EF4-FFF2-40B4-BE49-F238E27FC236}">
                <a16:creationId xmlns:a16="http://schemas.microsoft.com/office/drawing/2014/main" id="{67A30F78-C0C9-4706-8A9E-1BE87BC529AD}"/>
              </a:ext>
            </a:extLst>
          </p:cNvPr>
          <p:cNvSpPr txBox="1"/>
          <p:nvPr/>
        </p:nvSpPr>
        <p:spPr>
          <a:xfrm>
            <a:off x="3812422" y="2337685"/>
            <a:ext cx="123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Brust3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2" name="Table 311">
            <a:extLst>
              <a:ext uri="{FF2B5EF4-FFF2-40B4-BE49-F238E27FC236}">
                <a16:creationId xmlns:a16="http://schemas.microsoft.com/office/drawing/2014/main" id="{68AD11A8-C365-4F31-AEFF-D20D3828E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40557"/>
              </p:ext>
            </p:extLst>
          </p:nvPr>
        </p:nvGraphicFramePr>
        <p:xfrm>
          <a:off x="3890418" y="2063119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313" name="TextBox 312">
            <a:extLst>
              <a:ext uri="{FF2B5EF4-FFF2-40B4-BE49-F238E27FC236}">
                <a16:creationId xmlns:a16="http://schemas.microsoft.com/office/drawing/2014/main" id="{2DCAE85C-6555-4935-AAE6-EA45568E0442}"/>
              </a:ext>
            </a:extLst>
          </p:cNvPr>
          <p:cNvSpPr txBox="1"/>
          <p:nvPr/>
        </p:nvSpPr>
        <p:spPr>
          <a:xfrm>
            <a:off x="3812422" y="1786120"/>
            <a:ext cx="1275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Brust2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4" name="Table 313">
            <a:extLst>
              <a:ext uri="{FF2B5EF4-FFF2-40B4-BE49-F238E27FC236}">
                <a16:creationId xmlns:a16="http://schemas.microsoft.com/office/drawing/2014/main" id="{B819883B-0115-4741-A567-99E67AB9C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94732"/>
              </p:ext>
            </p:extLst>
          </p:nvPr>
        </p:nvGraphicFramePr>
        <p:xfrm>
          <a:off x="3890418" y="1508078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315" name="TextBox 314">
            <a:extLst>
              <a:ext uri="{FF2B5EF4-FFF2-40B4-BE49-F238E27FC236}">
                <a16:creationId xmlns:a16="http://schemas.microsoft.com/office/drawing/2014/main" id="{CC27B8AB-42E0-407B-AB27-5DD5672A44CF}"/>
              </a:ext>
            </a:extLst>
          </p:cNvPr>
          <p:cNvSpPr txBox="1"/>
          <p:nvPr/>
        </p:nvSpPr>
        <p:spPr>
          <a:xfrm>
            <a:off x="3812422" y="1231079"/>
            <a:ext cx="1224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Brust1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6" name="Parallelogram 315">
            <a:extLst>
              <a:ext uri="{FF2B5EF4-FFF2-40B4-BE49-F238E27FC236}">
                <a16:creationId xmlns:a16="http://schemas.microsoft.com/office/drawing/2014/main" id="{C93CCF3C-9414-42E8-B861-8C0D782A3CA8}"/>
              </a:ext>
            </a:extLst>
          </p:cNvPr>
          <p:cNvSpPr/>
          <p:nvPr/>
        </p:nvSpPr>
        <p:spPr>
          <a:xfrm flipH="1">
            <a:off x="1332032" y="2020440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7" name="Parallelogram 316">
            <a:extLst>
              <a:ext uri="{FF2B5EF4-FFF2-40B4-BE49-F238E27FC236}">
                <a16:creationId xmlns:a16="http://schemas.microsoft.com/office/drawing/2014/main" id="{B6C99613-9222-4783-9109-AC2D4BBD84FC}"/>
              </a:ext>
            </a:extLst>
          </p:cNvPr>
          <p:cNvSpPr/>
          <p:nvPr/>
        </p:nvSpPr>
        <p:spPr>
          <a:xfrm rot="16200000">
            <a:off x="1148782" y="2210723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8" name="Parallelogram 317">
            <a:extLst>
              <a:ext uri="{FF2B5EF4-FFF2-40B4-BE49-F238E27FC236}">
                <a16:creationId xmlns:a16="http://schemas.microsoft.com/office/drawing/2014/main" id="{0B86982E-060C-40DB-9960-9493F3AA82E2}"/>
              </a:ext>
            </a:extLst>
          </p:cNvPr>
          <p:cNvSpPr/>
          <p:nvPr/>
        </p:nvSpPr>
        <p:spPr>
          <a:xfrm rot="16200000">
            <a:off x="1149057" y="2575293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9" name="Parallelogram 318">
            <a:extLst>
              <a:ext uri="{FF2B5EF4-FFF2-40B4-BE49-F238E27FC236}">
                <a16:creationId xmlns:a16="http://schemas.microsoft.com/office/drawing/2014/main" id="{7C1DD7EB-39A5-464E-96CE-BE255A8C7712}"/>
              </a:ext>
            </a:extLst>
          </p:cNvPr>
          <p:cNvSpPr/>
          <p:nvPr/>
        </p:nvSpPr>
        <p:spPr>
          <a:xfrm rot="16200000">
            <a:off x="1151894" y="2953697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0" name="Parallelogram 319">
            <a:extLst>
              <a:ext uri="{FF2B5EF4-FFF2-40B4-BE49-F238E27FC236}">
                <a16:creationId xmlns:a16="http://schemas.microsoft.com/office/drawing/2014/main" id="{FA441230-1C61-49B7-8727-85F7872EA7E3}"/>
              </a:ext>
            </a:extLst>
          </p:cNvPr>
          <p:cNvSpPr/>
          <p:nvPr/>
        </p:nvSpPr>
        <p:spPr>
          <a:xfrm rot="16200000">
            <a:off x="1151788" y="3321961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1" name="Parallelogram 320">
            <a:extLst>
              <a:ext uri="{FF2B5EF4-FFF2-40B4-BE49-F238E27FC236}">
                <a16:creationId xmlns:a16="http://schemas.microsoft.com/office/drawing/2014/main" id="{DDC5F38E-5E6A-44FC-BB5A-CB6DDE00603E}"/>
              </a:ext>
            </a:extLst>
          </p:cNvPr>
          <p:cNvSpPr/>
          <p:nvPr/>
        </p:nvSpPr>
        <p:spPr>
          <a:xfrm flipH="1">
            <a:off x="1141497" y="1823835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2" name="Parallelogram 321">
            <a:extLst>
              <a:ext uri="{FF2B5EF4-FFF2-40B4-BE49-F238E27FC236}">
                <a16:creationId xmlns:a16="http://schemas.microsoft.com/office/drawing/2014/main" id="{9B7E0894-AB32-46D9-B64D-0BA896A35CF5}"/>
              </a:ext>
            </a:extLst>
          </p:cNvPr>
          <p:cNvSpPr/>
          <p:nvPr/>
        </p:nvSpPr>
        <p:spPr>
          <a:xfrm flipH="1">
            <a:off x="946352" y="1630844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3" name="Parallelogram 322">
            <a:extLst>
              <a:ext uri="{FF2B5EF4-FFF2-40B4-BE49-F238E27FC236}">
                <a16:creationId xmlns:a16="http://schemas.microsoft.com/office/drawing/2014/main" id="{7523291D-ABDB-4FAB-BFB7-848FF19674FC}"/>
              </a:ext>
            </a:extLst>
          </p:cNvPr>
          <p:cNvSpPr/>
          <p:nvPr/>
        </p:nvSpPr>
        <p:spPr>
          <a:xfrm flipH="1">
            <a:off x="754349" y="1436530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4" name="Parallelogram 323">
            <a:extLst>
              <a:ext uri="{FF2B5EF4-FFF2-40B4-BE49-F238E27FC236}">
                <a16:creationId xmlns:a16="http://schemas.microsoft.com/office/drawing/2014/main" id="{FB229C2A-7D25-4987-9E34-73D93EEC8625}"/>
              </a:ext>
            </a:extLst>
          </p:cNvPr>
          <p:cNvSpPr/>
          <p:nvPr/>
        </p:nvSpPr>
        <p:spPr>
          <a:xfrm rot="16200000">
            <a:off x="951732" y="2007419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5" name="Parallelogram 324">
            <a:extLst>
              <a:ext uri="{FF2B5EF4-FFF2-40B4-BE49-F238E27FC236}">
                <a16:creationId xmlns:a16="http://schemas.microsoft.com/office/drawing/2014/main" id="{459BCB41-F655-4064-8A74-C014AFD41020}"/>
              </a:ext>
            </a:extLst>
          </p:cNvPr>
          <p:cNvSpPr/>
          <p:nvPr/>
        </p:nvSpPr>
        <p:spPr>
          <a:xfrm rot="16200000">
            <a:off x="952007" y="2371989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6" name="Parallelogram 325">
            <a:extLst>
              <a:ext uri="{FF2B5EF4-FFF2-40B4-BE49-F238E27FC236}">
                <a16:creationId xmlns:a16="http://schemas.microsoft.com/office/drawing/2014/main" id="{AC9F7FAA-47D8-4D4C-B8B8-1A3E18B10EF1}"/>
              </a:ext>
            </a:extLst>
          </p:cNvPr>
          <p:cNvSpPr/>
          <p:nvPr/>
        </p:nvSpPr>
        <p:spPr>
          <a:xfrm rot="16200000">
            <a:off x="954844" y="2750393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" name="Parallelogram 326">
            <a:extLst>
              <a:ext uri="{FF2B5EF4-FFF2-40B4-BE49-F238E27FC236}">
                <a16:creationId xmlns:a16="http://schemas.microsoft.com/office/drawing/2014/main" id="{8DDD5E1C-97E9-46E8-9ADA-FF98FBD00CC2}"/>
              </a:ext>
            </a:extLst>
          </p:cNvPr>
          <p:cNvSpPr/>
          <p:nvPr/>
        </p:nvSpPr>
        <p:spPr>
          <a:xfrm rot="16200000">
            <a:off x="954738" y="3118657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8" name="Parallelogram 327">
            <a:extLst>
              <a:ext uri="{FF2B5EF4-FFF2-40B4-BE49-F238E27FC236}">
                <a16:creationId xmlns:a16="http://schemas.microsoft.com/office/drawing/2014/main" id="{8D921AE7-90C4-4B09-8D43-13A41032675B}"/>
              </a:ext>
            </a:extLst>
          </p:cNvPr>
          <p:cNvSpPr/>
          <p:nvPr/>
        </p:nvSpPr>
        <p:spPr>
          <a:xfrm rot="16200000">
            <a:off x="756010" y="1817932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9" name="Parallelogram 328">
            <a:extLst>
              <a:ext uri="{FF2B5EF4-FFF2-40B4-BE49-F238E27FC236}">
                <a16:creationId xmlns:a16="http://schemas.microsoft.com/office/drawing/2014/main" id="{1CE75659-9836-4E51-9B77-BD8BD25390F7}"/>
              </a:ext>
            </a:extLst>
          </p:cNvPr>
          <p:cNvSpPr/>
          <p:nvPr/>
        </p:nvSpPr>
        <p:spPr>
          <a:xfrm rot="16200000">
            <a:off x="756285" y="2182502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0" name="Parallelogram 329">
            <a:extLst>
              <a:ext uri="{FF2B5EF4-FFF2-40B4-BE49-F238E27FC236}">
                <a16:creationId xmlns:a16="http://schemas.microsoft.com/office/drawing/2014/main" id="{8E42A3F1-5416-455F-B7F9-3910A57B1C5E}"/>
              </a:ext>
            </a:extLst>
          </p:cNvPr>
          <p:cNvSpPr/>
          <p:nvPr/>
        </p:nvSpPr>
        <p:spPr>
          <a:xfrm rot="16200000">
            <a:off x="759122" y="2560906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1" name="Parallelogram 330">
            <a:extLst>
              <a:ext uri="{FF2B5EF4-FFF2-40B4-BE49-F238E27FC236}">
                <a16:creationId xmlns:a16="http://schemas.microsoft.com/office/drawing/2014/main" id="{FB80C2A6-4AC2-41E7-B245-3266F85F85E4}"/>
              </a:ext>
            </a:extLst>
          </p:cNvPr>
          <p:cNvSpPr/>
          <p:nvPr/>
        </p:nvSpPr>
        <p:spPr>
          <a:xfrm rot="16200000">
            <a:off x="759016" y="2929170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2" name="Parallelogram 331">
            <a:extLst>
              <a:ext uri="{FF2B5EF4-FFF2-40B4-BE49-F238E27FC236}">
                <a16:creationId xmlns:a16="http://schemas.microsoft.com/office/drawing/2014/main" id="{DB63877B-C4C6-4109-867F-A64A512FD083}"/>
              </a:ext>
            </a:extLst>
          </p:cNvPr>
          <p:cNvSpPr/>
          <p:nvPr/>
        </p:nvSpPr>
        <p:spPr>
          <a:xfrm rot="16200000">
            <a:off x="561198" y="1625111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3" name="Parallelogram 332">
            <a:extLst>
              <a:ext uri="{FF2B5EF4-FFF2-40B4-BE49-F238E27FC236}">
                <a16:creationId xmlns:a16="http://schemas.microsoft.com/office/drawing/2014/main" id="{A95A4826-9CAC-4EA2-948B-9C9536D9952E}"/>
              </a:ext>
            </a:extLst>
          </p:cNvPr>
          <p:cNvSpPr/>
          <p:nvPr/>
        </p:nvSpPr>
        <p:spPr>
          <a:xfrm rot="16200000">
            <a:off x="561473" y="1989681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4" name="Parallelogram 333">
            <a:extLst>
              <a:ext uri="{FF2B5EF4-FFF2-40B4-BE49-F238E27FC236}">
                <a16:creationId xmlns:a16="http://schemas.microsoft.com/office/drawing/2014/main" id="{08A3C76F-DC6D-4D65-8727-6820F0FFE68F}"/>
              </a:ext>
            </a:extLst>
          </p:cNvPr>
          <p:cNvSpPr/>
          <p:nvPr/>
        </p:nvSpPr>
        <p:spPr>
          <a:xfrm rot="16200000">
            <a:off x="564310" y="2368085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5" name="Parallelogram 334">
            <a:extLst>
              <a:ext uri="{FF2B5EF4-FFF2-40B4-BE49-F238E27FC236}">
                <a16:creationId xmlns:a16="http://schemas.microsoft.com/office/drawing/2014/main" id="{571E2EF5-61F4-4F1A-BEEC-8F0667D1E2E2}"/>
              </a:ext>
            </a:extLst>
          </p:cNvPr>
          <p:cNvSpPr/>
          <p:nvPr/>
        </p:nvSpPr>
        <p:spPr>
          <a:xfrm rot="16200000">
            <a:off x="564204" y="2736349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C9AC9F4C-06A8-4D86-BD1E-9EB327063A74}"/>
              </a:ext>
            </a:extLst>
          </p:cNvPr>
          <p:cNvCxnSpPr>
            <a:cxnSpLocks/>
          </p:cNvCxnSpPr>
          <p:nvPr/>
        </p:nvCxnSpPr>
        <p:spPr>
          <a:xfrm>
            <a:off x="549719" y="111946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8082DD71-3DC2-4F99-8B3D-4073805D0331}"/>
              </a:ext>
            </a:extLst>
          </p:cNvPr>
          <p:cNvSpPr txBox="1"/>
          <p:nvPr/>
        </p:nvSpPr>
        <p:spPr>
          <a:xfrm>
            <a:off x="979210" y="10007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A33703F-489A-4814-9C06-8C7A37120E08}"/>
              </a:ext>
            </a:extLst>
          </p:cNvPr>
          <p:cNvCxnSpPr>
            <a:cxnSpLocks/>
          </p:cNvCxnSpPr>
          <p:nvPr/>
        </p:nvCxnSpPr>
        <p:spPr>
          <a:xfrm>
            <a:off x="414984" y="124693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38A49510-3E80-4064-A189-A83CF55E7157}"/>
              </a:ext>
            </a:extLst>
          </p:cNvPr>
          <p:cNvSpPr txBox="1"/>
          <p:nvPr/>
        </p:nvSpPr>
        <p:spPr>
          <a:xfrm>
            <a:off x="267865" y="157027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12BEA345-FD9A-4E8C-93BD-F5ECD306ACCF}"/>
              </a:ext>
            </a:extLst>
          </p:cNvPr>
          <p:cNvCxnSpPr>
            <a:cxnSpLocks/>
          </p:cNvCxnSpPr>
          <p:nvPr/>
        </p:nvCxnSpPr>
        <p:spPr>
          <a:xfrm flipH="1" flipV="1">
            <a:off x="309781" y="975805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041EE334-6972-4F60-AE34-CD35B4E43499}"/>
              </a:ext>
            </a:extLst>
          </p:cNvPr>
          <p:cNvSpPr txBox="1"/>
          <p:nvPr/>
        </p:nvSpPr>
        <p:spPr>
          <a:xfrm>
            <a:off x="-20970" y="925165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8390BED4-5565-4DB5-8610-7038281790A9}"/>
              </a:ext>
            </a:extLst>
          </p:cNvPr>
          <p:cNvGrpSpPr/>
          <p:nvPr/>
        </p:nvGrpSpPr>
        <p:grpSpPr>
          <a:xfrm>
            <a:off x="5945212" y="1272244"/>
            <a:ext cx="860002" cy="1686879"/>
            <a:chOff x="9207213" y="3550857"/>
            <a:chExt cx="860002" cy="1686879"/>
          </a:xfrm>
        </p:grpSpPr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10226611-E493-45F1-89CC-875923A2408A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63F9F7C4-EE55-43A4-A85D-A27A741950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3FA73E84-41F0-413A-B409-BB62C17CA0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EA4B342-2F35-4A2D-85E7-17BC66A39B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88725C1-7BD8-42D2-82A0-5530A9CE8103}"/>
              </a:ext>
            </a:extLst>
          </p:cNvPr>
          <p:cNvGrpSpPr/>
          <p:nvPr/>
        </p:nvGrpSpPr>
        <p:grpSpPr>
          <a:xfrm>
            <a:off x="6143164" y="1468053"/>
            <a:ext cx="860002" cy="1686879"/>
            <a:chOff x="9207213" y="3550857"/>
            <a:chExt cx="860002" cy="1686879"/>
          </a:xfrm>
        </p:grpSpPr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F6FF67DA-936F-4EBF-808E-48DA4615CA9C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CC09B2E4-9C98-4A8F-8183-63B5630E6F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F5153693-A73C-4DC4-8B18-F573F6B0F9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41903713-9CE9-4A80-8DAD-3781848CB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3DEFF3-7A98-424B-BF52-DEBD29F9C115}"/>
              </a:ext>
            </a:extLst>
          </p:cNvPr>
          <p:cNvGrpSpPr/>
          <p:nvPr/>
        </p:nvGrpSpPr>
        <p:grpSpPr>
          <a:xfrm>
            <a:off x="6343322" y="1666176"/>
            <a:ext cx="860002" cy="1686879"/>
            <a:chOff x="9207213" y="3550857"/>
            <a:chExt cx="860002" cy="1686879"/>
          </a:xfrm>
        </p:grpSpPr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E13201C6-A194-4CCD-B10F-887DE790BBF4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7CB4F70-7091-4656-A37D-8DD29B26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67D08BAB-D238-4172-9FC6-6F23AD1F2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804EB1DF-B030-4157-A864-9E15D0CD28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AD705A65-6442-46FB-B769-43580D35EF60}"/>
              </a:ext>
            </a:extLst>
          </p:cNvPr>
          <p:cNvGrpSpPr/>
          <p:nvPr/>
        </p:nvGrpSpPr>
        <p:grpSpPr>
          <a:xfrm>
            <a:off x="6545742" y="1864299"/>
            <a:ext cx="860002" cy="1686879"/>
            <a:chOff x="9207213" y="3550857"/>
            <a:chExt cx="860002" cy="1686879"/>
          </a:xfrm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0FCC9D-DC37-497A-B9EE-F7F4E7EAF5A2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D14CE2D-99A1-48D6-939E-6471AF7489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50D2385-31EF-4683-B61F-3BD5BE6FE5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CC12434D-7F99-4BF2-A7CE-6E9155DB66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2" name="Table 8">
            <a:extLst>
              <a:ext uri="{FF2B5EF4-FFF2-40B4-BE49-F238E27FC236}">
                <a16:creationId xmlns:a16="http://schemas.microsoft.com/office/drawing/2014/main" id="{86E85CB9-E1E1-4525-B0A5-1407C097C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091330"/>
              </p:ext>
            </p:extLst>
          </p:nvPr>
        </p:nvGraphicFramePr>
        <p:xfrm flipH="1">
          <a:off x="6754512" y="2063119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363" name="Parallelogram 362">
            <a:extLst>
              <a:ext uri="{FF2B5EF4-FFF2-40B4-BE49-F238E27FC236}">
                <a16:creationId xmlns:a16="http://schemas.microsoft.com/office/drawing/2014/main" id="{16BD5C7B-B9D8-49FC-AB01-D59DC4929103}"/>
              </a:ext>
            </a:extLst>
          </p:cNvPr>
          <p:cNvSpPr/>
          <p:nvPr/>
        </p:nvSpPr>
        <p:spPr>
          <a:xfrm flipH="1">
            <a:off x="6552504" y="1863347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4" name="Parallelogram 363">
            <a:extLst>
              <a:ext uri="{FF2B5EF4-FFF2-40B4-BE49-F238E27FC236}">
                <a16:creationId xmlns:a16="http://schemas.microsoft.com/office/drawing/2014/main" id="{8547AE62-38D8-47D2-A852-76D8B29732A1}"/>
              </a:ext>
            </a:extLst>
          </p:cNvPr>
          <p:cNvSpPr/>
          <p:nvPr/>
        </p:nvSpPr>
        <p:spPr>
          <a:xfrm rot="16200000">
            <a:off x="6366643" y="2051018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5" name="Parallelogram 364">
            <a:extLst>
              <a:ext uri="{FF2B5EF4-FFF2-40B4-BE49-F238E27FC236}">
                <a16:creationId xmlns:a16="http://schemas.microsoft.com/office/drawing/2014/main" id="{532DF482-C3A5-4C14-8E98-1CDD6930AF01}"/>
              </a:ext>
            </a:extLst>
          </p:cNvPr>
          <p:cNvSpPr/>
          <p:nvPr/>
        </p:nvSpPr>
        <p:spPr>
          <a:xfrm rot="16200000">
            <a:off x="6366781" y="2415450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6" name="Parallelogram 365">
            <a:extLst>
              <a:ext uri="{FF2B5EF4-FFF2-40B4-BE49-F238E27FC236}">
                <a16:creationId xmlns:a16="http://schemas.microsoft.com/office/drawing/2014/main" id="{D5C35231-2727-43E6-8934-39B391988175}"/>
              </a:ext>
            </a:extLst>
          </p:cNvPr>
          <p:cNvSpPr/>
          <p:nvPr/>
        </p:nvSpPr>
        <p:spPr>
          <a:xfrm rot="16200000">
            <a:off x="6368199" y="2792436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7" name="Parallelogram 366">
            <a:extLst>
              <a:ext uri="{FF2B5EF4-FFF2-40B4-BE49-F238E27FC236}">
                <a16:creationId xmlns:a16="http://schemas.microsoft.com/office/drawing/2014/main" id="{29A72427-2D64-4208-A435-17DB87954F86}"/>
              </a:ext>
            </a:extLst>
          </p:cNvPr>
          <p:cNvSpPr/>
          <p:nvPr/>
        </p:nvSpPr>
        <p:spPr>
          <a:xfrm rot="16200000">
            <a:off x="6368094" y="3160700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8" name="Right Brace 367">
            <a:extLst>
              <a:ext uri="{FF2B5EF4-FFF2-40B4-BE49-F238E27FC236}">
                <a16:creationId xmlns:a16="http://schemas.microsoft.com/office/drawing/2014/main" id="{1948C1CA-6089-45F4-9EE6-706F19133012}"/>
              </a:ext>
            </a:extLst>
          </p:cNvPr>
          <p:cNvSpPr/>
          <p:nvPr/>
        </p:nvSpPr>
        <p:spPr>
          <a:xfrm>
            <a:off x="7487141" y="1862784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0A882460-90D0-4935-BB7D-6860DAB2603D}"/>
              </a:ext>
            </a:extLst>
          </p:cNvPr>
          <p:cNvSpPr txBox="1"/>
          <p:nvPr/>
        </p:nvSpPr>
        <p:spPr>
          <a:xfrm>
            <a:off x="7555944" y="2024857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0" name="Right Brace 369">
            <a:extLst>
              <a:ext uri="{FF2B5EF4-FFF2-40B4-BE49-F238E27FC236}">
                <a16:creationId xmlns:a16="http://schemas.microsoft.com/office/drawing/2014/main" id="{2937CE61-0BE4-4C1E-A301-EDFC0E7BF071}"/>
              </a:ext>
            </a:extLst>
          </p:cNvPr>
          <p:cNvSpPr/>
          <p:nvPr/>
        </p:nvSpPr>
        <p:spPr>
          <a:xfrm>
            <a:off x="7487141" y="2439504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Right Brace 370">
            <a:extLst>
              <a:ext uri="{FF2B5EF4-FFF2-40B4-BE49-F238E27FC236}">
                <a16:creationId xmlns:a16="http://schemas.microsoft.com/office/drawing/2014/main" id="{6517A5F9-FB5E-49BE-AC26-584B87EC1643}"/>
              </a:ext>
            </a:extLst>
          </p:cNvPr>
          <p:cNvSpPr/>
          <p:nvPr/>
        </p:nvSpPr>
        <p:spPr>
          <a:xfrm>
            <a:off x="7487141" y="2809461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" name="Right Brace 371">
            <a:extLst>
              <a:ext uri="{FF2B5EF4-FFF2-40B4-BE49-F238E27FC236}">
                <a16:creationId xmlns:a16="http://schemas.microsoft.com/office/drawing/2014/main" id="{EC377F48-2A54-49BD-BF2A-9278CE941A1C}"/>
              </a:ext>
            </a:extLst>
          </p:cNvPr>
          <p:cNvSpPr/>
          <p:nvPr/>
        </p:nvSpPr>
        <p:spPr>
          <a:xfrm>
            <a:off x="7487141" y="3186389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81C67118-B85C-4461-ABE1-EEEBA0E42041}"/>
              </a:ext>
            </a:extLst>
          </p:cNvPr>
          <p:cNvSpPr txBox="1"/>
          <p:nvPr/>
        </p:nvSpPr>
        <p:spPr>
          <a:xfrm>
            <a:off x="7555944" y="250933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E7BC63D9-AFA6-4F6B-88FC-EEBFE8093304}"/>
              </a:ext>
            </a:extLst>
          </p:cNvPr>
          <p:cNvSpPr txBox="1"/>
          <p:nvPr/>
        </p:nvSpPr>
        <p:spPr>
          <a:xfrm>
            <a:off x="7555944" y="287337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B241A912-228F-43C4-80EA-B01FE3B85AE4}"/>
              </a:ext>
            </a:extLst>
          </p:cNvPr>
          <p:cNvSpPr txBox="1"/>
          <p:nvPr/>
        </p:nvSpPr>
        <p:spPr>
          <a:xfrm>
            <a:off x="7555944" y="3244658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6" name="Right Brace 375">
            <a:extLst>
              <a:ext uri="{FF2B5EF4-FFF2-40B4-BE49-F238E27FC236}">
                <a16:creationId xmlns:a16="http://schemas.microsoft.com/office/drawing/2014/main" id="{371C8A88-FAE4-45BF-BBB4-46578A276C25}"/>
              </a:ext>
            </a:extLst>
          </p:cNvPr>
          <p:cNvSpPr/>
          <p:nvPr/>
        </p:nvSpPr>
        <p:spPr>
          <a:xfrm>
            <a:off x="7275014" y="1666176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D6D8D976-A8CF-444E-A979-01C736AB973F}"/>
              </a:ext>
            </a:extLst>
          </p:cNvPr>
          <p:cNvSpPr txBox="1"/>
          <p:nvPr/>
        </p:nvSpPr>
        <p:spPr>
          <a:xfrm>
            <a:off x="7320733" y="1648688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8" name="Right Brace 377">
            <a:extLst>
              <a:ext uri="{FF2B5EF4-FFF2-40B4-BE49-F238E27FC236}">
                <a16:creationId xmlns:a16="http://schemas.microsoft.com/office/drawing/2014/main" id="{0F39A74C-6C88-41A2-9A62-6345F1521326}"/>
              </a:ext>
            </a:extLst>
          </p:cNvPr>
          <p:cNvSpPr/>
          <p:nvPr/>
        </p:nvSpPr>
        <p:spPr>
          <a:xfrm>
            <a:off x="7074856" y="1456657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D8E51BB-F87E-4E3C-AAED-DC813F801DCC}"/>
              </a:ext>
            </a:extLst>
          </p:cNvPr>
          <p:cNvSpPr txBox="1"/>
          <p:nvPr/>
        </p:nvSpPr>
        <p:spPr>
          <a:xfrm>
            <a:off x="7120575" y="143916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0" name="Right Brace 379">
            <a:extLst>
              <a:ext uri="{FF2B5EF4-FFF2-40B4-BE49-F238E27FC236}">
                <a16:creationId xmlns:a16="http://schemas.microsoft.com/office/drawing/2014/main" id="{EED6A45E-2B85-411D-A428-40C4B9E54038}"/>
              </a:ext>
            </a:extLst>
          </p:cNvPr>
          <p:cNvSpPr/>
          <p:nvPr/>
        </p:nvSpPr>
        <p:spPr>
          <a:xfrm>
            <a:off x="6882094" y="1262056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42ED0506-D3E8-4A5E-B2BB-F4E9D8AEB6A9}"/>
              </a:ext>
            </a:extLst>
          </p:cNvPr>
          <p:cNvSpPr txBox="1"/>
          <p:nvPr/>
        </p:nvSpPr>
        <p:spPr>
          <a:xfrm>
            <a:off x="6927813" y="1244568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936F788D-6BA0-4ED6-A09A-17052AAF3E5C}"/>
              </a:ext>
            </a:extLst>
          </p:cNvPr>
          <p:cNvCxnSpPr>
            <a:cxnSpLocks/>
          </p:cNvCxnSpPr>
          <p:nvPr/>
        </p:nvCxnSpPr>
        <p:spPr>
          <a:xfrm flipH="1" flipV="1">
            <a:off x="6609873" y="126612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DE939558-9AC7-44AD-96D0-69F684F2CE1C}"/>
              </a:ext>
            </a:extLst>
          </p:cNvPr>
          <p:cNvCxnSpPr>
            <a:cxnSpLocks/>
          </p:cNvCxnSpPr>
          <p:nvPr/>
        </p:nvCxnSpPr>
        <p:spPr>
          <a:xfrm flipH="1" flipV="1">
            <a:off x="5957000" y="1268108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0C3BE044-3E16-403C-A6AE-C0E53BC44083}"/>
              </a:ext>
            </a:extLst>
          </p:cNvPr>
          <p:cNvCxnSpPr>
            <a:cxnSpLocks/>
          </p:cNvCxnSpPr>
          <p:nvPr/>
        </p:nvCxnSpPr>
        <p:spPr>
          <a:xfrm flipH="1" flipV="1">
            <a:off x="5947470" y="162864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748AC14A-ABF9-4F42-B718-84B0DD043F4C}"/>
              </a:ext>
            </a:extLst>
          </p:cNvPr>
          <p:cNvCxnSpPr>
            <a:cxnSpLocks/>
          </p:cNvCxnSpPr>
          <p:nvPr/>
        </p:nvCxnSpPr>
        <p:spPr>
          <a:xfrm flipH="1" flipV="1">
            <a:off x="5943810" y="199764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533DBF12-8B64-4717-919E-F8F848FB7394}"/>
              </a:ext>
            </a:extLst>
          </p:cNvPr>
          <p:cNvCxnSpPr>
            <a:cxnSpLocks/>
          </p:cNvCxnSpPr>
          <p:nvPr/>
        </p:nvCxnSpPr>
        <p:spPr>
          <a:xfrm flipH="1" flipV="1">
            <a:off x="5950696" y="237305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1F0E34E4-2639-433E-BA21-133737CA57D0}"/>
              </a:ext>
            </a:extLst>
          </p:cNvPr>
          <p:cNvCxnSpPr>
            <a:cxnSpLocks/>
          </p:cNvCxnSpPr>
          <p:nvPr/>
        </p:nvCxnSpPr>
        <p:spPr>
          <a:xfrm flipH="1" flipV="1">
            <a:off x="5950696" y="275225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A1A767F3-4688-4806-B940-00E86A1A2102}"/>
              </a:ext>
            </a:extLst>
          </p:cNvPr>
          <p:cNvCxnSpPr>
            <a:cxnSpLocks/>
          </p:cNvCxnSpPr>
          <p:nvPr/>
        </p:nvCxnSpPr>
        <p:spPr>
          <a:xfrm flipV="1">
            <a:off x="6750367" y="2063119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CDACB18C-5D5F-4C8F-8350-5F7744CEDDC8}"/>
              </a:ext>
            </a:extLst>
          </p:cNvPr>
          <p:cNvCxnSpPr>
            <a:cxnSpLocks/>
          </p:cNvCxnSpPr>
          <p:nvPr/>
        </p:nvCxnSpPr>
        <p:spPr>
          <a:xfrm flipV="1">
            <a:off x="5950696" y="1262056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956534A7-7659-460A-BE6D-DB82B65E7580}"/>
              </a:ext>
            </a:extLst>
          </p:cNvPr>
          <p:cNvCxnSpPr>
            <a:cxnSpLocks/>
          </p:cNvCxnSpPr>
          <p:nvPr/>
        </p:nvCxnSpPr>
        <p:spPr>
          <a:xfrm>
            <a:off x="6749292" y="3545058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20E383E1-F3D7-4DBA-B8E7-8C323FE969C3}"/>
              </a:ext>
            </a:extLst>
          </p:cNvPr>
          <p:cNvCxnSpPr>
            <a:cxnSpLocks/>
          </p:cNvCxnSpPr>
          <p:nvPr/>
        </p:nvCxnSpPr>
        <p:spPr>
          <a:xfrm>
            <a:off x="6746326" y="317679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B9FA3A5C-6DC3-40FF-90E0-61569C97AA7A}"/>
              </a:ext>
            </a:extLst>
          </p:cNvPr>
          <p:cNvCxnSpPr>
            <a:cxnSpLocks/>
          </p:cNvCxnSpPr>
          <p:nvPr/>
        </p:nvCxnSpPr>
        <p:spPr>
          <a:xfrm>
            <a:off x="6735169" y="2804799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D6B4B81B-6511-484A-9A30-704161F1008B}"/>
              </a:ext>
            </a:extLst>
          </p:cNvPr>
          <p:cNvCxnSpPr>
            <a:cxnSpLocks/>
          </p:cNvCxnSpPr>
          <p:nvPr/>
        </p:nvCxnSpPr>
        <p:spPr>
          <a:xfrm>
            <a:off x="6749292" y="243382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5F5B4E43-DAE5-4F33-8B99-5845BEC3D555}"/>
              </a:ext>
            </a:extLst>
          </p:cNvPr>
          <p:cNvCxnSpPr>
            <a:cxnSpLocks/>
          </p:cNvCxnSpPr>
          <p:nvPr/>
        </p:nvCxnSpPr>
        <p:spPr>
          <a:xfrm>
            <a:off x="6746326" y="2063119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50AA1F65-039A-4920-AC9E-E929F47C7FE5}"/>
              </a:ext>
            </a:extLst>
          </p:cNvPr>
          <p:cNvCxnSpPr>
            <a:cxnSpLocks/>
          </p:cNvCxnSpPr>
          <p:nvPr/>
        </p:nvCxnSpPr>
        <p:spPr>
          <a:xfrm>
            <a:off x="5971901" y="1271362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TextBox 395">
            <a:extLst>
              <a:ext uri="{FF2B5EF4-FFF2-40B4-BE49-F238E27FC236}">
                <a16:creationId xmlns:a16="http://schemas.microsoft.com/office/drawing/2014/main" id="{284CB63F-35BB-4C36-8588-57579AB458C1}"/>
              </a:ext>
            </a:extLst>
          </p:cNvPr>
          <p:cNvSpPr txBox="1"/>
          <p:nvPr/>
        </p:nvSpPr>
        <p:spPr>
          <a:xfrm>
            <a:off x="5753571" y="50271"/>
            <a:ext cx="27267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</a:t>
            </a:r>
            <a:r>
              <a:rPr lang="zh-CN" altLang="en-US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子</a:t>
            </a:r>
            <a:r>
              <a:rPr lang="zh-CN" altLang="en-US" sz="16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块</a:t>
            </a:r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BF16/S16/U8/S8/S4) </a:t>
            </a:r>
          </a:p>
        </p:txBody>
      </p:sp>
    </p:spTree>
    <p:extLst>
      <p:ext uri="{BB962C8B-B14F-4D97-AF65-F5344CB8AC3E}">
        <p14:creationId xmlns:p14="http://schemas.microsoft.com/office/powerpoint/2010/main" val="235870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82CE403349F84B8AF58C8EED8DF3DA" ma:contentTypeVersion="7" ma:contentTypeDescription="Create a new document." ma:contentTypeScope="" ma:versionID="d08f3e1155e3c4d2c27cdaedc856afb4">
  <xsd:schema xmlns:xsd="http://www.w3.org/2001/XMLSchema" xmlns:xs="http://www.w3.org/2001/XMLSchema" xmlns:p="http://schemas.microsoft.com/office/2006/metadata/properties" xmlns:ns3="fa1630d5-f4bf-4275-ad29-3c7ba3bc6431" xmlns:ns4="413b2486-d43f-42a1-81eb-e8553726c099" targetNamespace="http://schemas.microsoft.com/office/2006/metadata/properties" ma:root="true" ma:fieldsID="aff552847b0681d6526777d2e90e0950" ns3:_="" ns4:_="">
    <xsd:import namespace="fa1630d5-f4bf-4275-ad29-3c7ba3bc6431"/>
    <xsd:import namespace="413b2486-d43f-42a1-81eb-e8553726c0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630d5-f4bf-4275-ad29-3c7ba3bc64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3b2486-d43f-42a1-81eb-e8553726c0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D79050-9C92-4610-B9E2-5C376D1127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1630d5-f4bf-4275-ad29-3c7ba3bc6431"/>
    <ds:schemaRef ds:uri="413b2486-d43f-42a1-81eb-e8553726c0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C47F76-4A7E-4451-BAF0-D4D4E75B2C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B64221-049C-4C7F-B64F-32C5932462E3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a1630d5-f4bf-4275-ad29-3c7ba3bc6431"/>
    <ds:schemaRef ds:uri="413b2486-d43f-42a1-81eb-e8553726c09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99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6</cp:revision>
  <dcterms:created xsi:type="dcterms:W3CDTF">2022-04-14T03:59:21Z</dcterms:created>
  <dcterms:modified xsi:type="dcterms:W3CDTF">2022-11-25T07:27:40Z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0x010100A282CE403349F84B8AF58C8EED8DF3DA</vt:lpwstr>
  </property>
</Properties>
</file>