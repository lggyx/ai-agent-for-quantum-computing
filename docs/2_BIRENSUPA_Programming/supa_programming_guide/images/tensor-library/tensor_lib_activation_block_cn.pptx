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835275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60" autoAdjust="0"/>
    <p:restoredTop sz="94660"/>
  </p:normalViewPr>
  <p:slideViewPr>
    <p:cSldViewPr snapToGrid="0">
      <p:cViewPr varScale="1">
        <p:scale>
          <a:sx n="362" d="100"/>
          <a:sy n="362" d="100"/>
        </p:scale>
        <p:origin x="1496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646" y="299297"/>
            <a:ext cx="2409984" cy="636693"/>
          </a:xfr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410" y="960543"/>
            <a:ext cx="2126456" cy="441537"/>
          </a:xfrm>
        </p:spPr>
        <p:txBody>
          <a:bodyPr/>
          <a:lstStyle>
            <a:lvl1pPr marL="0" indent="0" algn="ctr">
              <a:buNone/>
              <a:defRPr sz="640"/>
            </a:lvl1pPr>
            <a:lvl2pPr marL="121935" indent="0" algn="ctr">
              <a:buNone/>
              <a:defRPr sz="533"/>
            </a:lvl2pPr>
            <a:lvl3pPr marL="243870" indent="0" algn="ctr">
              <a:buNone/>
              <a:defRPr sz="480"/>
            </a:lvl3pPr>
            <a:lvl4pPr marL="365806" indent="0" algn="ctr">
              <a:buNone/>
              <a:defRPr sz="427"/>
            </a:lvl4pPr>
            <a:lvl5pPr marL="487741" indent="0" algn="ctr">
              <a:buNone/>
              <a:defRPr sz="427"/>
            </a:lvl5pPr>
            <a:lvl6pPr marL="609676" indent="0" algn="ctr">
              <a:buNone/>
              <a:defRPr sz="427"/>
            </a:lvl6pPr>
            <a:lvl7pPr marL="731611" indent="0" algn="ctr">
              <a:buNone/>
              <a:defRPr sz="427"/>
            </a:lvl7pPr>
            <a:lvl8pPr marL="853547" indent="0" algn="ctr">
              <a:buNone/>
              <a:defRPr sz="427"/>
            </a:lvl8pPr>
            <a:lvl9pPr marL="975482" indent="0" algn="ctr">
              <a:buNone/>
              <a:defRPr sz="4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8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2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48" y="455930"/>
            <a:ext cx="2445425" cy="76073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448" y="1223857"/>
            <a:ext cx="2445425" cy="400050"/>
          </a:xfrm>
        </p:spPr>
        <p:txBody>
          <a:bodyPr/>
          <a:lstStyle>
            <a:lvl1pPr marL="0" indent="0">
              <a:buNone/>
              <a:defRPr sz="640">
                <a:solidFill>
                  <a:schemeClr val="tx1"/>
                </a:solidFill>
              </a:defRPr>
            </a:lvl1pPr>
            <a:lvl2pPr marL="121935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2pPr>
            <a:lvl3pPr marL="24387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3pPr>
            <a:lvl4pPr marL="36580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4pPr>
            <a:lvl5pPr marL="48774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5pPr>
            <a:lvl6pPr marL="609676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6pPr>
            <a:lvl7pPr marL="731611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7pPr>
            <a:lvl8pPr marL="853547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8pPr>
            <a:lvl9pPr marL="975482" indent="0">
              <a:buNone/>
              <a:defRPr sz="4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8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925" y="486833"/>
            <a:ext cx="1204992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35358" y="486833"/>
            <a:ext cx="1204992" cy="116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2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94" y="97367"/>
            <a:ext cx="244542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295" y="448310"/>
            <a:ext cx="1199454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295" y="668020"/>
            <a:ext cx="1199454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35358" y="448310"/>
            <a:ext cx="1205361" cy="219710"/>
          </a:xfrm>
        </p:spPr>
        <p:txBody>
          <a:bodyPr anchor="b"/>
          <a:lstStyle>
            <a:lvl1pPr marL="0" indent="0">
              <a:buNone/>
              <a:defRPr sz="640" b="1"/>
            </a:lvl1pPr>
            <a:lvl2pPr marL="121935" indent="0">
              <a:buNone/>
              <a:defRPr sz="533" b="1"/>
            </a:lvl2pPr>
            <a:lvl3pPr marL="243870" indent="0">
              <a:buNone/>
              <a:defRPr sz="480" b="1"/>
            </a:lvl3pPr>
            <a:lvl4pPr marL="365806" indent="0">
              <a:buNone/>
              <a:defRPr sz="427" b="1"/>
            </a:lvl4pPr>
            <a:lvl5pPr marL="487741" indent="0">
              <a:buNone/>
              <a:defRPr sz="427" b="1"/>
            </a:lvl5pPr>
            <a:lvl6pPr marL="609676" indent="0">
              <a:buNone/>
              <a:defRPr sz="427" b="1"/>
            </a:lvl6pPr>
            <a:lvl7pPr marL="731611" indent="0">
              <a:buNone/>
              <a:defRPr sz="427" b="1"/>
            </a:lvl7pPr>
            <a:lvl8pPr marL="853547" indent="0">
              <a:buNone/>
              <a:defRPr sz="427" b="1"/>
            </a:lvl8pPr>
            <a:lvl9pPr marL="975482" indent="0">
              <a:buNone/>
              <a:defRPr sz="4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35358" y="668020"/>
            <a:ext cx="1205361" cy="982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63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1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5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94" y="121920"/>
            <a:ext cx="914450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5361" y="263314"/>
            <a:ext cx="1435358" cy="1299633"/>
          </a:xfrm>
        </p:spPr>
        <p:txBody>
          <a:bodyPr/>
          <a:lstStyle>
            <a:lvl1pPr>
              <a:defRPr sz="853"/>
            </a:lvl1pPr>
            <a:lvl2pPr>
              <a:defRPr sz="747"/>
            </a:lvl2pPr>
            <a:lvl3pPr>
              <a:defRPr sz="640"/>
            </a:lvl3pPr>
            <a:lvl4pPr>
              <a:defRPr sz="533"/>
            </a:lvl4pPr>
            <a:lvl5pPr>
              <a:defRPr sz="533"/>
            </a:lvl5pPr>
            <a:lvl6pPr>
              <a:defRPr sz="533"/>
            </a:lvl6pPr>
            <a:lvl7pPr>
              <a:defRPr sz="533"/>
            </a:lvl7pPr>
            <a:lvl8pPr>
              <a:defRPr sz="533"/>
            </a:lvl8pPr>
            <a:lvl9pPr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294" y="548640"/>
            <a:ext cx="914450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5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94" y="121920"/>
            <a:ext cx="914450" cy="426720"/>
          </a:xfrm>
        </p:spPr>
        <p:txBody>
          <a:bodyPr anchor="b"/>
          <a:lstStyle>
            <a:lvl1pPr>
              <a:defRPr sz="8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5361" y="263314"/>
            <a:ext cx="1435358" cy="1299633"/>
          </a:xfrm>
        </p:spPr>
        <p:txBody>
          <a:bodyPr anchor="t"/>
          <a:lstStyle>
            <a:lvl1pPr marL="0" indent="0">
              <a:buNone/>
              <a:defRPr sz="853"/>
            </a:lvl1pPr>
            <a:lvl2pPr marL="121935" indent="0">
              <a:buNone/>
              <a:defRPr sz="747"/>
            </a:lvl2pPr>
            <a:lvl3pPr marL="243870" indent="0">
              <a:buNone/>
              <a:defRPr sz="640"/>
            </a:lvl3pPr>
            <a:lvl4pPr marL="365806" indent="0">
              <a:buNone/>
              <a:defRPr sz="533"/>
            </a:lvl4pPr>
            <a:lvl5pPr marL="487741" indent="0">
              <a:buNone/>
              <a:defRPr sz="533"/>
            </a:lvl5pPr>
            <a:lvl6pPr marL="609676" indent="0">
              <a:buNone/>
              <a:defRPr sz="533"/>
            </a:lvl6pPr>
            <a:lvl7pPr marL="731611" indent="0">
              <a:buNone/>
              <a:defRPr sz="533"/>
            </a:lvl7pPr>
            <a:lvl8pPr marL="853547" indent="0">
              <a:buNone/>
              <a:defRPr sz="533"/>
            </a:lvl8pPr>
            <a:lvl9pPr marL="975482" indent="0">
              <a:buNone/>
              <a:defRPr sz="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5294" y="548640"/>
            <a:ext cx="914450" cy="1016423"/>
          </a:xfrm>
        </p:spPr>
        <p:txBody>
          <a:bodyPr/>
          <a:lstStyle>
            <a:lvl1pPr marL="0" indent="0">
              <a:buNone/>
              <a:defRPr sz="427"/>
            </a:lvl1pPr>
            <a:lvl2pPr marL="121935" indent="0">
              <a:buNone/>
              <a:defRPr sz="373"/>
            </a:lvl2pPr>
            <a:lvl3pPr marL="243870" indent="0">
              <a:buNone/>
              <a:defRPr sz="320"/>
            </a:lvl3pPr>
            <a:lvl4pPr marL="365806" indent="0">
              <a:buNone/>
              <a:defRPr sz="267"/>
            </a:lvl4pPr>
            <a:lvl5pPr marL="487741" indent="0">
              <a:buNone/>
              <a:defRPr sz="267"/>
            </a:lvl5pPr>
            <a:lvl6pPr marL="609676" indent="0">
              <a:buNone/>
              <a:defRPr sz="267"/>
            </a:lvl6pPr>
            <a:lvl7pPr marL="731611" indent="0">
              <a:buNone/>
              <a:defRPr sz="267"/>
            </a:lvl7pPr>
            <a:lvl8pPr marL="853547" indent="0">
              <a:buNone/>
              <a:defRPr sz="267"/>
            </a:lvl8pPr>
            <a:lvl9pPr marL="975482" indent="0">
              <a:buNone/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9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6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28994" y="97367"/>
            <a:ext cx="611356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925" y="97367"/>
            <a:ext cx="1798628" cy="1549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925" y="97367"/>
            <a:ext cx="244542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925" y="486833"/>
            <a:ext cx="244542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4925" y="1695027"/>
            <a:ext cx="637937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FBC8A-8484-4C9D-BEE1-8F0EFC5B60F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185" y="1695027"/>
            <a:ext cx="95690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02413" y="1695027"/>
            <a:ext cx="637937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D61C8-CC1F-47C0-902A-64BF2882A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3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43870" rtl="0" eaLnBrk="1" latinLnBrk="0" hangingPunct="1">
        <a:lnSpc>
          <a:spcPct val="90000"/>
        </a:lnSpc>
        <a:spcBef>
          <a:spcPct val="0"/>
        </a:spcBef>
        <a:buNone/>
        <a:defRPr sz="11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8" indent="-60968" algn="l" defTabSz="24387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1pPr>
      <a:lvl2pPr marL="18290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304838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73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54870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7064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92579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914514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1036450" indent="-60968" algn="l" defTabSz="24387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1pPr>
      <a:lvl2pPr marL="121935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43870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3pPr>
      <a:lvl4pPr marL="36580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4pPr>
      <a:lvl5pPr marL="48774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5pPr>
      <a:lvl6pPr marL="609676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6pPr>
      <a:lvl7pPr marL="731611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7pPr>
      <a:lvl8pPr marL="853547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8pPr>
      <a:lvl9pPr marL="975482" algn="l" defTabSz="243870" rtl="0" eaLnBrk="1" latinLnBrk="0" hangingPunct="1">
        <a:defRPr sz="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2445FC43-4C0B-424A-8D2F-190755062267}"/>
              </a:ext>
            </a:extLst>
          </p:cNvPr>
          <p:cNvSpPr txBox="1"/>
          <p:nvPr/>
        </p:nvSpPr>
        <p:spPr>
          <a:xfrm>
            <a:off x="444674" y="-68207"/>
            <a:ext cx="8589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7AC8762-DE1E-4B38-BA99-B3475279B229}"/>
              </a:ext>
            </a:extLst>
          </p:cNvPr>
          <p:cNvCxnSpPr>
            <a:cxnSpLocks/>
          </p:cNvCxnSpPr>
          <p:nvPr/>
        </p:nvCxnSpPr>
        <p:spPr>
          <a:xfrm>
            <a:off x="510943" y="285761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5595631-272C-464D-AAB8-27423FD90087}"/>
              </a:ext>
            </a:extLst>
          </p:cNvPr>
          <p:cNvSpPr txBox="1"/>
          <p:nvPr/>
        </p:nvSpPr>
        <p:spPr>
          <a:xfrm>
            <a:off x="940434" y="16700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D3EB01E-265D-4FF0-98DC-19EF48EEAE6B}"/>
              </a:ext>
            </a:extLst>
          </p:cNvPr>
          <p:cNvCxnSpPr>
            <a:cxnSpLocks/>
          </p:cNvCxnSpPr>
          <p:nvPr/>
        </p:nvCxnSpPr>
        <p:spPr>
          <a:xfrm>
            <a:off x="376208" y="413229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FC1A5E1-5754-46ED-871F-43EA83445042}"/>
              </a:ext>
            </a:extLst>
          </p:cNvPr>
          <p:cNvSpPr txBox="1"/>
          <p:nvPr/>
        </p:nvSpPr>
        <p:spPr>
          <a:xfrm>
            <a:off x="229089" y="73657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A79D221-EE5A-4B77-80A9-62707691B1B9}"/>
              </a:ext>
            </a:extLst>
          </p:cNvPr>
          <p:cNvSpPr/>
          <p:nvPr/>
        </p:nvSpPr>
        <p:spPr>
          <a:xfrm>
            <a:off x="702860" y="577950"/>
            <a:ext cx="1603513" cy="751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Parallelogram 55">
            <a:extLst>
              <a:ext uri="{FF2B5EF4-FFF2-40B4-BE49-F238E27FC236}">
                <a16:creationId xmlns:a16="http://schemas.microsoft.com/office/drawing/2014/main" id="{8D279670-9667-40EA-A93A-AA13380CA2A6}"/>
              </a:ext>
            </a:extLst>
          </p:cNvPr>
          <p:cNvSpPr/>
          <p:nvPr/>
        </p:nvSpPr>
        <p:spPr>
          <a:xfrm flipH="1">
            <a:off x="557249" y="423805"/>
            <a:ext cx="1749123" cy="152534"/>
          </a:xfrm>
          <a:prstGeom prst="parallelogram">
            <a:avLst>
              <a:gd name="adj" fmla="val 9574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Parallelogram 56">
            <a:extLst>
              <a:ext uri="{FF2B5EF4-FFF2-40B4-BE49-F238E27FC236}">
                <a16:creationId xmlns:a16="http://schemas.microsoft.com/office/drawing/2014/main" id="{BF7464AE-F64C-4714-A234-45717D3DEB0A}"/>
              </a:ext>
            </a:extLst>
          </p:cNvPr>
          <p:cNvSpPr/>
          <p:nvPr/>
        </p:nvSpPr>
        <p:spPr>
          <a:xfrm rot="5400000">
            <a:off x="177171" y="803885"/>
            <a:ext cx="905765" cy="145610"/>
          </a:xfrm>
          <a:prstGeom prst="parallelogram">
            <a:avLst>
              <a:gd name="adj" fmla="val 10291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5F82687-C157-4F4F-87FC-DA5C1C22126B}"/>
              </a:ext>
            </a:extLst>
          </p:cNvPr>
          <p:cNvSpPr/>
          <p:nvPr/>
        </p:nvSpPr>
        <p:spPr>
          <a:xfrm>
            <a:off x="848470" y="725216"/>
            <a:ext cx="1603513" cy="751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Parallelogram 58">
            <a:extLst>
              <a:ext uri="{FF2B5EF4-FFF2-40B4-BE49-F238E27FC236}">
                <a16:creationId xmlns:a16="http://schemas.microsoft.com/office/drawing/2014/main" id="{89A048A6-2DD1-4355-B1C8-3F927E12DCEE}"/>
              </a:ext>
            </a:extLst>
          </p:cNvPr>
          <p:cNvSpPr/>
          <p:nvPr/>
        </p:nvSpPr>
        <p:spPr>
          <a:xfrm flipH="1">
            <a:off x="702859" y="571071"/>
            <a:ext cx="1749123" cy="152534"/>
          </a:xfrm>
          <a:prstGeom prst="parallelogram">
            <a:avLst>
              <a:gd name="adj" fmla="val 9574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E4DFC6C6-21D5-4303-BF7F-061E6A724994}"/>
              </a:ext>
            </a:extLst>
          </p:cNvPr>
          <p:cNvSpPr/>
          <p:nvPr/>
        </p:nvSpPr>
        <p:spPr>
          <a:xfrm rot="5400000">
            <a:off x="322781" y="951151"/>
            <a:ext cx="905765" cy="145610"/>
          </a:xfrm>
          <a:prstGeom prst="parallelogram">
            <a:avLst>
              <a:gd name="adj" fmla="val 10291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55F9E-0A36-4D4A-BC1A-A6AD900437E8}"/>
              </a:ext>
            </a:extLst>
          </p:cNvPr>
          <p:cNvSpPr/>
          <p:nvPr/>
        </p:nvSpPr>
        <p:spPr>
          <a:xfrm>
            <a:off x="994079" y="877093"/>
            <a:ext cx="1603513" cy="751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" name="Parallelogram 61">
            <a:extLst>
              <a:ext uri="{FF2B5EF4-FFF2-40B4-BE49-F238E27FC236}">
                <a16:creationId xmlns:a16="http://schemas.microsoft.com/office/drawing/2014/main" id="{60B0E4B7-02D8-4773-A741-1F2EA763BC48}"/>
              </a:ext>
            </a:extLst>
          </p:cNvPr>
          <p:cNvSpPr/>
          <p:nvPr/>
        </p:nvSpPr>
        <p:spPr>
          <a:xfrm flipH="1">
            <a:off x="848468" y="722948"/>
            <a:ext cx="1749123" cy="152534"/>
          </a:xfrm>
          <a:prstGeom prst="parallelogram">
            <a:avLst>
              <a:gd name="adj" fmla="val 9574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8ED4A57E-B09F-41FB-947F-C6B54D747E4D}"/>
              </a:ext>
            </a:extLst>
          </p:cNvPr>
          <p:cNvSpPr/>
          <p:nvPr/>
        </p:nvSpPr>
        <p:spPr>
          <a:xfrm rot="5400000">
            <a:off x="468390" y="1103028"/>
            <a:ext cx="905765" cy="145610"/>
          </a:xfrm>
          <a:prstGeom prst="parallelogram">
            <a:avLst>
              <a:gd name="adj" fmla="val 10291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B06A715-B821-4D7C-B48A-D407891743C4}"/>
              </a:ext>
            </a:extLst>
          </p:cNvPr>
          <p:cNvSpPr/>
          <p:nvPr/>
        </p:nvSpPr>
        <p:spPr>
          <a:xfrm>
            <a:off x="1139687" y="1029098"/>
            <a:ext cx="1603513" cy="751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Parallelogram 64">
            <a:extLst>
              <a:ext uri="{FF2B5EF4-FFF2-40B4-BE49-F238E27FC236}">
                <a16:creationId xmlns:a16="http://schemas.microsoft.com/office/drawing/2014/main" id="{8E7F4130-4852-4041-B913-DA998D089CFF}"/>
              </a:ext>
            </a:extLst>
          </p:cNvPr>
          <p:cNvSpPr/>
          <p:nvPr/>
        </p:nvSpPr>
        <p:spPr>
          <a:xfrm flipH="1">
            <a:off x="994076" y="874953"/>
            <a:ext cx="1749123" cy="152534"/>
          </a:xfrm>
          <a:prstGeom prst="parallelogram">
            <a:avLst>
              <a:gd name="adj" fmla="val 9574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Parallelogram 65">
            <a:extLst>
              <a:ext uri="{FF2B5EF4-FFF2-40B4-BE49-F238E27FC236}">
                <a16:creationId xmlns:a16="http://schemas.microsoft.com/office/drawing/2014/main" id="{D84757AA-7FFF-4C4A-9B13-5792255E042E}"/>
              </a:ext>
            </a:extLst>
          </p:cNvPr>
          <p:cNvSpPr/>
          <p:nvPr/>
        </p:nvSpPr>
        <p:spPr>
          <a:xfrm rot="5400000">
            <a:off x="613998" y="1255033"/>
            <a:ext cx="905765" cy="145610"/>
          </a:xfrm>
          <a:prstGeom prst="parallelogram">
            <a:avLst>
              <a:gd name="adj" fmla="val 102915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7D65261-4EF0-43B3-BEA9-E2F954FC3A94}"/>
              </a:ext>
            </a:extLst>
          </p:cNvPr>
          <p:cNvCxnSpPr>
            <a:cxnSpLocks/>
          </p:cNvCxnSpPr>
          <p:nvPr/>
        </p:nvCxnSpPr>
        <p:spPr>
          <a:xfrm flipH="1" flipV="1">
            <a:off x="271005" y="142101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6C315D4-6E37-4A8B-B27B-C0070CF8E176}"/>
              </a:ext>
            </a:extLst>
          </p:cNvPr>
          <p:cNvSpPr txBox="1"/>
          <p:nvPr/>
        </p:nvSpPr>
        <p:spPr>
          <a:xfrm>
            <a:off x="-59746" y="91461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E0EF85-651C-4A5F-BC75-08611A7A5034}"/>
              </a:ext>
            </a:extLst>
          </p:cNvPr>
          <p:cNvSpPr txBox="1"/>
          <p:nvPr/>
        </p:nvSpPr>
        <p:spPr>
          <a:xfrm>
            <a:off x="1533328" y="1274516"/>
            <a:ext cx="7730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127F20-ED43-4BD0-97D1-7052C6E09356}"/>
              </a:ext>
            </a:extLst>
          </p:cNvPr>
          <p:cNvSpPr txBox="1"/>
          <p:nvPr/>
        </p:nvSpPr>
        <p:spPr>
          <a:xfrm>
            <a:off x="1482115" y="706334"/>
            <a:ext cx="7730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FDCC97-2695-4AB1-AB92-53040E98A92E}"/>
              </a:ext>
            </a:extLst>
          </p:cNvPr>
          <p:cNvSpPr txBox="1"/>
          <p:nvPr/>
        </p:nvSpPr>
        <p:spPr>
          <a:xfrm>
            <a:off x="1347750" y="547310"/>
            <a:ext cx="7730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50A973-95CD-4F27-BB88-B151809C8956}"/>
              </a:ext>
            </a:extLst>
          </p:cNvPr>
          <p:cNvSpPr txBox="1"/>
          <p:nvPr/>
        </p:nvSpPr>
        <p:spPr>
          <a:xfrm>
            <a:off x="1232664" y="401567"/>
            <a:ext cx="7730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7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31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3</cp:revision>
  <dcterms:created xsi:type="dcterms:W3CDTF">2022-04-07T11:11:28Z</dcterms:created>
  <dcterms:modified xsi:type="dcterms:W3CDTF">2022-11-25T07:32:11Z</dcterms:modified>
</cp:coreProperties>
</file>