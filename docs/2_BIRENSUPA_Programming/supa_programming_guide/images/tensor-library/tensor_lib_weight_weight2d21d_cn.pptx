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8534400" cy="2193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12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359052"/>
            <a:ext cx="6400800" cy="763811"/>
          </a:xfrm>
        </p:spPr>
        <p:txBody>
          <a:bodyPr anchor="b"/>
          <a:lstStyle>
            <a:lvl1pPr algn="ctr">
              <a:defRPr sz="19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1152318"/>
            <a:ext cx="6400800" cy="529691"/>
          </a:xfrm>
        </p:spPr>
        <p:txBody>
          <a:bodyPr/>
          <a:lstStyle>
            <a:lvl1pPr marL="0" indent="0" algn="ctr">
              <a:buNone/>
              <a:defRPr sz="768"/>
            </a:lvl1pPr>
            <a:lvl2pPr marL="146258" indent="0" algn="ctr">
              <a:buNone/>
              <a:defRPr sz="640"/>
            </a:lvl2pPr>
            <a:lvl3pPr marL="292517" indent="0" algn="ctr">
              <a:buNone/>
              <a:defRPr sz="576"/>
            </a:lvl3pPr>
            <a:lvl4pPr marL="438775" indent="0" algn="ctr">
              <a:buNone/>
              <a:defRPr sz="512"/>
            </a:lvl4pPr>
            <a:lvl5pPr marL="585033" indent="0" algn="ctr">
              <a:buNone/>
              <a:defRPr sz="512"/>
            </a:lvl5pPr>
            <a:lvl6pPr marL="731291" indent="0" algn="ctr">
              <a:buNone/>
              <a:defRPr sz="512"/>
            </a:lvl6pPr>
            <a:lvl7pPr marL="877550" indent="0" algn="ctr">
              <a:buNone/>
              <a:defRPr sz="512"/>
            </a:lvl7pPr>
            <a:lvl8pPr marL="1023808" indent="0" algn="ctr">
              <a:buNone/>
              <a:defRPr sz="512"/>
            </a:lvl8pPr>
            <a:lvl9pPr marL="1170066" indent="0" algn="ctr">
              <a:buNone/>
              <a:defRPr sz="5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4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780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95" y="546958"/>
            <a:ext cx="7360920" cy="912612"/>
          </a:xfrm>
        </p:spPr>
        <p:txBody>
          <a:bodyPr anchor="b"/>
          <a:lstStyle>
            <a:lvl1pPr>
              <a:defRPr sz="19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295" y="1468203"/>
            <a:ext cx="7360920" cy="479921"/>
          </a:xfrm>
        </p:spPr>
        <p:txBody>
          <a:bodyPr/>
          <a:lstStyle>
            <a:lvl1pPr marL="0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1pPr>
            <a:lvl2pPr marL="146258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2pPr>
            <a:lvl3pPr marL="292517" indent="0">
              <a:buNone/>
              <a:defRPr sz="576">
                <a:solidFill>
                  <a:schemeClr val="tx1">
                    <a:tint val="75000"/>
                  </a:schemeClr>
                </a:solidFill>
              </a:defRPr>
            </a:lvl3pPr>
            <a:lvl4pPr marL="438775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4pPr>
            <a:lvl5pPr marL="585033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5pPr>
            <a:lvl6pPr marL="731291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6pPr>
            <a:lvl7pPr marL="877550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7pPr>
            <a:lvl8pPr marL="1023808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8pPr>
            <a:lvl9pPr marL="1170066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10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6740" y="584031"/>
            <a:ext cx="3627120" cy="1392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540" y="584031"/>
            <a:ext cx="3627120" cy="13920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1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52" y="116807"/>
            <a:ext cx="7360920" cy="4240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7852" y="537816"/>
            <a:ext cx="3610451" cy="263576"/>
          </a:xfrm>
        </p:spPr>
        <p:txBody>
          <a:bodyPr anchor="b"/>
          <a:lstStyle>
            <a:lvl1pPr marL="0" indent="0">
              <a:buNone/>
              <a:defRPr sz="768" b="1"/>
            </a:lvl1pPr>
            <a:lvl2pPr marL="146258" indent="0">
              <a:buNone/>
              <a:defRPr sz="640" b="1"/>
            </a:lvl2pPr>
            <a:lvl3pPr marL="292517" indent="0">
              <a:buNone/>
              <a:defRPr sz="576" b="1"/>
            </a:lvl3pPr>
            <a:lvl4pPr marL="438775" indent="0">
              <a:buNone/>
              <a:defRPr sz="512" b="1"/>
            </a:lvl4pPr>
            <a:lvl5pPr marL="585033" indent="0">
              <a:buNone/>
              <a:defRPr sz="512" b="1"/>
            </a:lvl5pPr>
            <a:lvl6pPr marL="731291" indent="0">
              <a:buNone/>
              <a:defRPr sz="512" b="1"/>
            </a:lvl6pPr>
            <a:lvl7pPr marL="877550" indent="0">
              <a:buNone/>
              <a:defRPr sz="512" b="1"/>
            </a:lvl7pPr>
            <a:lvl8pPr marL="1023808" indent="0">
              <a:buNone/>
              <a:defRPr sz="512" b="1"/>
            </a:lvl8pPr>
            <a:lvl9pPr marL="1170066" indent="0">
              <a:buNone/>
              <a:defRPr sz="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7852" y="801392"/>
            <a:ext cx="3610451" cy="1178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20540" y="537816"/>
            <a:ext cx="3628232" cy="263576"/>
          </a:xfrm>
        </p:spPr>
        <p:txBody>
          <a:bodyPr anchor="b"/>
          <a:lstStyle>
            <a:lvl1pPr marL="0" indent="0">
              <a:buNone/>
              <a:defRPr sz="768" b="1"/>
            </a:lvl1pPr>
            <a:lvl2pPr marL="146258" indent="0">
              <a:buNone/>
              <a:defRPr sz="640" b="1"/>
            </a:lvl2pPr>
            <a:lvl3pPr marL="292517" indent="0">
              <a:buNone/>
              <a:defRPr sz="576" b="1"/>
            </a:lvl3pPr>
            <a:lvl4pPr marL="438775" indent="0">
              <a:buNone/>
              <a:defRPr sz="512" b="1"/>
            </a:lvl4pPr>
            <a:lvl5pPr marL="585033" indent="0">
              <a:buNone/>
              <a:defRPr sz="512" b="1"/>
            </a:lvl5pPr>
            <a:lvl6pPr marL="731291" indent="0">
              <a:buNone/>
              <a:defRPr sz="512" b="1"/>
            </a:lvl6pPr>
            <a:lvl7pPr marL="877550" indent="0">
              <a:buNone/>
              <a:defRPr sz="512" b="1"/>
            </a:lvl7pPr>
            <a:lvl8pPr marL="1023808" indent="0">
              <a:buNone/>
              <a:defRPr sz="512" b="1"/>
            </a:lvl8pPr>
            <a:lvl9pPr marL="1170066" indent="0">
              <a:buNone/>
              <a:defRPr sz="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20540" y="801392"/>
            <a:ext cx="3628232" cy="1178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2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64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24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52" y="146262"/>
            <a:ext cx="2752566" cy="511916"/>
          </a:xfrm>
        </p:spPr>
        <p:txBody>
          <a:bodyPr anchor="b"/>
          <a:lstStyle>
            <a:lvl1pPr>
              <a:defRPr sz="1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8232" y="315885"/>
            <a:ext cx="4320540" cy="1559109"/>
          </a:xfrm>
        </p:spPr>
        <p:txBody>
          <a:bodyPr/>
          <a:lstStyle>
            <a:lvl1pPr>
              <a:defRPr sz="1024"/>
            </a:lvl1pPr>
            <a:lvl2pPr>
              <a:defRPr sz="896"/>
            </a:lvl2pPr>
            <a:lvl3pPr>
              <a:defRPr sz="768"/>
            </a:lvl3pPr>
            <a:lvl4pPr>
              <a:defRPr sz="640"/>
            </a:lvl4pPr>
            <a:lvl5pPr>
              <a:defRPr sz="640"/>
            </a:lvl5pPr>
            <a:lvl6pPr>
              <a:defRPr sz="640"/>
            </a:lvl6pPr>
            <a:lvl7pPr>
              <a:defRPr sz="640"/>
            </a:lvl7pPr>
            <a:lvl8pPr>
              <a:defRPr sz="640"/>
            </a:lvl8pPr>
            <a:lvl9pPr>
              <a:defRPr sz="6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7852" y="658178"/>
            <a:ext cx="2752566" cy="1219355"/>
          </a:xfrm>
        </p:spPr>
        <p:txBody>
          <a:bodyPr/>
          <a:lstStyle>
            <a:lvl1pPr marL="0" indent="0">
              <a:buNone/>
              <a:defRPr sz="512"/>
            </a:lvl1pPr>
            <a:lvl2pPr marL="146258" indent="0">
              <a:buNone/>
              <a:defRPr sz="448"/>
            </a:lvl2pPr>
            <a:lvl3pPr marL="292517" indent="0">
              <a:buNone/>
              <a:defRPr sz="384"/>
            </a:lvl3pPr>
            <a:lvl4pPr marL="438775" indent="0">
              <a:buNone/>
              <a:defRPr sz="320"/>
            </a:lvl4pPr>
            <a:lvl5pPr marL="585033" indent="0">
              <a:buNone/>
              <a:defRPr sz="320"/>
            </a:lvl5pPr>
            <a:lvl6pPr marL="731291" indent="0">
              <a:buNone/>
              <a:defRPr sz="320"/>
            </a:lvl6pPr>
            <a:lvl7pPr marL="877550" indent="0">
              <a:buNone/>
              <a:defRPr sz="320"/>
            </a:lvl7pPr>
            <a:lvl8pPr marL="1023808" indent="0">
              <a:buNone/>
              <a:defRPr sz="320"/>
            </a:lvl8pPr>
            <a:lvl9pPr marL="1170066" indent="0">
              <a:buNone/>
              <a:defRPr sz="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852" y="146262"/>
            <a:ext cx="2752566" cy="511916"/>
          </a:xfrm>
        </p:spPr>
        <p:txBody>
          <a:bodyPr anchor="b"/>
          <a:lstStyle>
            <a:lvl1pPr>
              <a:defRPr sz="1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28232" y="315885"/>
            <a:ext cx="4320540" cy="1559109"/>
          </a:xfrm>
        </p:spPr>
        <p:txBody>
          <a:bodyPr anchor="t"/>
          <a:lstStyle>
            <a:lvl1pPr marL="0" indent="0">
              <a:buNone/>
              <a:defRPr sz="1024"/>
            </a:lvl1pPr>
            <a:lvl2pPr marL="146258" indent="0">
              <a:buNone/>
              <a:defRPr sz="896"/>
            </a:lvl2pPr>
            <a:lvl3pPr marL="292517" indent="0">
              <a:buNone/>
              <a:defRPr sz="768"/>
            </a:lvl3pPr>
            <a:lvl4pPr marL="438775" indent="0">
              <a:buNone/>
              <a:defRPr sz="640"/>
            </a:lvl4pPr>
            <a:lvl5pPr marL="585033" indent="0">
              <a:buNone/>
              <a:defRPr sz="640"/>
            </a:lvl5pPr>
            <a:lvl6pPr marL="731291" indent="0">
              <a:buNone/>
              <a:defRPr sz="640"/>
            </a:lvl6pPr>
            <a:lvl7pPr marL="877550" indent="0">
              <a:buNone/>
              <a:defRPr sz="640"/>
            </a:lvl7pPr>
            <a:lvl8pPr marL="1023808" indent="0">
              <a:buNone/>
              <a:defRPr sz="640"/>
            </a:lvl8pPr>
            <a:lvl9pPr marL="1170066" indent="0">
              <a:buNone/>
              <a:defRPr sz="6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7852" y="658178"/>
            <a:ext cx="2752566" cy="1219355"/>
          </a:xfrm>
        </p:spPr>
        <p:txBody>
          <a:bodyPr/>
          <a:lstStyle>
            <a:lvl1pPr marL="0" indent="0">
              <a:buNone/>
              <a:defRPr sz="512"/>
            </a:lvl1pPr>
            <a:lvl2pPr marL="146258" indent="0">
              <a:buNone/>
              <a:defRPr sz="448"/>
            </a:lvl2pPr>
            <a:lvl3pPr marL="292517" indent="0">
              <a:buNone/>
              <a:defRPr sz="384"/>
            </a:lvl3pPr>
            <a:lvl4pPr marL="438775" indent="0">
              <a:buNone/>
              <a:defRPr sz="320"/>
            </a:lvl4pPr>
            <a:lvl5pPr marL="585033" indent="0">
              <a:buNone/>
              <a:defRPr sz="320"/>
            </a:lvl5pPr>
            <a:lvl6pPr marL="731291" indent="0">
              <a:buNone/>
              <a:defRPr sz="320"/>
            </a:lvl6pPr>
            <a:lvl7pPr marL="877550" indent="0">
              <a:buNone/>
              <a:defRPr sz="320"/>
            </a:lvl7pPr>
            <a:lvl8pPr marL="1023808" indent="0">
              <a:buNone/>
              <a:defRPr sz="320"/>
            </a:lvl8pPr>
            <a:lvl9pPr marL="1170066" indent="0">
              <a:buNone/>
              <a:defRPr sz="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1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37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07430" y="116806"/>
            <a:ext cx="1840230" cy="1859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6740" y="116806"/>
            <a:ext cx="5414010" cy="1859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1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6740" y="116807"/>
            <a:ext cx="7360920" cy="424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740" y="584031"/>
            <a:ext cx="7360920" cy="1392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740" y="2033444"/>
            <a:ext cx="1920240" cy="116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8E7F6-AD64-475F-8A7A-1476A3565C68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27020" y="2033444"/>
            <a:ext cx="2880360" cy="116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27420" y="2033444"/>
            <a:ext cx="1920240" cy="1168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D0F1C-AD7B-4AF2-82F7-AC1ED68A0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4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2517" rtl="0" eaLnBrk="1" latinLnBrk="0" hangingPunct="1">
        <a:lnSpc>
          <a:spcPct val="90000"/>
        </a:lnSpc>
        <a:spcBef>
          <a:spcPct val="0"/>
        </a:spcBef>
        <a:buNone/>
        <a:defRPr sz="14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29" indent="-73129" algn="l" defTabSz="292517" rtl="0" eaLnBrk="1" latinLnBrk="0" hangingPunct="1">
        <a:lnSpc>
          <a:spcPct val="90000"/>
        </a:lnSpc>
        <a:spcBef>
          <a:spcPts val="320"/>
        </a:spcBef>
        <a:buFont typeface="Arial" panose="020B0604020202020204" pitchFamily="34" charset="0"/>
        <a:buChar char="•"/>
        <a:defRPr sz="896" kern="1200">
          <a:solidFill>
            <a:schemeClr val="tx1"/>
          </a:solidFill>
          <a:latin typeface="+mn-lt"/>
          <a:ea typeface="+mn-ea"/>
          <a:cs typeface="+mn-cs"/>
        </a:defRPr>
      </a:lvl1pPr>
      <a:lvl2pPr marL="219387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2pPr>
      <a:lvl3pPr marL="365646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511904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4pPr>
      <a:lvl5pPr marL="658162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5pPr>
      <a:lvl6pPr marL="804421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6pPr>
      <a:lvl7pPr marL="950679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7pPr>
      <a:lvl8pPr marL="1096937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8pPr>
      <a:lvl9pPr marL="1243195" indent="-73129" algn="l" defTabSz="292517" rtl="0" eaLnBrk="1" latinLnBrk="0" hangingPunct="1">
        <a:lnSpc>
          <a:spcPct val="90000"/>
        </a:lnSpc>
        <a:spcBef>
          <a:spcPts val="160"/>
        </a:spcBef>
        <a:buFont typeface="Arial" panose="020B0604020202020204" pitchFamily="34" charset="0"/>
        <a:buChar char="•"/>
        <a:defRPr sz="5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1pPr>
      <a:lvl2pPr marL="146258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2pPr>
      <a:lvl3pPr marL="292517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3pPr>
      <a:lvl4pPr marL="438775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4pPr>
      <a:lvl5pPr marL="585033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5pPr>
      <a:lvl6pPr marL="731291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6pPr>
      <a:lvl7pPr marL="877550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7pPr>
      <a:lvl8pPr marL="1023808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8pPr>
      <a:lvl9pPr marL="1170066" algn="l" defTabSz="292517" rtl="0" eaLnBrk="1" latinLnBrk="0" hangingPunct="1">
        <a:defRPr sz="5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9">
            <a:extLst>
              <a:ext uri="{FF2B5EF4-FFF2-40B4-BE49-F238E27FC236}">
                <a16:creationId xmlns:a16="http://schemas.microsoft.com/office/drawing/2014/main" id="{A8A300A4-7C8B-4825-8E5D-5FB1D5E1A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350465"/>
              </p:ext>
            </p:extLst>
          </p:nvPr>
        </p:nvGraphicFramePr>
        <p:xfrm>
          <a:off x="264966" y="433939"/>
          <a:ext cx="1876176" cy="1663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5392">
                  <a:extLst>
                    <a:ext uri="{9D8B030D-6E8A-4147-A177-3AD203B41FA5}">
                      <a16:colId xmlns:a16="http://schemas.microsoft.com/office/drawing/2014/main" val="3892593792"/>
                    </a:ext>
                  </a:extLst>
                </a:gridCol>
                <a:gridCol w="625392">
                  <a:extLst>
                    <a:ext uri="{9D8B030D-6E8A-4147-A177-3AD203B41FA5}">
                      <a16:colId xmlns:a16="http://schemas.microsoft.com/office/drawing/2014/main" val="2539472251"/>
                    </a:ext>
                  </a:extLst>
                </a:gridCol>
                <a:gridCol w="625392">
                  <a:extLst>
                    <a:ext uri="{9D8B030D-6E8A-4147-A177-3AD203B41FA5}">
                      <a16:colId xmlns:a16="http://schemas.microsoft.com/office/drawing/2014/main" val="737155849"/>
                    </a:ext>
                  </a:extLst>
                </a:gridCol>
              </a:tblGrid>
              <a:tr h="554470">
                <a:tc>
                  <a:txBody>
                    <a:bodyPr/>
                    <a:lstStyle/>
                    <a:p>
                      <a:r>
                        <a:rPr lang="en-US" sz="1900"/>
                        <a:t>0</a:t>
                      </a:r>
                      <a:endParaRPr lang="en-US" sz="1900" dirty="0"/>
                    </a:p>
                  </a:txBody>
                  <a:tcPr marL="252032" marR="252032" marT="126016" marB="1260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</a:t>
                      </a:r>
                    </a:p>
                  </a:txBody>
                  <a:tcPr marL="252032" marR="252032" marT="126016" marB="1260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2</a:t>
                      </a:r>
                    </a:p>
                  </a:txBody>
                  <a:tcPr marL="252032" marR="252032" marT="126016" marB="1260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838176"/>
                  </a:ext>
                </a:extLst>
              </a:tr>
              <a:tr h="554470">
                <a:tc>
                  <a:txBody>
                    <a:bodyPr/>
                    <a:lstStyle/>
                    <a:p>
                      <a:r>
                        <a:rPr lang="en-US" sz="1900" dirty="0"/>
                        <a:t>3</a:t>
                      </a:r>
                    </a:p>
                  </a:txBody>
                  <a:tcPr marL="252032" marR="252032" marT="126016" marB="1260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4</a:t>
                      </a:r>
                    </a:p>
                  </a:txBody>
                  <a:tcPr marL="252032" marR="252032" marT="126016" marB="1260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5</a:t>
                      </a:r>
                    </a:p>
                  </a:txBody>
                  <a:tcPr marL="252032" marR="252032" marT="126016" marB="1260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39430"/>
                  </a:ext>
                </a:extLst>
              </a:tr>
              <a:tr h="554470">
                <a:tc>
                  <a:txBody>
                    <a:bodyPr/>
                    <a:lstStyle/>
                    <a:p>
                      <a:r>
                        <a:rPr lang="en-US" sz="1900" dirty="0"/>
                        <a:t>6</a:t>
                      </a:r>
                    </a:p>
                  </a:txBody>
                  <a:tcPr marL="252032" marR="252032" marT="126016" marB="1260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7</a:t>
                      </a:r>
                    </a:p>
                  </a:txBody>
                  <a:tcPr marL="252032" marR="252032" marT="126016" marB="1260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8</a:t>
                      </a:r>
                    </a:p>
                  </a:txBody>
                  <a:tcPr marL="252032" marR="252032" marT="126016" marB="1260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52928"/>
                  </a:ext>
                </a:extLst>
              </a:tr>
            </a:tbl>
          </a:graphicData>
        </a:graphic>
      </p:graphicFrame>
      <p:graphicFrame>
        <p:nvGraphicFramePr>
          <p:cNvPr id="5" name="Table 39">
            <a:extLst>
              <a:ext uri="{FF2B5EF4-FFF2-40B4-BE49-F238E27FC236}">
                <a16:creationId xmlns:a16="http://schemas.microsoft.com/office/drawing/2014/main" id="{B6008DFF-918B-448A-B08B-5EE10EFC7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073997"/>
              </p:ext>
            </p:extLst>
          </p:nvPr>
        </p:nvGraphicFramePr>
        <p:xfrm>
          <a:off x="3358773" y="1006788"/>
          <a:ext cx="4898340" cy="5177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260">
                  <a:extLst>
                    <a:ext uri="{9D8B030D-6E8A-4147-A177-3AD203B41FA5}">
                      <a16:colId xmlns:a16="http://schemas.microsoft.com/office/drawing/2014/main" val="3892593792"/>
                    </a:ext>
                  </a:extLst>
                </a:gridCol>
                <a:gridCol w="544260">
                  <a:extLst>
                    <a:ext uri="{9D8B030D-6E8A-4147-A177-3AD203B41FA5}">
                      <a16:colId xmlns:a16="http://schemas.microsoft.com/office/drawing/2014/main" val="2539472251"/>
                    </a:ext>
                  </a:extLst>
                </a:gridCol>
                <a:gridCol w="544260">
                  <a:extLst>
                    <a:ext uri="{9D8B030D-6E8A-4147-A177-3AD203B41FA5}">
                      <a16:colId xmlns:a16="http://schemas.microsoft.com/office/drawing/2014/main" val="737155849"/>
                    </a:ext>
                  </a:extLst>
                </a:gridCol>
                <a:gridCol w="544260">
                  <a:extLst>
                    <a:ext uri="{9D8B030D-6E8A-4147-A177-3AD203B41FA5}">
                      <a16:colId xmlns:a16="http://schemas.microsoft.com/office/drawing/2014/main" val="3839294399"/>
                    </a:ext>
                  </a:extLst>
                </a:gridCol>
                <a:gridCol w="544260">
                  <a:extLst>
                    <a:ext uri="{9D8B030D-6E8A-4147-A177-3AD203B41FA5}">
                      <a16:colId xmlns:a16="http://schemas.microsoft.com/office/drawing/2014/main" val="2901420419"/>
                    </a:ext>
                  </a:extLst>
                </a:gridCol>
                <a:gridCol w="544260">
                  <a:extLst>
                    <a:ext uri="{9D8B030D-6E8A-4147-A177-3AD203B41FA5}">
                      <a16:colId xmlns:a16="http://schemas.microsoft.com/office/drawing/2014/main" val="64358110"/>
                    </a:ext>
                  </a:extLst>
                </a:gridCol>
                <a:gridCol w="544260">
                  <a:extLst>
                    <a:ext uri="{9D8B030D-6E8A-4147-A177-3AD203B41FA5}">
                      <a16:colId xmlns:a16="http://schemas.microsoft.com/office/drawing/2014/main" val="2840637256"/>
                    </a:ext>
                  </a:extLst>
                </a:gridCol>
                <a:gridCol w="544260">
                  <a:extLst>
                    <a:ext uri="{9D8B030D-6E8A-4147-A177-3AD203B41FA5}">
                      <a16:colId xmlns:a16="http://schemas.microsoft.com/office/drawing/2014/main" val="3242709401"/>
                    </a:ext>
                  </a:extLst>
                </a:gridCol>
                <a:gridCol w="544260">
                  <a:extLst>
                    <a:ext uri="{9D8B030D-6E8A-4147-A177-3AD203B41FA5}">
                      <a16:colId xmlns:a16="http://schemas.microsoft.com/office/drawing/2014/main" val="944016732"/>
                    </a:ext>
                  </a:extLst>
                </a:gridCol>
              </a:tblGrid>
              <a:tr h="517711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238944" marR="238944" marT="119472" marB="1194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238944" marR="238944" marT="119472" marB="1194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238944" marR="238944" marT="119472" marB="1194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238944" marR="238944" marT="119472" marB="1194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238944" marR="238944" marT="119472" marB="1194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L="238944" marR="238944" marT="119472" marB="1194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238944" marR="238944" marT="119472" marB="1194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L="238944" marR="238944" marT="119472" marB="1194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</a:t>
                      </a:r>
                    </a:p>
                  </a:txBody>
                  <a:tcPr marL="238944" marR="238944" marT="119472" marB="11947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838176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D46A022-0C84-4672-8ECA-B0AE04D678E3}"/>
              </a:ext>
            </a:extLst>
          </p:cNvPr>
          <p:cNvSpPr/>
          <p:nvPr/>
        </p:nvSpPr>
        <p:spPr>
          <a:xfrm>
            <a:off x="2321630" y="1080098"/>
            <a:ext cx="702697" cy="371089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37018-7A9B-4195-B821-55D2F8DC4236}"/>
              </a:ext>
            </a:extLst>
          </p:cNvPr>
          <p:cNvSpPr txBox="1"/>
          <p:nvPr/>
        </p:nvSpPr>
        <p:spPr>
          <a:xfrm>
            <a:off x="514078" y="0"/>
            <a:ext cx="154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2D Weight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26C12-F846-4E41-90C0-69F28D6D49F1}"/>
              </a:ext>
            </a:extLst>
          </p:cNvPr>
          <p:cNvSpPr txBox="1"/>
          <p:nvPr/>
        </p:nvSpPr>
        <p:spPr>
          <a:xfrm>
            <a:off x="5037760" y="604903"/>
            <a:ext cx="160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在内存中的</a:t>
            </a:r>
            <a:r>
              <a:rPr lang="en-US" dirty="0" smtClean="0"/>
              <a:t>1D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734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25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 </vt:lpstr>
      <vt:lpstr>等线</vt:lpstr>
      <vt:lpstr>Microsoft YaHei</vt:lpstr>
      <vt:lpstr>Arial</vt:lpstr>
      <vt:lpstr>Calibri</vt:lpstr>
      <vt:lpstr>Calibri Light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2</cp:revision>
  <dcterms:created xsi:type="dcterms:W3CDTF">2022-04-07T12:09:05Z</dcterms:created>
  <dcterms:modified xsi:type="dcterms:W3CDTF">2022-11-25T03:31:24Z</dcterms:modified>
</cp:coreProperties>
</file>