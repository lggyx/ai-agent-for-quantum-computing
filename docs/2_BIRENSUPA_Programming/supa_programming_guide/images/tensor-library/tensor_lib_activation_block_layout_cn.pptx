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0363200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2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673418"/>
            <a:ext cx="7772400" cy="143256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2161223"/>
            <a:ext cx="7772400" cy="993457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32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21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73" y="1025843"/>
            <a:ext cx="8938260" cy="1711642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073" y="2753678"/>
            <a:ext cx="8938260" cy="900112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55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2470" y="1095375"/>
            <a:ext cx="440436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46370" y="1095375"/>
            <a:ext cx="4404360" cy="2610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26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219075"/>
            <a:ext cx="8938260" cy="7953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820" y="1008698"/>
            <a:ext cx="4384119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3820" y="1503045"/>
            <a:ext cx="4384119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6370" y="1008698"/>
            <a:ext cx="4405710" cy="49434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46370" y="1503045"/>
            <a:ext cx="4405710" cy="221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62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06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274320"/>
            <a:ext cx="3342401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5710" y="592455"/>
            <a:ext cx="5246370" cy="2924175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820" y="1234440"/>
            <a:ext cx="3342401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820" y="274320"/>
            <a:ext cx="3342401" cy="96012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05710" y="592455"/>
            <a:ext cx="5246370" cy="2924175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3820" y="1234440"/>
            <a:ext cx="3342401" cy="2286953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1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16165" y="219075"/>
            <a:ext cx="2234565" cy="34871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2470" y="219075"/>
            <a:ext cx="6574155" cy="34871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33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2470" y="219075"/>
            <a:ext cx="8938260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470" y="1095375"/>
            <a:ext cx="8938260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2470" y="3813810"/>
            <a:ext cx="233172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532D7-D099-47B5-AD3A-9822522AAC2D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32810" y="3813810"/>
            <a:ext cx="349758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9010" y="3813810"/>
            <a:ext cx="2331720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816BA-BD6A-4BB1-98E5-1EA4ECEB1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7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3421758-EEF0-459D-9363-5F2555AAC282}"/>
              </a:ext>
            </a:extLst>
          </p:cNvPr>
          <p:cNvSpPr/>
          <p:nvPr/>
        </p:nvSpPr>
        <p:spPr>
          <a:xfrm>
            <a:off x="539382" y="1461823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BECB84-8CE2-45DE-9259-97A0E5E39A10}"/>
              </a:ext>
            </a:extLst>
          </p:cNvPr>
          <p:cNvSpPr txBox="1"/>
          <p:nvPr/>
        </p:nvSpPr>
        <p:spPr>
          <a:xfrm>
            <a:off x="476466" y="951867"/>
            <a:ext cx="219819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Activation (N, C, H, W)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79DD97-A0B1-4AC0-A055-EBEEE180C569}"/>
              </a:ext>
            </a:extLst>
          </p:cNvPr>
          <p:cNvSpPr/>
          <p:nvPr/>
        </p:nvSpPr>
        <p:spPr>
          <a:xfrm>
            <a:off x="691782" y="1614223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333F0D-1381-4268-A2B4-E761F12A83D4}"/>
              </a:ext>
            </a:extLst>
          </p:cNvPr>
          <p:cNvSpPr/>
          <p:nvPr/>
        </p:nvSpPr>
        <p:spPr>
          <a:xfrm>
            <a:off x="844182" y="1766623"/>
            <a:ext cx="1982883" cy="12573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Activation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1,C,H,W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DC7C6AE-A6B5-4F98-B9EF-54FE102C1314}"/>
              </a:ext>
            </a:extLst>
          </p:cNvPr>
          <p:cNvCxnSpPr>
            <a:cxnSpLocks/>
          </p:cNvCxnSpPr>
          <p:nvPr/>
        </p:nvCxnSpPr>
        <p:spPr>
          <a:xfrm flipH="1" flipV="1">
            <a:off x="248329" y="1223741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6C196F8-0912-4AB1-AE96-3E26CD9DC4AD}"/>
              </a:ext>
            </a:extLst>
          </p:cNvPr>
          <p:cNvSpPr txBox="1"/>
          <p:nvPr/>
        </p:nvSpPr>
        <p:spPr>
          <a:xfrm>
            <a:off x="0" y="1173101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N</a:t>
            </a:r>
          </a:p>
        </p:txBody>
      </p:sp>
      <p:graphicFrame>
        <p:nvGraphicFramePr>
          <p:cNvPr id="53" name="Table 8">
            <a:extLst>
              <a:ext uri="{FF2B5EF4-FFF2-40B4-BE49-F238E27FC236}">
                <a16:creationId xmlns:a16="http://schemas.microsoft.com/office/drawing/2014/main" id="{775C0EE7-8E4E-4230-8565-4F1F8D68E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85031"/>
              </p:ext>
            </p:extLst>
          </p:nvPr>
        </p:nvGraphicFramePr>
        <p:xfrm>
          <a:off x="3628477" y="581401"/>
          <a:ext cx="3840480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878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8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64217"/>
                  </a:ext>
                </a:extLst>
              </a:tr>
            </a:tbl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BCCBACE7-8FE1-47AB-90F0-DF454AA9FC32}"/>
              </a:ext>
            </a:extLst>
          </p:cNvPr>
          <p:cNvSpPr/>
          <p:nvPr/>
        </p:nvSpPr>
        <p:spPr>
          <a:xfrm>
            <a:off x="3629452" y="581998"/>
            <a:ext cx="3692602" cy="2441938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" name="Table 8">
            <a:extLst>
              <a:ext uri="{FF2B5EF4-FFF2-40B4-BE49-F238E27FC236}">
                <a16:creationId xmlns:a16="http://schemas.microsoft.com/office/drawing/2014/main" id="{F1FB20F7-10F3-46EC-B7CF-AF2977F7D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517950"/>
              </p:ext>
            </p:extLst>
          </p:nvPr>
        </p:nvGraphicFramePr>
        <p:xfrm>
          <a:off x="3853940" y="750313"/>
          <a:ext cx="3840480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878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8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64217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9159E6B6-5AA7-4615-9AC1-A5BD3AFE88F5}"/>
              </a:ext>
            </a:extLst>
          </p:cNvPr>
          <p:cNvSpPr/>
          <p:nvPr/>
        </p:nvSpPr>
        <p:spPr>
          <a:xfrm>
            <a:off x="3854915" y="750910"/>
            <a:ext cx="3692602" cy="2441938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DD1029-86AF-4273-8620-5F86397013AB}"/>
              </a:ext>
            </a:extLst>
          </p:cNvPr>
          <p:cNvSpPr txBox="1"/>
          <p:nvPr/>
        </p:nvSpPr>
        <p:spPr>
          <a:xfrm>
            <a:off x="3529595" y="20487"/>
            <a:ext cx="181138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数据块粒度分布</a:t>
            </a:r>
            <a:endParaRPr lang="en-US" altLang="zh-CN" sz="15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98EBF6F-0B55-4F14-A94B-74E24897F9D8}"/>
              </a:ext>
            </a:extLst>
          </p:cNvPr>
          <p:cNvCxnSpPr>
            <a:cxnSpLocks/>
          </p:cNvCxnSpPr>
          <p:nvPr/>
        </p:nvCxnSpPr>
        <p:spPr>
          <a:xfrm>
            <a:off x="3631984" y="453933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7A57435-CB23-4F8C-A54C-D52802DC3049}"/>
              </a:ext>
            </a:extLst>
          </p:cNvPr>
          <p:cNvSpPr txBox="1"/>
          <p:nvPr/>
        </p:nvSpPr>
        <p:spPr>
          <a:xfrm>
            <a:off x="4061475" y="335180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5475E67-35F2-4243-B618-DDCDEF46650C}"/>
              </a:ext>
            </a:extLst>
          </p:cNvPr>
          <p:cNvCxnSpPr>
            <a:cxnSpLocks/>
          </p:cNvCxnSpPr>
          <p:nvPr/>
        </p:nvCxnSpPr>
        <p:spPr>
          <a:xfrm>
            <a:off x="3497249" y="581401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C42B892-6BE2-47DC-AB8A-DE681EADC9C4}"/>
              </a:ext>
            </a:extLst>
          </p:cNvPr>
          <p:cNvSpPr txBox="1"/>
          <p:nvPr/>
        </p:nvSpPr>
        <p:spPr>
          <a:xfrm>
            <a:off x="3350130" y="904742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graphicFrame>
        <p:nvGraphicFramePr>
          <p:cNvPr id="62" name="Table 8">
            <a:extLst>
              <a:ext uri="{FF2B5EF4-FFF2-40B4-BE49-F238E27FC236}">
                <a16:creationId xmlns:a16="http://schemas.microsoft.com/office/drawing/2014/main" id="{8373BDDA-C23E-4405-AF5B-736EE2CFA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86448"/>
              </p:ext>
            </p:extLst>
          </p:nvPr>
        </p:nvGraphicFramePr>
        <p:xfrm>
          <a:off x="4059260" y="944443"/>
          <a:ext cx="3840480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2167345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710084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57207047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70258861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4787894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15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6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582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64217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1059337D-C719-4802-939E-B508C9D9D730}"/>
              </a:ext>
            </a:extLst>
          </p:cNvPr>
          <p:cNvSpPr txBox="1"/>
          <p:nvPr/>
        </p:nvSpPr>
        <p:spPr>
          <a:xfrm>
            <a:off x="7998635" y="2260607"/>
            <a:ext cx="2405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1K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对齐</a:t>
            </a:r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主序</a:t>
            </a:r>
            <a:r>
              <a:rPr lang="en-US" altLang="zh-CN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数据块对齐</a:t>
            </a:r>
            <a:r>
              <a:rPr 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529C7C-1C8C-44E8-A7FE-11DD122317E6}"/>
              </a:ext>
            </a:extLst>
          </p:cNvPr>
          <p:cNvSpPr/>
          <p:nvPr/>
        </p:nvSpPr>
        <p:spPr>
          <a:xfrm>
            <a:off x="4060235" y="945040"/>
            <a:ext cx="3692602" cy="2441938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0077BC-46DE-4120-A7DB-FD0F2347001F}"/>
              </a:ext>
            </a:extLst>
          </p:cNvPr>
          <p:cNvSpPr txBox="1"/>
          <p:nvPr/>
        </p:nvSpPr>
        <p:spPr>
          <a:xfrm>
            <a:off x="4904361" y="1729015"/>
            <a:ext cx="200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实际</a:t>
            </a:r>
            <a:r>
              <a:rPr lang="zh-CN" altLang="en-US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1C8DC40-0246-45D6-A6A0-2C1F96C072FD}"/>
              </a:ext>
            </a:extLst>
          </p:cNvPr>
          <p:cNvCxnSpPr>
            <a:cxnSpLocks/>
          </p:cNvCxnSpPr>
          <p:nvPr/>
        </p:nvCxnSpPr>
        <p:spPr>
          <a:xfrm flipV="1">
            <a:off x="8105060" y="940326"/>
            <a:ext cx="0" cy="115802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83047E7-7001-4142-A53E-52B11ECF4B80}"/>
              </a:ext>
            </a:extLst>
          </p:cNvPr>
          <p:cNvCxnSpPr>
            <a:cxnSpLocks/>
          </p:cNvCxnSpPr>
          <p:nvPr/>
        </p:nvCxnSpPr>
        <p:spPr>
          <a:xfrm>
            <a:off x="8105060" y="2654403"/>
            <a:ext cx="0" cy="125676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A3A7F60-DBA1-4F7B-848C-158D4217BF60}"/>
              </a:ext>
            </a:extLst>
          </p:cNvPr>
          <p:cNvCxnSpPr>
            <a:cxnSpLocks/>
          </p:cNvCxnSpPr>
          <p:nvPr/>
        </p:nvCxnSpPr>
        <p:spPr>
          <a:xfrm>
            <a:off x="4361912" y="1134756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866360B-884D-429D-91D6-C085C1F41073}"/>
              </a:ext>
            </a:extLst>
          </p:cNvPr>
          <p:cNvCxnSpPr>
            <a:cxnSpLocks/>
          </p:cNvCxnSpPr>
          <p:nvPr/>
        </p:nvCxnSpPr>
        <p:spPr>
          <a:xfrm flipV="1">
            <a:off x="4361912" y="1130042"/>
            <a:ext cx="678647" cy="26589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2C888E-DC5F-4508-ACF8-49F102051E90}"/>
              </a:ext>
            </a:extLst>
          </p:cNvPr>
          <p:cNvCxnSpPr>
            <a:cxnSpLocks/>
          </p:cNvCxnSpPr>
          <p:nvPr/>
        </p:nvCxnSpPr>
        <p:spPr>
          <a:xfrm>
            <a:off x="5030349" y="1134756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44387AA-7F04-483C-8BAF-D821304D787C}"/>
              </a:ext>
            </a:extLst>
          </p:cNvPr>
          <p:cNvCxnSpPr>
            <a:cxnSpLocks/>
          </p:cNvCxnSpPr>
          <p:nvPr/>
        </p:nvCxnSpPr>
        <p:spPr>
          <a:xfrm flipV="1">
            <a:off x="5030349" y="1130042"/>
            <a:ext cx="678647" cy="26589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864E8E0-8471-478E-B62D-611931BA82DB}"/>
              </a:ext>
            </a:extLst>
          </p:cNvPr>
          <p:cNvCxnSpPr>
            <a:cxnSpLocks/>
          </p:cNvCxnSpPr>
          <p:nvPr/>
        </p:nvCxnSpPr>
        <p:spPr>
          <a:xfrm>
            <a:off x="5698785" y="1134756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DDF02EA-7D96-49DF-96E5-126D7C71E22F}"/>
              </a:ext>
            </a:extLst>
          </p:cNvPr>
          <p:cNvCxnSpPr>
            <a:cxnSpLocks/>
          </p:cNvCxnSpPr>
          <p:nvPr/>
        </p:nvCxnSpPr>
        <p:spPr>
          <a:xfrm flipV="1">
            <a:off x="5698785" y="1130042"/>
            <a:ext cx="635891" cy="265892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5255A7E-3379-486E-B566-308DC32A54EF}"/>
              </a:ext>
            </a:extLst>
          </p:cNvPr>
          <p:cNvCxnSpPr>
            <a:cxnSpLocks/>
          </p:cNvCxnSpPr>
          <p:nvPr/>
        </p:nvCxnSpPr>
        <p:spPr>
          <a:xfrm>
            <a:off x="6318631" y="1133684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507B4F5-65AD-4AFB-82A4-2783C5A0AF60}"/>
              </a:ext>
            </a:extLst>
          </p:cNvPr>
          <p:cNvCxnSpPr>
            <a:cxnSpLocks/>
          </p:cNvCxnSpPr>
          <p:nvPr/>
        </p:nvCxnSpPr>
        <p:spPr>
          <a:xfrm flipV="1">
            <a:off x="6318630" y="1130042"/>
            <a:ext cx="625681" cy="265784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89A4910-390C-4964-A4EF-85CDC18E27A2}"/>
              </a:ext>
            </a:extLst>
          </p:cNvPr>
          <p:cNvCxnSpPr>
            <a:cxnSpLocks/>
          </p:cNvCxnSpPr>
          <p:nvPr/>
        </p:nvCxnSpPr>
        <p:spPr>
          <a:xfrm>
            <a:off x="6944312" y="1134756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E69A3C0-E94F-4E28-A541-835AC835D85F}"/>
              </a:ext>
            </a:extLst>
          </p:cNvPr>
          <p:cNvCxnSpPr>
            <a:cxnSpLocks/>
          </p:cNvCxnSpPr>
          <p:nvPr/>
        </p:nvCxnSpPr>
        <p:spPr>
          <a:xfrm flipV="1">
            <a:off x="6944312" y="1130042"/>
            <a:ext cx="678647" cy="265891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16E5EC7-5DBA-4FA6-812B-6951A781FDBF}"/>
              </a:ext>
            </a:extLst>
          </p:cNvPr>
          <p:cNvCxnSpPr>
            <a:cxnSpLocks/>
          </p:cNvCxnSpPr>
          <p:nvPr/>
        </p:nvCxnSpPr>
        <p:spPr>
          <a:xfrm>
            <a:off x="7607015" y="1133684"/>
            <a:ext cx="0" cy="265420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9C1705D-D9EC-4435-B57C-2752017A2F47}"/>
              </a:ext>
            </a:extLst>
          </p:cNvPr>
          <p:cNvCxnSpPr>
            <a:cxnSpLocks/>
          </p:cNvCxnSpPr>
          <p:nvPr/>
        </p:nvCxnSpPr>
        <p:spPr>
          <a:xfrm flipH="1" flipV="1">
            <a:off x="3351019" y="325388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0DCF3C9-9077-4301-9FB3-59378C325B3D}"/>
              </a:ext>
            </a:extLst>
          </p:cNvPr>
          <p:cNvSpPr txBox="1"/>
          <p:nvPr/>
        </p:nvSpPr>
        <p:spPr>
          <a:xfrm>
            <a:off x="3102690" y="274748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03C3830-56AD-49D2-A4A5-8644EC9AF346}"/>
              </a:ext>
            </a:extLst>
          </p:cNvPr>
          <p:cNvCxnSpPr>
            <a:cxnSpLocks/>
          </p:cNvCxnSpPr>
          <p:nvPr/>
        </p:nvCxnSpPr>
        <p:spPr>
          <a:xfrm>
            <a:off x="7608868" y="3740974"/>
            <a:ext cx="0" cy="340378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545FD57-08B7-4513-B0ED-2664B74FE23B}"/>
              </a:ext>
            </a:extLst>
          </p:cNvPr>
          <p:cNvCxnSpPr>
            <a:cxnSpLocks/>
          </p:cNvCxnSpPr>
          <p:nvPr/>
        </p:nvCxnSpPr>
        <p:spPr>
          <a:xfrm flipH="1">
            <a:off x="3942060" y="4081352"/>
            <a:ext cx="3680899" cy="0"/>
          </a:xfrm>
          <a:prstGeom prst="line">
            <a:avLst/>
          </a:prstGeom>
          <a:ln w="63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95386F5-2024-47E8-A4DC-3D8F1E6B7289}"/>
              </a:ext>
            </a:extLst>
          </p:cNvPr>
          <p:cNvCxnSpPr>
            <a:cxnSpLocks/>
          </p:cNvCxnSpPr>
          <p:nvPr/>
        </p:nvCxnSpPr>
        <p:spPr>
          <a:xfrm flipV="1">
            <a:off x="3942060" y="904742"/>
            <a:ext cx="0" cy="317661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Cube 83">
            <a:extLst>
              <a:ext uri="{FF2B5EF4-FFF2-40B4-BE49-F238E27FC236}">
                <a16:creationId xmlns:a16="http://schemas.microsoft.com/office/drawing/2014/main" id="{F217EA02-1206-4549-8317-B8C7DB98FC61}"/>
              </a:ext>
            </a:extLst>
          </p:cNvPr>
          <p:cNvSpPr/>
          <p:nvPr/>
        </p:nvSpPr>
        <p:spPr>
          <a:xfrm flipH="1">
            <a:off x="8082428" y="288042"/>
            <a:ext cx="706127" cy="431389"/>
          </a:xfrm>
          <a:prstGeom prst="cube">
            <a:avLst>
              <a:gd name="adj" fmla="val 3273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BDE6D0-9620-467F-B66A-6AA7008BC95C}"/>
              </a:ext>
            </a:extLst>
          </p:cNvPr>
          <p:cNvCxnSpPr>
            <a:cxnSpLocks/>
          </p:cNvCxnSpPr>
          <p:nvPr/>
        </p:nvCxnSpPr>
        <p:spPr>
          <a:xfrm flipV="1">
            <a:off x="7831641" y="750313"/>
            <a:ext cx="268536" cy="400651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E0BEDEC-2AD0-4461-9E89-D7043CA9F3F4}"/>
              </a:ext>
            </a:extLst>
          </p:cNvPr>
          <p:cNvSpPr txBox="1"/>
          <p:nvPr/>
        </p:nvSpPr>
        <p:spPr>
          <a:xfrm>
            <a:off x="7965909" y="0"/>
            <a:ext cx="24053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(4-16) * 4 * 8 </a:t>
            </a:r>
            <a:r>
              <a:rPr lang="zh-CN" altLang="en-US" sz="1000" dirty="0" smtClean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单个数据块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E81B5D9-B6C4-47BB-B5BB-E1006387574A}"/>
              </a:ext>
            </a:extLst>
          </p:cNvPr>
          <p:cNvCxnSpPr>
            <a:cxnSpLocks/>
          </p:cNvCxnSpPr>
          <p:nvPr/>
        </p:nvCxnSpPr>
        <p:spPr>
          <a:xfrm>
            <a:off x="2644707" y="2455574"/>
            <a:ext cx="870292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681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41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Microsoft YaHei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7</cp:revision>
  <dcterms:created xsi:type="dcterms:W3CDTF">2022-04-07T11:13:15Z</dcterms:created>
  <dcterms:modified xsi:type="dcterms:W3CDTF">2022-11-25T07:34:16Z</dcterms:modified>
</cp:coreProperties>
</file>