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108325" cy="127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9" autoAdjust="0"/>
    <p:restoredTop sz="94660"/>
  </p:normalViewPr>
  <p:slideViewPr>
    <p:cSldViewPr snapToGrid="0">
      <p:cViewPr varScale="1">
        <p:scale>
          <a:sx n="326" d="100"/>
          <a:sy n="326" d="100"/>
        </p:scale>
        <p:origin x="3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541" y="209404"/>
            <a:ext cx="2331244" cy="445464"/>
          </a:xfrm>
        </p:spPr>
        <p:txBody>
          <a:bodyPr anchor="b"/>
          <a:lstStyle>
            <a:lvl1pPr algn="ctr"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541" y="672047"/>
            <a:ext cx="2331244" cy="308922"/>
          </a:xfrm>
        </p:spPr>
        <p:txBody>
          <a:bodyPr/>
          <a:lstStyle>
            <a:lvl1pPr marL="0" indent="0" algn="ctr">
              <a:buNone/>
              <a:defRPr sz="448"/>
            </a:lvl1pPr>
            <a:lvl2pPr marL="85314" indent="0" algn="ctr">
              <a:buNone/>
              <a:defRPr sz="373"/>
            </a:lvl2pPr>
            <a:lvl3pPr marL="170627" indent="0" algn="ctr">
              <a:buNone/>
              <a:defRPr sz="336"/>
            </a:lvl3pPr>
            <a:lvl4pPr marL="255941" indent="0" algn="ctr">
              <a:buNone/>
              <a:defRPr sz="299"/>
            </a:lvl4pPr>
            <a:lvl5pPr marL="341254" indent="0" algn="ctr">
              <a:buNone/>
              <a:defRPr sz="299"/>
            </a:lvl5pPr>
            <a:lvl6pPr marL="426568" indent="0" algn="ctr">
              <a:buNone/>
              <a:defRPr sz="299"/>
            </a:lvl6pPr>
            <a:lvl7pPr marL="511881" indent="0" algn="ctr">
              <a:buNone/>
              <a:defRPr sz="299"/>
            </a:lvl7pPr>
            <a:lvl8pPr marL="597195" indent="0" algn="ctr">
              <a:buNone/>
              <a:defRPr sz="299"/>
            </a:lvl8pPr>
            <a:lvl9pPr marL="682508" indent="0" algn="ctr">
              <a:buNone/>
              <a:defRPr sz="2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5F149-FB5A-40E0-9272-53175886E45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B6EC-D265-4315-A8B7-35BB9E9AA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94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5F149-FB5A-40E0-9272-53175886E45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B6EC-D265-4315-A8B7-35BB9E9AA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816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079" y="318993"/>
            <a:ext cx="2680930" cy="532247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079" y="856275"/>
            <a:ext cx="2680930" cy="279896"/>
          </a:xfrm>
        </p:spPr>
        <p:txBody>
          <a:bodyPr/>
          <a:lstStyle>
            <a:lvl1pPr marL="0" indent="0">
              <a:buNone/>
              <a:defRPr sz="448">
                <a:solidFill>
                  <a:schemeClr val="tx1">
                    <a:tint val="75000"/>
                  </a:schemeClr>
                </a:solidFill>
              </a:defRPr>
            </a:lvl1pPr>
            <a:lvl2pPr marL="85314" indent="0">
              <a:buNone/>
              <a:defRPr sz="373">
                <a:solidFill>
                  <a:schemeClr val="tx1">
                    <a:tint val="75000"/>
                  </a:schemeClr>
                </a:solidFill>
              </a:defRPr>
            </a:lvl2pPr>
            <a:lvl3pPr marL="170627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3pPr>
            <a:lvl4pPr marL="255941" indent="0">
              <a:buNone/>
              <a:defRPr sz="299">
                <a:solidFill>
                  <a:schemeClr val="tx1">
                    <a:tint val="75000"/>
                  </a:schemeClr>
                </a:solidFill>
              </a:defRPr>
            </a:lvl4pPr>
            <a:lvl5pPr marL="341254" indent="0">
              <a:buNone/>
              <a:defRPr sz="299">
                <a:solidFill>
                  <a:schemeClr val="tx1">
                    <a:tint val="75000"/>
                  </a:schemeClr>
                </a:solidFill>
              </a:defRPr>
            </a:lvl5pPr>
            <a:lvl6pPr marL="426568" indent="0">
              <a:buNone/>
              <a:defRPr sz="299">
                <a:solidFill>
                  <a:schemeClr val="tx1">
                    <a:tint val="75000"/>
                  </a:schemeClr>
                </a:solidFill>
              </a:defRPr>
            </a:lvl6pPr>
            <a:lvl7pPr marL="511881" indent="0">
              <a:buNone/>
              <a:defRPr sz="299">
                <a:solidFill>
                  <a:schemeClr val="tx1">
                    <a:tint val="75000"/>
                  </a:schemeClr>
                </a:solidFill>
              </a:defRPr>
            </a:lvl7pPr>
            <a:lvl8pPr marL="597195" indent="0">
              <a:buNone/>
              <a:defRPr sz="299">
                <a:solidFill>
                  <a:schemeClr val="tx1">
                    <a:tint val="75000"/>
                  </a:schemeClr>
                </a:solidFill>
              </a:defRPr>
            </a:lvl8pPr>
            <a:lvl9pPr marL="682508" indent="0">
              <a:buNone/>
              <a:defRPr sz="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5F149-FB5A-40E0-9272-53175886E45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B6EC-D265-4315-A8B7-35BB9E9AA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056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3697" y="340614"/>
            <a:ext cx="1321038" cy="8118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3590" y="340614"/>
            <a:ext cx="1321038" cy="8118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5F149-FB5A-40E0-9272-53175886E45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B6EC-D265-4315-A8B7-35BB9E9AA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99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02" y="68123"/>
            <a:ext cx="2680930" cy="2473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102" y="313661"/>
            <a:ext cx="1314967" cy="153721"/>
          </a:xfrm>
        </p:spPr>
        <p:txBody>
          <a:bodyPr anchor="b"/>
          <a:lstStyle>
            <a:lvl1pPr marL="0" indent="0">
              <a:buNone/>
              <a:defRPr sz="448" b="1"/>
            </a:lvl1pPr>
            <a:lvl2pPr marL="85314" indent="0">
              <a:buNone/>
              <a:defRPr sz="373" b="1"/>
            </a:lvl2pPr>
            <a:lvl3pPr marL="170627" indent="0">
              <a:buNone/>
              <a:defRPr sz="336" b="1"/>
            </a:lvl3pPr>
            <a:lvl4pPr marL="255941" indent="0">
              <a:buNone/>
              <a:defRPr sz="299" b="1"/>
            </a:lvl4pPr>
            <a:lvl5pPr marL="341254" indent="0">
              <a:buNone/>
              <a:defRPr sz="299" b="1"/>
            </a:lvl5pPr>
            <a:lvl6pPr marL="426568" indent="0">
              <a:buNone/>
              <a:defRPr sz="299" b="1"/>
            </a:lvl6pPr>
            <a:lvl7pPr marL="511881" indent="0">
              <a:buNone/>
              <a:defRPr sz="299" b="1"/>
            </a:lvl7pPr>
            <a:lvl8pPr marL="597195" indent="0">
              <a:buNone/>
              <a:defRPr sz="299" b="1"/>
            </a:lvl8pPr>
            <a:lvl9pPr marL="682508" indent="0">
              <a:buNone/>
              <a:defRPr sz="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4102" y="467382"/>
            <a:ext cx="1314967" cy="687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73590" y="313661"/>
            <a:ext cx="1321443" cy="153721"/>
          </a:xfrm>
        </p:spPr>
        <p:txBody>
          <a:bodyPr anchor="b"/>
          <a:lstStyle>
            <a:lvl1pPr marL="0" indent="0">
              <a:buNone/>
              <a:defRPr sz="448" b="1"/>
            </a:lvl1pPr>
            <a:lvl2pPr marL="85314" indent="0">
              <a:buNone/>
              <a:defRPr sz="373" b="1"/>
            </a:lvl2pPr>
            <a:lvl3pPr marL="170627" indent="0">
              <a:buNone/>
              <a:defRPr sz="336" b="1"/>
            </a:lvl3pPr>
            <a:lvl4pPr marL="255941" indent="0">
              <a:buNone/>
              <a:defRPr sz="299" b="1"/>
            </a:lvl4pPr>
            <a:lvl5pPr marL="341254" indent="0">
              <a:buNone/>
              <a:defRPr sz="299" b="1"/>
            </a:lvl5pPr>
            <a:lvl6pPr marL="426568" indent="0">
              <a:buNone/>
              <a:defRPr sz="299" b="1"/>
            </a:lvl6pPr>
            <a:lvl7pPr marL="511881" indent="0">
              <a:buNone/>
              <a:defRPr sz="299" b="1"/>
            </a:lvl7pPr>
            <a:lvl8pPr marL="597195" indent="0">
              <a:buNone/>
              <a:defRPr sz="299" b="1"/>
            </a:lvl8pPr>
            <a:lvl9pPr marL="682508" indent="0">
              <a:buNone/>
              <a:defRPr sz="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73590" y="467382"/>
            <a:ext cx="1321443" cy="687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5F149-FB5A-40E0-9272-53175886E45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B6EC-D265-4315-A8B7-35BB9E9AA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965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5F149-FB5A-40E0-9272-53175886E45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B6EC-D265-4315-A8B7-35BB9E9AA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8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5F149-FB5A-40E0-9272-53175886E45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B6EC-D265-4315-A8B7-35BB9E9AA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996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02" y="85302"/>
            <a:ext cx="1002516" cy="298556"/>
          </a:xfrm>
        </p:spPr>
        <p:txBody>
          <a:bodyPr anchor="b"/>
          <a:lstStyle>
            <a:lvl1pPr>
              <a:defRPr sz="5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1443" y="184228"/>
            <a:ext cx="1573590" cy="909292"/>
          </a:xfrm>
        </p:spPr>
        <p:txBody>
          <a:bodyPr/>
          <a:lstStyle>
            <a:lvl1pPr>
              <a:defRPr sz="597"/>
            </a:lvl1pPr>
            <a:lvl2pPr>
              <a:defRPr sz="522"/>
            </a:lvl2pPr>
            <a:lvl3pPr>
              <a:defRPr sz="448"/>
            </a:lvl3pPr>
            <a:lvl4pPr>
              <a:defRPr sz="373"/>
            </a:lvl4pPr>
            <a:lvl5pPr>
              <a:defRPr sz="373"/>
            </a:lvl5pPr>
            <a:lvl6pPr>
              <a:defRPr sz="373"/>
            </a:lvl6pPr>
            <a:lvl7pPr>
              <a:defRPr sz="373"/>
            </a:lvl7pPr>
            <a:lvl8pPr>
              <a:defRPr sz="373"/>
            </a:lvl8pPr>
            <a:lvl9pPr>
              <a:defRPr sz="3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102" y="383857"/>
            <a:ext cx="1002516" cy="711144"/>
          </a:xfrm>
        </p:spPr>
        <p:txBody>
          <a:bodyPr/>
          <a:lstStyle>
            <a:lvl1pPr marL="0" indent="0">
              <a:buNone/>
              <a:defRPr sz="299"/>
            </a:lvl1pPr>
            <a:lvl2pPr marL="85314" indent="0">
              <a:buNone/>
              <a:defRPr sz="261"/>
            </a:lvl2pPr>
            <a:lvl3pPr marL="170627" indent="0">
              <a:buNone/>
              <a:defRPr sz="224"/>
            </a:lvl3pPr>
            <a:lvl4pPr marL="255941" indent="0">
              <a:buNone/>
              <a:defRPr sz="187"/>
            </a:lvl4pPr>
            <a:lvl5pPr marL="341254" indent="0">
              <a:buNone/>
              <a:defRPr sz="187"/>
            </a:lvl5pPr>
            <a:lvl6pPr marL="426568" indent="0">
              <a:buNone/>
              <a:defRPr sz="187"/>
            </a:lvl6pPr>
            <a:lvl7pPr marL="511881" indent="0">
              <a:buNone/>
              <a:defRPr sz="187"/>
            </a:lvl7pPr>
            <a:lvl8pPr marL="597195" indent="0">
              <a:buNone/>
              <a:defRPr sz="187"/>
            </a:lvl8pPr>
            <a:lvl9pPr marL="682508" indent="0">
              <a:buNone/>
              <a:defRPr sz="1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5F149-FB5A-40E0-9272-53175886E45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B6EC-D265-4315-A8B7-35BB9E9AA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05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02" y="85302"/>
            <a:ext cx="1002516" cy="298556"/>
          </a:xfrm>
        </p:spPr>
        <p:txBody>
          <a:bodyPr anchor="b"/>
          <a:lstStyle>
            <a:lvl1pPr>
              <a:defRPr sz="5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21443" y="184228"/>
            <a:ext cx="1573590" cy="909292"/>
          </a:xfrm>
        </p:spPr>
        <p:txBody>
          <a:bodyPr anchor="t"/>
          <a:lstStyle>
            <a:lvl1pPr marL="0" indent="0">
              <a:buNone/>
              <a:defRPr sz="597"/>
            </a:lvl1pPr>
            <a:lvl2pPr marL="85314" indent="0">
              <a:buNone/>
              <a:defRPr sz="522"/>
            </a:lvl2pPr>
            <a:lvl3pPr marL="170627" indent="0">
              <a:buNone/>
              <a:defRPr sz="448"/>
            </a:lvl3pPr>
            <a:lvl4pPr marL="255941" indent="0">
              <a:buNone/>
              <a:defRPr sz="373"/>
            </a:lvl4pPr>
            <a:lvl5pPr marL="341254" indent="0">
              <a:buNone/>
              <a:defRPr sz="373"/>
            </a:lvl5pPr>
            <a:lvl6pPr marL="426568" indent="0">
              <a:buNone/>
              <a:defRPr sz="373"/>
            </a:lvl6pPr>
            <a:lvl7pPr marL="511881" indent="0">
              <a:buNone/>
              <a:defRPr sz="373"/>
            </a:lvl7pPr>
            <a:lvl8pPr marL="597195" indent="0">
              <a:buNone/>
              <a:defRPr sz="373"/>
            </a:lvl8pPr>
            <a:lvl9pPr marL="682508" indent="0">
              <a:buNone/>
              <a:defRPr sz="37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102" y="383857"/>
            <a:ext cx="1002516" cy="711144"/>
          </a:xfrm>
        </p:spPr>
        <p:txBody>
          <a:bodyPr/>
          <a:lstStyle>
            <a:lvl1pPr marL="0" indent="0">
              <a:buNone/>
              <a:defRPr sz="299"/>
            </a:lvl1pPr>
            <a:lvl2pPr marL="85314" indent="0">
              <a:buNone/>
              <a:defRPr sz="261"/>
            </a:lvl2pPr>
            <a:lvl3pPr marL="170627" indent="0">
              <a:buNone/>
              <a:defRPr sz="224"/>
            </a:lvl3pPr>
            <a:lvl4pPr marL="255941" indent="0">
              <a:buNone/>
              <a:defRPr sz="187"/>
            </a:lvl4pPr>
            <a:lvl5pPr marL="341254" indent="0">
              <a:buNone/>
              <a:defRPr sz="187"/>
            </a:lvl5pPr>
            <a:lvl6pPr marL="426568" indent="0">
              <a:buNone/>
              <a:defRPr sz="187"/>
            </a:lvl6pPr>
            <a:lvl7pPr marL="511881" indent="0">
              <a:buNone/>
              <a:defRPr sz="187"/>
            </a:lvl7pPr>
            <a:lvl8pPr marL="597195" indent="0">
              <a:buNone/>
              <a:defRPr sz="187"/>
            </a:lvl8pPr>
            <a:lvl9pPr marL="682508" indent="0">
              <a:buNone/>
              <a:defRPr sz="1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5F149-FB5A-40E0-9272-53175886E45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B6EC-D265-4315-A8B7-35BB9E9AA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25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5F149-FB5A-40E0-9272-53175886E45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B6EC-D265-4315-A8B7-35BB9E9AA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63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24395" y="68123"/>
            <a:ext cx="670233" cy="10843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697" y="68123"/>
            <a:ext cx="1971844" cy="1084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5F149-FB5A-40E0-9272-53175886E45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B6EC-D265-4315-A8B7-35BB9E9AA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85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698" y="68123"/>
            <a:ext cx="2680930" cy="247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698" y="340614"/>
            <a:ext cx="2680930" cy="811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3697" y="1185930"/>
            <a:ext cx="699373" cy="68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5F149-FB5A-40E0-9272-53175886E45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9633" y="1185930"/>
            <a:ext cx="1049060" cy="68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95255" y="1185930"/>
            <a:ext cx="699373" cy="68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FB6EC-D265-4315-A8B7-35BB9E9AA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007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70627" rtl="0" eaLnBrk="1" latinLnBrk="0" hangingPunct="1">
        <a:lnSpc>
          <a:spcPct val="90000"/>
        </a:lnSpc>
        <a:spcBef>
          <a:spcPct val="0"/>
        </a:spcBef>
        <a:buNone/>
        <a:defRPr sz="8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657" indent="-42657" algn="l" defTabSz="170627" rtl="0" eaLnBrk="1" latinLnBrk="0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522" kern="1200">
          <a:solidFill>
            <a:schemeClr val="tx1"/>
          </a:solidFill>
          <a:latin typeface="+mn-lt"/>
          <a:ea typeface="+mn-ea"/>
          <a:cs typeface="+mn-cs"/>
        </a:defRPr>
      </a:lvl1pPr>
      <a:lvl2pPr marL="127970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448" kern="1200">
          <a:solidFill>
            <a:schemeClr val="tx1"/>
          </a:solidFill>
          <a:latin typeface="+mn-lt"/>
          <a:ea typeface="+mn-ea"/>
          <a:cs typeface="+mn-cs"/>
        </a:defRPr>
      </a:lvl2pPr>
      <a:lvl3pPr marL="213284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73" kern="1200">
          <a:solidFill>
            <a:schemeClr val="tx1"/>
          </a:solidFill>
          <a:latin typeface="+mn-lt"/>
          <a:ea typeface="+mn-ea"/>
          <a:cs typeface="+mn-cs"/>
        </a:defRPr>
      </a:lvl3pPr>
      <a:lvl4pPr marL="298597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6" kern="1200">
          <a:solidFill>
            <a:schemeClr val="tx1"/>
          </a:solidFill>
          <a:latin typeface="+mn-lt"/>
          <a:ea typeface="+mn-ea"/>
          <a:cs typeface="+mn-cs"/>
        </a:defRPr>
      </a:lvl4pPr>
      <a:lvl5pPr marL="383911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6" kern="1200">
          <a:solidFill>
            <a:schemeClr val="tx1"/>
          </a:solidFill>
          <a:latin typeface="+mn-lt"/>
          <a:ea typeface="+mn-ea"/>
          <a:cs typeface="+mn-cs"/>
        </a:defRPr>
      </a:lvl5pPr>
      <a:lvl6pPr marL="469224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6" kern="1200">
          <a:solidFill>
            <a:schemeClr val="tx1"/>
          </a:solidFill>
          <a:latin typeface="+mn-lt"/>
          <a:ea typeface="+mn-ea"/>
          <a:cs typeface="+mn-cs"/>
        </a:defRPr>
      </a:lvl6pPr>
      <a:lvl7pPr marL="554538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6" kern="1200">
          <a:solidFill>
            <a:schemeClr val="tx1"/>
          </a:solidFill>
          <a:latin typeface="+mn-lt"/>
          <a:ea typeface="+mn-ea"/>
          <a:cs typeface="+mn-cs"/>
        </a:defRPr>
      </a:lvl7pPr>
      <a:lvl8pPr marL="639851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6" kern="1200">
          <a:solidFill>
            <a:schemeClr val="tx1"/>
          </a:solidFill>
          <a:latin typeface="+mn-lt"/>
          <a:ea typeface="+mn-ea"/>
          <a:cs typeface="+mn-cs"/>
        </a:defRPr>
      </a:lvl8pPr>
      <a:lvl9pPr marL="725165" indent="-42657" algn="l" defTabSz="170627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1pPr>
      <a:lvl2pPr marL="85314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2pPr>
      <a:lvl3pPr marL="170627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3pPr>
      <a:lvl4pPr marL="255941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4pPr>
      <a:lvl5pPr marL="341254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5pPr>
      <a:lvl6pPr marL="426568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6pPr>
      <a:lvl7pPr marL="511881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7pPr>
      <a:lvl8pPr marL="597195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8pPr>
      <a:lvl9pPr marL="682508" algn="l" defTabSz="170627" rtl="0" eaLnBrk="1" latinLnBrk="0" hangingPunct="1">
        <a:defRPr sz="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3">
            <a:extLst>
              <a:ext uri="{FF2B5EF4-FFF2-40B4-BE49-F238E27FC236}">
                <a16:creationId xmlns:a16="http://schemas.microsoft.com/office/drawing/2014/main" id="{30ED6844-6332-41CE-B739-3CA5052FF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731815"/>
              </p:ext>
            </p:extLst>
          </p:nvPr>
        </p:nvGraphicFramePr>
        <p:xfrm>
          <a:off x="703733" y="379548"/>
          <a:ext cx="2266868" cy="792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6868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700" dirty="0"/>
                        <a:t>数据子块</a:t>
                      </a:r>
                      <a:r>
                        <a:rPr lang="en-US" sz="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700" dirty="0"/>
                        <a:t>数据子块</a:t>
                      </a:r>
                      <a:r>
                        <a:rPr lang="en-US" sz="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287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700" dirty="0"/>
                        <a:t>数据子块</a:t>
                      </a:r>
                      <a:r>
                        <a:rPr lang="en-US" sz="7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146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700"/>
                        <a:t>数据子块</a:t>
                      </a:r>
                      <a:r>
                        <a:rPr lang="en-US" sz="700"/>
                        <a:t>3</a:t>
                      </a:r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38469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DE9DBFA-AF0C-4398-B031-F9F0E730B2C0}"/>
              </a:ext>
            </a:extLst>
          </p:cNvPr>
          <p:cNvSpPr txBox="1"/>
          <p:nvPr/>
        </p:nvSpPr>
        <p:spPr>
          <a:xfrm>
            <a:off x="25913" y="16948"/>
            <a:ext cx="8589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5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数据块</a:t>
            </a:r>
            <a:endParaRPr lang="en-US" sz="15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6C0F9E-C83D-4082-A733-99C326B9DE3B}"/>
              </a:ext>
            </a:extLst>
          </p:cNvPr>
          <p:cNvCxnSpPr>
            <a:cxnSpLocks/>
          </p:cNvCxnSpPr>
          <p:nvPr/>
        </p:nvCxnSpPr>
        <p:spPr>
          <a:xfrm>
            <a:off x="703733" y="252080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7EAD398-5AE2-4AC1-815D-04C29763F51A}"/>
              </a:ext>
            </a:extLst>
          </p:cNvPr>
          <p:cNvSpPr txBox="1"/>
          <p:nvPr/>
        </p:nvSpPr>
        <p:spPr>
          <a:xfrm>
            <a:off x="1141608" y="133327"/>
            <a:ext cx="10186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输入通道（</a:t>
            </a:r>
            <a:r>
              <a:rPr lang="en-US" sz="1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i-ch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1625C6-4E61-4DDD-B0CA-A071916EBB22}"/>
              </a:ext>
            </a:extLst>
          </p:cNvPr>
          <p:cNvCxnSpPr>
            <a:cxnSpLocks/>
          </p:cNvCxnSpPr>
          <p:nvPr/>
        </p:nvCxnSpPr>
        <p:spPr>
          <a:xfrm>
            <a:off x="568998" y="379548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1912FC1-0894-43D3-8E7A-6DAB9CD07D48}"/>
              </a:ext>
            </a:extLst>
          </p:cNvPr>
          <p:cNvSpPr txBox="1"/>
          <p:nvPr/>
        </p:nvSpPr>
        <p:spPr>
          <a:xfrm>
            <a:off x="64339" y="689218"/>
            <a:ext cx="731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输出通道（</a:t>
            </a:r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o-</a:t>
            </a:r>
            <a:r>
              <a:rPr lang="en-US" sz="1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491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28</Words>
  <Application>Microsoft Office PowerPoint</Application>
  <PresentationFormat>自定义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4</cp:revision>
  <dcterms:created xsi:type="dcterms:W3CDTF">2022-04-07T12:16:16Z</dcterms:created>
  <dcterms:modified xsi:type="dcterms:W3CDTF">2022-11-25T14:54:00Z</dcterms:modified>
</cp:coreProperties>
</file>