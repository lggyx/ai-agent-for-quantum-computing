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705600" cy="5578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69" autoAdjust="0"/>
    <p:restoredTop sz="94660"/>
  </p:normalViewPr>
  <p:slideViewPr>
    <p:cSldViewPr snapToGrid="0">
      <p:cViewPr varScale="1">
        <p:scale>
          <a:sx n="81" d="100"/>
          <a:sy n="81" d="100"/>
        </p:scale>
        <p:origin x="15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2920" y="912959"/>
            <a:ext cx="5699760" cy="1942136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929991"/>
            <a:ext cx="5029200" cy="1346840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3B3F-E552-4E75-A278-22B8A39A0108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638F-9A03-4201-92FC-955172B77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688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3B3F-E552-4E75-A278-22B8A39A0108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638F-9A03-4201-92FC-955172B77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28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18" y="1390747"/>
            <a:ext cx="5783580" cy="232049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518" y="3733189"/>
            <a:ext cx="5783580" cy="1220291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/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75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3B3F-E552-4E75-A278-22B8A39A0108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638F-9A03-4201-92FC-955172B77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76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1010" y="1485011"/>
            <a:ext cx="2849880" cy="353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94710" y="1485011"/>
            <a:ext cx="2849880" cy="353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3B3F-E552-4E75-A278-22B8A39A0108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638F-9A03-4201-92FC-955172B77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15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883" y="297004"/>
            <a:ext cx="5783580" cy="10782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1884" y="1367502"/>
            <a:ext cx="2836783" cy="670191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884" y="2037693"/>
            <a:ext cx="2836783" cy="29971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94711" y="1367502"/>
            <a:ext cx="2850753" cy="670191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94711" y="2037693"/>
            <a:ext cx="2850753" cy="29971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3B3F-E552-4E75-A278-22B8A39A0108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638F-9A03-4201-92FC-955172B77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19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3B3F-E552-4E75-A278-22B8A39A0108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638F-9A03-4201-92FC-955172B77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48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3B3F-E552-4E75-A278-22B8A39A0108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638F-9A03-4201-92FC-955172B77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23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883" y="371898"/>
            <a:ext cx="2162731" cy="1301644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0753" y="803198"/>
            <a:ext cx="3394710" cy="3964333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883" y="1673543"/>
            <a:ext cx="2162731" cy="3100444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3B3F-E552-4E75-A278-22B8A39A0108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638F-9A03-4201-92FC-955172B77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763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883" y="371898"/>
            <a:ext cx="2162731" cy="1301644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50753" y="803198"/>
            <a:ext cx="3394710" cy="3964333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883" y="1673543"/>
            <a:ext cx="2162731" cy="3100444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3B3F-E552-4E75-A278-22B8A39A0108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638F-9A03-4201-92FC-955172B77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77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3B3F-E552-4E75-A278-22B8A39A0108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638F-9A03-4201-92FC-955172B77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12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98695" y="297002"/>
            <a:ext cx="1445895" cy="47275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1010" y="297002"/>
            <a:ext cx="4253865" cy="47275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3B3F-E552-4E75-A278-22B8A39A0108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638F-9A03-4201-92FC-955172B77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24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1010" y="297004"/>
            <a:ext cx="5783580" cy="1078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1010" y="1485011"/>
            <a:ext cx="5783580" cy="3539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1010" y="5170421"/>
            <a:ext cx="1508760" cy="2970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143B3F-E552-4E75-A278-22B8A39A0108}" type="datetimeFigureOut">
              <a:rPr lang="en-US" smtClean="0"/>
              <a:t>11/26/2022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21230" y="5170421"/>
            <a:ext cx="2263140" cy="2970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35830" y="5170421"/>
            <a:ext cx="1508760" cy="2970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77638F-9A03-4201-92FC-955172B77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08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 201">
            <a:extLst>
              <a:ext uri="{FF2B5EF4-FFF2-40B4-BE49-F238E27FC236}">
                <a16:creationId xmlns:a16="http://schemas.microsoft.com/office/drawing/2014/main" id="{ECDBFF9B-5514-BB07-990E-0A458EAD367B}"/>
              </a:ext>
            </a:extLst>
          </p:cNvPr>
          <p:cNvGrpSpPr/>
          <p:nvPr/>
        </p:nvGrpSpPr>
        <p:grpSpPr>
          <a:xfrm>
            <a:off x="2806515" y="1645745"/>
            <a:ext cx="3657600" cy="2923118"/>
            <a:chOff x="2102452" y="1948940"/>
            <a:chExt cx="3657600" cy="2923118"/>
          </a:xfrm>
        </p:grpSpPr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18C9E6E9-9A70-7FBE-7639-A988D4E9F649}"/>
                </a:ext>
              </a:extLst>
            </p:cNvPr>
            <p:cNvSpPr/>
            <p:nvPr/>
          </p:nvSpPr>
          <p:spPr>
            <a:xfrm>
              <a:off x="2102452" y="1948940"/>
              <a:ext cx="731520" cy="73152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B[0,0]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D5347D00-E7F7-6DF3-1C9C-58CAF6A27AF4}"/>
                </a:ext>
              </a:extLst>
            </p:cNvPr>
            <p:cNvSpPr/>
            <p:nvPr/>
          </p:nvSpPr>
          <p:spPr>
            <a:xfrm>
              <a:off x="2833968" y="1948940"/>
              <a:ext cx="731520" cy="73152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B[0,1]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2F16FF97-FC68-8127-F3BF-AD3D3FEBB518}"/>
                </a:ext>
              </a:extLst>
            </p:cNvPr>
            <p:cNvSpPr/>
            <p:nvPr/>
          </p:nvSpPr>
          <p:spPr>
            <a:xfrm>
              <a:off x="3565492" y="1948940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B[0,2]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064A529D-602A-3200-5BF0-B165709E8206}"/>
                </a:ext>
              </a:extLst>
            </p:cNvPr>
            <p:cNvSpPr/>
            <p:nvPr/>
          </p:nvSpPr>
          <p:spPr>
            <a:xfrm>
              <a:off x="4297012" y="1948940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B[0,3]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AD413D33-3959-F852-9148-223FD6AD2F39}"/>
                </a:ext>
              </a:extLst>
            </p:cNvPr>
            <p:cNvSpPr/>
            <p:nvPr/>
          </p:nvSpPr>
          <p:spPr>
            <a:xfrm>
              <a:off x="5028532" y="1948940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B[0,4]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81A261BE-48B9-3174-15BA-DFD4C237FFB1}"/>
                </a:ext>
              </a:extLst>
            </p:cNvPr>
            <p:cNvSpPr/>
            <p:nvPr/>
          </p:nvSpPr>
          <p:spPr>
            <a:xfrm>
              <a:off x="2102452" y="2680460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B[1,0]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01C412C4-C294-D11F-6D3F-BAB3A9FA5431}"/>
                </a:ext>
              </a:extLst>
            </p:cNvPr>
            <p:cNvSpPr/>
            <p:nvPr/>
          </p:nvSpPr>
          <p:spPr>
            <a:xfrm>
              <a:off x="2833972" y="2680460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B[1,1]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F2300B8B-DFA4-AA2C-FA95-8E872311E065}"/>
                </a:ext>
              </a:extLst>
            </p:cNvPr>
            <p:cNvSpPr/>
            <p:nvPr/>
          </p:nvSpPr>
          <p:spPr>
            <a:xfrm>
              <a:off x="3565492" y="2680460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B[1,2]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D947D383-7F0C-647E-FDDF-246630072C78}"/>
                </a:ext>
              </a:extLst>
            </p:cNvPr>
            <p:cNvSpPr/>
            <p:nvPr/>
          </p:nvSpPr>
          <p:spPr>
            <a:xfrm>
              <a:off x="4297012" y="2680460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B[1,3]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2DAAE898-79EA-AE07-FF69-9344F11C40F5}"/>
                </a:ext>
              </a:extLst>
            </p:cNvPr>
            <p:cNvSpPr/>
            <p:nvPr/>
          </p:nvSpPr>
          <p:spPr>
            <a:xfrm>
              <a:off x="5028532" y="2680460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B[1,4]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61A3D79E-66A8-A109-0C6C-589D3FB20EED}"/>
                </a:ext>
              </a:extLst>
            </p:cNvPr>
            <p:cNvSpPr/>
            <p:nvPr/>
          </p:nvSpPr>
          <p:spPr>
            <a:xfrm>
              <a:off x="2102452" y="340901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B[2,0]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D2A7E6D9-E294-69F1-1995-A777D587E427}"/>
                </a:ext>
              </a:extLst>
            </p:cNvPr>
            <p:cNvSpPr/>
            <p:nvPr/>
          </p:nvSpPr>
          <p:spPr>
            <a:xfrm>
              <a:off x="2833972" y="340901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B[2,1]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4EC328D9-C190-673D-6D40-401C5B129EBB}"/>
                </a:ext>
              </a:extLst>
            </p:cNvPr>
            <p:cNvSpPr/>
            <p:nvPr/>
          </p:nvSpPr>
          <p:spPr>
            <a:xfrm>
              <a:off x="3565492" y="340901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B[2,2]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55628875-2AC0-2629-6E6F-2DAAF8786B1C}"/>
                </a:ext>
              </a:extLst>
            </p:cNvPr>
            <p:cNvSpPr/>
            <p:nvPr/>
          </p:nvSpPr>
          <p:spPr>
            <a:xfrm>
              <a:off x="4297012" y="340901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B[2,3]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4723536A-3594-CDF6-D940-77F9D97CE4D5}"/>
                </a:ext>
              </a:extLst>
            </p:cNvPr>
            <p:cNvSpPr/>
            <p:nvPr/>
          </p:nvSpPr>
          <p:spPr>
            <a:xfrm>
              <a:off x="5028532" y="340901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B[2,4]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4E6D80E0-674B-3F33-5BB2-5422B7D7B41D}"/>
                </a:ext>
              </a:extLst>
            </p:cNvPr>
            <p:cNvSpPr/>
            <p:nvPr/>
          </p:nvSpPr>
          <p:spPr>
            <a:xfrm>
              <a:off x="2102452" y="414053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B[3,0]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BFA5D4E7-F3BD-771F-2D4B-4D64FE813281}"/>
                </a:ext>
              </a:extLst>
            </p:cNvPr>
            <p:cNvSpPr/>
            <p:nvPr/>
          </p:nvSpPr>
          <p:spPr>
            <a:xfrm>
              <a:off x="2833972" y="414053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B[3,1]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8CA32D44-B61A-D573-F136-F1169B5D1D3A}"/>
                </a:ext>
              </a:extLst>
            </p:cNvPr>
            <p:cNvSpPr/>
            <p:nvPr/>
          </p:nvSpPr>
          <p:spPr>
            <a:xfrm>
              <a:off x="3565492" y="414053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B[3,2]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66FDF6D2-05C4-AA86-02A9-4BC4E3580BF7}"/>
                </a:ext>
              </a:extLst>
            </p:cNvPr>
            <p:cNvSpPr/>
            <p:nvPr/>
          </p:nvSpPr>
          <p:spPr>
            <a:xfrm>
              <a:off x="4297012" y="414053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B[3,3]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554C0B43-4D7F-D7B1-C6B8-BB7283F4B426}"/>
                </a:ext>
              </a:extLst>
            </p:cNvPr>
            <p:cNvSpPr/>
            <p:nvPr/>
          </p:nvSpPr>
          <p:spPr>
            <a:xfrm>
              <a:off x="5028532" y="4140538"/>
              <a:ext cx="731520" cy="7315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B[3,4]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rPr>
                <a:t>8x8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1E37706-A104-071A-71EE-6FA7A7538F24}"/>
              </a:ext>
            </a:extLst>
          </p:cNvPr>
          <p:cNvSpPr/>
          <p:nvPr/>
        </p:nvSpPr>
        <p:spPr>
          <a:xfrm>
            <a:off x="2682580" y="1528707"/>
            <a:ext cx="990605" cy="951805"/>
          </a:xfrm>
          <a:prstGeom prst="rect">
            <a:avLst/>
          </a:prstGeom>
          <a:solidFill>
            <a:srgbClr val="FF0000">
              <a:alpha val="30196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B5D4A0F4-1DA3-0F31-A60D-858FC0BBA11F}"/>
              </a:ext>
            </a:extLst>
          </p:cNvPr>
          <p:cNvGrpSpPr/>
          <p:nvPr/>
        </p:nvGrpSpPr>
        <p:grpSpPr>
          <a:xfrm>
            <a:off x="2673215" y="1540228"/>
            <a:ext cx="2234484" cy="1477328"/>
            <a:chOff x="5760052" y="402941"/>
            <a:chExt cx="2234484" cy="1419738"/>
          </a:xfrm>
        </p:grpSpPr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7D36FEDA-6055-87D9-1DDD-672087EA44C7}"/>
                </a:ext>
              </a:extLst>
            </p:cNvPr>
            <p:cNvSpPr/>
            <p:nvPr/>
          </p:nvSpPr>
          <p:spPr>
            <a:xfrm>
              <a:off x="5760052" y="402941"/>
              <a:ext cx="744820" cy="707019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622B3ABE-4CDB-F261-198C-1B2C203E7019}"/>
                </a:ext>
              </a:extLst>
            </p:cNvPr>
            <p:cNvSpPr/>
            <p:nvPr/>
          </p:nvSpPr>
          <p:spPr>
            <a:xfrm>
              <a:off x="6504896" y="402941"/>
              <a:ext cx="744820" cy="707019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7CA6A5B2-ACE1-736C-5F4E-4499717B279F}"/>
                </a:ext>
              </a:extLst>
            </p:cNvPr>
            <p:cNvSpPr/>
            <p:nvPr/>
          </p:nvSpPr>
          <p:spPr>
            <a:xfrm>
              <a:off x="7249716" y="409614"/>
              <a:ext cx="744820" cy="707019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DC3B44F1-7EAF-A75F-3912-EE54410F0451}"/>
                </a:ext>
              </a:extLst>
            </p:cNvPr>
            <p:cNvSpPr/>
            <p:nvPr/>
          </p:nvSpPr>
          <p:spPr>
            <a:xfrm>
              <a:off x="5760052" y="1108987"/>
              <a:ext cx="744820" cy="707019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14C3FDF9-F0A5-DE23-3521-79A24B415160}"/>
                </a:ext>
              </a:extLst>
            </p:cNvPr>
            <p:cNvSpPr/>
            <p:nvPr/>
          </p:nvSpPr>
          <p:spPr>
            <a:xfrm>
              <a:off x="6504896" y="1108987"/>
              <a:ext cx="744820" cy="707019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6D2A3FA0-60E1-9B61-C243-0EC0695C517D}"/>
                </a:ext>
              </a:extLst>
            </p:cNvPr>
            <p:cNvSpPr/>
            <p:nvPr/>
          </p:nvSpPr>
          <p:spPr>
            <a:xfrm>
              <a:off x="7249716" y="1115660"/>
              <a:ext cx="744820" cy="707019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C274E1C1-10A8-DFEA-8B26-0123000BE137}"/>
              </a:ext>
            </a:extLst>
          </p:cNvPr>
          <p:cNvCxnSpPr>
            <a:cxnSpLocks/>
          </p:cNvCxnSpPr>
          <p:nvPr/>
        </p:nvCxnSpPr>
        <p:spPr>
          <a:xfrm>
            <a:off x="2651540" y="1376319"/>
            <a:ext cx="941999" cy="14094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TextBox 231">
            <a:extLst>
              <a:ext uri="{FF2B5EF4-FFF2-40B4-BE49-F238E27FC236}">
                <a16:creationId xmlns:a16="http://schemas.microsoft.com/office/drawing/2014/main" id="{32150D99-4A18-0AD6-7985-EE18758AF8E4}"/>
              </a:ext>
            </a:extLst>
          </p:cNvPr>
          <p:cNvSpPr txBox="1"/>
          <p:nvPr/>
        </p:nvSpPr>
        <p:spPr>
          <a:xfrm>
            <a:off x="3577354" y="122659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平面向右移动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DB2FE3AD-3315-8FE6-415F-2D5936E66774}"/>
              </a:ext>
            </a:extLst>
          </p:cNvPr>
          <p:cNvSpPr/>
          <p:nvPr/>
        </p:nvSpPr>
        <p:spPr>
          <a:xfrm>
            <a:off x="2359930" y="160028"/>
            <a:ext cx="404967" cy="374497"/>
          </a:xfrm>
          <a:prstGeom prst="rect">
            <a:avLst/>
          </a:prstGeom>
          <a:noFill/>
          <a:ln w="28575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D9CBBC6-5DD0-4DEE-8D34-87502A8FD656}"/>
              </a:ext>
            </a:extLst>
          </p:cNvPr>
          <p:cNvSpPr/>
          <p:nvPr/>
        </p:nvSpPr>
        <p:spPr>
          <a:xfrm>
            <a:off x="2337604" y="653507"/>
            <a:ext cx="442522" cy="378568"/>
          </a:xfrm>
          <a:prstGeom prst="rect">
            <a:avLst/>
          </a:prstGeom>
          <a:solidFill>
            <a:srgbClr val="FF0000">
              <a:alpha val="30196"/>
            </a:srgb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14FAA338-2DCD-F009-D263-CE682D1629F5}"/>
              </a:ext>
            </a:extLst>
          </p:cNvPr>
          <p:cNvSpPr txBox="1"/>
          <p:nvPr/>
        </p:nvSpPr>
        <p:spPr>
          <a:xfrm>
            <a:off x="2818096" y="173220"/>
            <a:ext cx="3147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加载到张量计算核缓冲区的</a:t>
            </a:r>
            <a:r>
              <a:rPr 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8x8</a:t>
            </a:r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1DC679DC-B106-C3E3-892C-F7515E240F44}"/>
              </a:ext>
            </a:extLst>
          </p:cNvPr>
          <p:cNvSpPr txBox="1"/>
          <p:nvPr/>
        </p:nvSpPr>
        <p:spPr>
          <a:xfrm>
            <a:off x="2818096" y="688490"/>
            <a:ext cx="36776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一个</a:t>
            </a:r>
            <a:r>
              <a:rPr 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8x8</a:t>
            </a:r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卷积需要的数据（在</a:t>
            </a:r>
            <a:r>
              <a:rPr lang="en-US" altLang="zh-CN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个数据块中）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92A1F04-9941-1C19-05AA-784733D642B1}"/>
              </a:ext>
            </a:extLst>
          </p:cNvPr>
          <p:cNvSpPr/>
          <p:nvPr/>
        </p:nvSpPr>
        <p:spPr>
          <a:xfrm>
            <a:off x="1229381" y="802996"/>
            <a:ext cx="579106" cy="223466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A1F587DD-C627-BE96-1592-73C33902D46A}"/>
              </a:ext>
            </a:extLst>
          </p:cNvPr>
          <p:cNvSpPr/>
          <p:nvPr/>
        </p:nvSpPr>
        <p:spPr>
          <a:xfrm>
            <a:off x="1229381" y="3017607"/>
            <a:ext cx="587071" cy="2234663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E85EBA63-6BFA-2F47-E9F5-07312E0A7D61}"/>
              </a:ext>
            </a:extLst>
          </p:cNvPr>
          <p:cNvCxnSpPr/>
          <p:nvPr/>
        </p:nvCxnSpPr>
        <p:spPr>
          <a:xfrm>
            <a:off x="1973837" y="802996"/>
            <a:ext cx="0" cy="2214611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TextBox 239">
            <a:extLst>
              <a:ext uri="{FF2B5EF4-FFF2-40B4-BE49-F238E27FC236}">
                <a16:creationId xmlns:a16="http://schemas.microsoft.com/office/drawing/2014/main" id="{105FB624-74C5-D162-32DE-F74A4D3EF6FF}"/>
              </a:ext>
            </a:extLst>
          </p:cNvPr>
          <p:cNvSpPr txBox="1"/>
          <p:nvPr/>
        </p:nvSpPr>
        <p:spPr>
          <a:xfrm>
            <a:off x="1901267" y="1758675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128KB</a:t>
            </a:r>
          </a:p>
        </p:txBody>
      </p: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DEA109CD-532B-C555-9A5F-119EF89F575E}"/>
              </a:ext>
            </a:extLst>
          </p:cNvPr>
          <p:cNvCxnSpPr/>
          <p:nvPr/>
        </p:nvCxnSpPr>
        <p:spPr>
          <a:xfrm>
            <a:off x="1973837" y="3022290"/>
            <a:ext cx="0" cy="2214611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B7C21B1A-8FA4-B79F-AAA9-E77E6D7F10B3}"/>
              </a:ext>
            </a:extLst>
          </p:cNvPr>
          <p:cNvSpPr txBox="1"/>
          <p:nvPr/>
        </p:nvSpPr>
        <p:spPr>
          <a:xfrm>
            <a:off x="1901267" y="397796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128KB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33FEC769-8F34-0216-83C1-05D741FB6085}"/>
              </a:ext>
            </a:extLst>
          </p:cNvPr>
          <p:cNvSpPr/>
          <p:nvPr/>
        </p:nvSpPr>
        <p:spPr>
          <a:xfrm>
            <a:off x="1328903" y="910393"/>
            <a:ext cx="471634" cy="523799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B’[0,0]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7x7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236886FC-7905-0234-8267-EDEA66CD6930}"/>
              </a:ext>
            </a:extLst>
          </p:cNvPr>
          <p:cNvSpPr/>
          <p:nvPr/>
        </p:nvSpPr>
        <p:spPr>
          <a:xfrm>
            <a:off x="1328902" y="1426422"/>
            <a:ext cx="471634" cy="4826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B’[1,0]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7x7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44E35BC8-4A46-1D17-050C-A40BC133A095}"/>
              </a:ext>
            </a:extLst>
          </p:cNvPr>
          <p:cNvSpPr/>
          <p:nvPr/>
        </p:nvSpPr>
        <p:spPr>
          <a:xfrm>
            <a:off x="1340547" y="3107304"/>
            <a:ext cx="459990" cy="5642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B’[0,1]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7x7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A23F4729-F7BE-C4F5-E585-2E9295984DB6}"/>
              </a:ext>
            </a:extLst>
          </p:cNvPr>
          <p:cNvSpPr/>
          <p:nvPr/>
        </p:nvSpPr>
        <p:spPr>
          <a:xfrm>
            <a:off x="1335257" y="3671591"/>
            <a:ext cx="473229" cy="4733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B’[1,1]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7x7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F1A260B6-E9DF-44DD-AA95-F8097BC59B70}"/>
              </a:ext>
            </a:extLst>
          </p:cNvPr>
          <p:cNvSpPr/>
          <p:nvPr/>
        </p:nvSpPr>
        <p:spPr>
          <a:xfrm>
            <a:off x="1241026" y="3109875"/>
            <a:ext cx="99521" cy="564663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0115B655-9FC7-55AC-196E-AF184595A16F}"/>
              </a:ext>
            </a:extLst>
          </p:cNvPr>
          <p:cNvCxnSpPr>
            <a:cxnSpLocks/>
            <a:endCxn id="237" idx="3"/>
          </p:cNvCxnSpPr>
          <p:nvPr/>
        </p:nvCxnSpPr>
        <p:spPr>
          <a:xfrm>
            <a:off x="1041627" y="1911517"/>
            <a:ext cx="766860" cy="8811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9D98754A-CCD8-E3F0-A07F-895F161D6156}"/>
              </a:ext>
            </a:extLst>
          </p:cNvPr>
          <p:cNvCxnSpPr>
            <a:cxnSpLocks/>
          </p:cNvCxnSpPr>
          <p:nvPr/>
        </p:nvCxnSpPr>
        <p:spPr>
          <a:xfrm>
            <a:off x="1044512" y="1344493"/>
            <a:ext cx="766860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819F609D-41FF-4E6E-8B8D-D7DEA16753B0}"/>
              </a:ext>
            </a:extLst>
          </p:cNvPr>
          <p:cNvCxnSpPr>
            <a:cxnSpLocks/>
          </p:cNvCxnSpPr>
          <p:nvPr/>
        </p:nvCxnSpPr>
        <p:spPr>
          <a:xfrm>
            <a:off x="1041627" y="3581893"/>
            <a:ext cx="796593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DAF7C3A0-2447-9B91-FC35-60289A0CF44B}"/>
              </a:ext>
            </a:extLst>
          </p:cNvPr>
          <p:cNvCxnSpPr>
            <a:cxnSpLocks/>
          </p:cNvCxnSpPr>
          <p:nvPr/>
        </p:nvCxnSpPr>
        <p:spPr>
          <a:xfrm>
            <a:off x="1041627" y="4144964"/>
            <a:ext cx="758910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E6BFF265-5ADD-9732-5FCB-1480E84CCCBF}"/>
              </a:ext>
            </a:extLst>
          </p:cNvPr>
          <p:cNvCxnSpPr>
            <a:cxnSpLocks/>
          </p:cNvCxnSpPr>
          <p:nvPr/>
        </p:nvCxnSpPr>
        <p:spPr>
          <a:xfrm>
            <a:off x="1019184" y="3012527"/>
            <a:ext cx="796593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39434A4D-88FF-0491-F9AE-A067A7A513A4}"/>
              </a:ext>
            </a:extLst>
          </p:cNvPr>
          <p:cNvCxnSpPr>
            <a:cxnSpLocks/>
          </p:cNvCxnSpPr>
          <p:nvPr/>
        </p:nvCxnSpPr>
        <p:spPr>
          <a:xfrm>
            <a:off x="1014104" y="802996"/>
            <a:ext cx="796593" cy="0"/>
          </a:xfrm>
          <a:prstGeom prst="lin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F5EDE3F8-9682-08B1-F8E3-E2AD1AA1F511}"/>
              </a:ext>
            </a:extLst>
          </p:cNvPr>
          <p:cNvCxnSpPr>
            <a:cxnSpLocks/>
          </p:cNvCxnSpPr>
          <p:nvPr/>
        </p:nvCxnSpPr>
        <p:spPr>
          <a:xfrm>
            <a:off x="1139265" y="802996"/>
            <a:ext cx="0" cy="541497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15F26386-4CFE-A97C-C720-E8073175E83E}"/>
              </a:ext>
            </a:extLst>
          </p:cNvPr>
          <p:cNvCxnSpPr>
            <a:cxnSpLocks/>
          </p:cNvCxnSpPr>
          <p:nvPr/>
        </p:nvCxnSpPr>
        <p:spPr>
          <a:xfrm>
            <a:off x="1139265" y="1344493"/>
            <a:ext cx="0" cy="564605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1499B602-707B-D4F8-190A-88BD6525961D}"/>
              </a:ext>
            </a:extLst>
          </p:cNvPr>
          <p:cNvCxnSpPr>
            <a:cxnSpLocks/>
          </p:cNvCxnSpPr>
          <p:nvPr/>
        </p:nvCxnSpPr>
        <p:spPr>
          <a:xfrm>
            <a:off x="1139265" y="3017288"/>
            <a:ext cx="0" cy="564605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142AD872-47C9-F7E9-47D7-0877B36A20E4}"/>
              </a:ext>
            </a:extLst>
          </p:cNvPr>
          <p:cNvCxnSpPr>
            <a:cxnSpLocks/>
          </p:cNvCxnSpPr>
          <p:nvPr/>
        </p:nvCxnSpPr>
        <p:spPr>
          <a:xfrm>
            <a:off x="1144345" y="3584773"/>
            <a:ext cx="0" cy="564605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3D275AF0-D4E1-0A21-76DB-5D22FB5409DF}"/>
              </a:ext>
            </a:extLst>
          </p:cNvPr>
          <p:cNvSpPr txBox="1"/>
          <p:nvPr/>
        </p:nvSpPr>
        <p:spPr>
          <a:xfrm>
            <a:off x="571239" y="874673"/>
            <a:ext cx="6779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8x8 </a:t>
            </a:r>
            <a:br>
              <a:rPr lang="en-US" sz="11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11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endParaRPr lang="en-US" sz="11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063366FA-8BBF-1469-0ADD-50BFA18B9229}"/>
              </a:ext>
            </a:extLst>
          </p:cNvPr>
          <p:cNvSpPr txBox="1"/>
          <p:nvPr/>
        </p:nvSpPr>
        <p:spPr>
          <a:xfrm>
            <a:off x="562756" y="1408580"/>
            <a:ext cx="6779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8x8 </a:t>
            </a:r>
            <a:br>
              <a:rPr lang="en-US" sz="11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11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endParaRPr lang="en-US" sz="11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BAFDEAC3-C3C8-14B0-7B19-10CA77998A75}"/>
              </a:ext>
            </a:extLst>
          </p:cNvPr>
          <p:cNvSpPr txBox="1"/>
          <p:nvPr/>
        </p:nvSpPr>
        <p:spPr>
          <a:xfrm>
            <a:off x="578874" y="3126117"/>
            <a:ext cx="6779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8x8 </a:t>
            </a:r>
            <a:br>
              <a:rPr lang="en-US" sz="11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11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endParaRPr lang="en-US" sz="11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40368C55-A4DD-ECA6-FFF7-E32A2605BB89}"/>
              </a:ext>
            </a:extLst>
          </p:cNvPr>
          <p:cNvSpPr txBox="1"/>
          <p:nvPr/>
        </p:nvSpPr>
        <p:spPr>
          <a:xfrm>
            <a:off x="569185" y="3654415"/>
            <a:ext cx="6779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8x8 </a:t>
            </a:r>
            <a:br>
              <a:rPr lang="en-US" sz="11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11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endParaRPr lang="en-US" sz="11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4220AA84-5F21-EF11-ECDB-DBC1244013D7}"/>
              </a:ext>
            </a:extLst>
          </p:cNvPr>
          <p:cNvSpPr txBox="1"/>
          <p:nvPr/>
        </p:nvSpPr>
        <p:spPr>
          <a:xfrm>
            <a:off x="127712" y="95019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主体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E8D5CDAF-6C59-3D8F-D7E8-8E6DF02F9A05}"/>
              </a:ext>
            </a:extLst>
          </p:cNvPr>
          <p:cNvSpPr txBox="1"/>
          <p:nvPr/>
        </p:nvSpPr>
        <p:spPr>
          <a:xfrm>
            <a:off x="124779" y="1432553"/>
            <a:ext cx="561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尾部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C10DF55-0F9D-21F0-4FDB-3E3A33309817}"/>
              </a:ext>
            </a:extLst>
          </p:cNvPr>
          <p:cNvSpPr txBox="1"/>
          <p:nvPr/>
        </p:nvSpPr>
        <p:spPr>
          <a:xfrm>
            <a:off x="51564" y="3131195"/>
            <a:ext cx="729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右侧填充主体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99712FA1-2E87-9C5E-9E81-567DF9413419}"/>
              </a:ext>
            </a:extLst>
          </p:cNvPr>
          <p:cNvSpPr txBox="1"/>
          <p:nvPr/>
        </p:nvSpPr>
        <p:spPr>
          <a:xfrm>
            <a:off x="124779" y="3694598"/>
            <a:ext cx="603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右侧尾部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1E71077A-DAD9-89A7-F236-5CBC31D8D805}"/>
              </a:ext>
            </a:extLst>
          </p:cNvPr>
          <p:cNvSpPr txBox="1"/>
          <p:nvPr/>
        </p:nvSpPr>
        <p:spPr>
          <a:xfrm>
            <a:off x="3017583" y="4867569"/>
            <a:ext cx="2499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W-loop: 1</a:t>
            </a:r>
            <a:r>
              <a:rPr lang="en-US" baseline="30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st</a:t>
            </a:r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PB, other PO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93EF2C95-1009-9289-4B14-F6E700338643}"/>
              </a:ext>
            </a:extLst>
          </p:cNvPr>
          <p:cNvSpPr txBox="1"/>
          <p:nvPr/>
        </p:nvSpPr>
        <p:spPr>
          <a:xfrm>
            <a:off x="1053349" y="274518"/>
            <a:ext cx="901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张量计算核缓冲区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394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</TotalTime>
  <Words>184</Words>
  <Application>Microsoft Office PowerPoint</Application>
  <PresentationFormat>自定义</PresentationFormat>
  <Paragraphs>63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6</cp:revision>
  <dcterms:created xsi:type="dcterms:W3CDTF">2022-06-15T08:22:24Z</dcterms:created>
  <dcterms:modified xsi:type="dcterms:W3CDTF">2022-11-26T02:12:50Z</dcterms:modified>
</cp:coreProperties>
</file>