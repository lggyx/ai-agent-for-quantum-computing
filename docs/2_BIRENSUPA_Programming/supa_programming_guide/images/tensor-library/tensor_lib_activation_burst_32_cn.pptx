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8229600" cy="9509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556240"/>
            <a:ext cx="6995160" cy="3310584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4994492"/>
            <a:ext cx="6172200" cy="2295837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1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2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2370681"/>
            <a:ext cx="7098030" cy="3955531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6363633"/>
            <a:ext cx="7098030" cy="2080120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/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62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2531365"/>
            <a:ext cx="3497580" cy="6033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2531365"/>
            <a:ext cx="3497580" cy="6033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9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506275"/>
            <a:ext cx="7098030" cy="18379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2331057"/>
            <a:ext cx="3481506" cy="1142415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3473472"/>
            <a:ext cx="3481506" cy="51089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2331057"/>
            <a:ext cx="3498652" cy="1142415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3473472"/>
            <a:ext cx="3498652" cy="51089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0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7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0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633942"/>
            <a:ext cx="2654260" cy="2218796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1369140"/>
            <a:ext cx="4166235" cy="6757642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2852738"/>
            <a:ext cx="2654260" cy="528504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3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633942"/>
            <a:ext cx="2654260" cy="2218796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1369140"/>
            <a:ext cx="4166235" cy="6757642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2852738"/>
            <a:ext cx="2654260" cy="528504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4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2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506273"/>
            <a:ext cx="1774508" cy="80585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506273"/>
            <a:ext cx="5220653" cy="80585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4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506275"/>
            <a:ext cx="7098030" cy="18379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2531365"/>
            <a:ext cx="7098030" cy="6033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8813552"/>
            <a:ext cx="1851660" cy="50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DC34F-44F5-4758-85AA-19F6D54E361A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8813552"/>
            <a:ext cx="2777490" cy="50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8813552"/>
            <a:ext cx="1851660" cy="50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B88FA-B032-4B82-9588-B3954FE3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89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roup 551">
            <a:extLst>
              <a:ext uri="{FF2B5EF4-FFF2-40B4-BE49-F238E27FC236}">
                <a16:creationId xmlns:a16="http://schemas.microsoft.com/office/drawing/2014/main" id="{51654FC4-1C09-4F46-90EF-8EB44BE07B62}"/>
              </a:ext>
            </a:extLst>
          </p:cNvPr>
          <p:cNvGrpSpPr/>
          <p:nvPr/>
        </p:nvGrpSpPr>
        <p:grpSpPr>
          <a:xfrm>
            <a:off x="658469" y="5338753"/>
            <a:ext cx="2117747" cy="2425472"/>
            <a:chOff x="4982299" y="2633663"/>
            <a:chExt cx="2117747" cy="2425472"/>
          </a:xfrm>
        </p:grpSpPr>
        <p:sp>
          <p:nvSpPr>
            <p:cNvPr id="553" name="Cube 552">
              <a:extLst>
                <a:ext uri="{FF2B5EF4-FFF2-40B4-BE49-F238E27FC236}">
                  <a16:creationId xmlns:a16="http://schemas.microsoft.com/office/drawing/2014/main" id="{93C868FB-B0E4-498B-A962-4E180AB555B7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54" name="Straight Connector 553">
              <a:extLst>
                <a:ext uri="{FF2B5EF4-FFF2-40B4-BE49-F238E27FC236}">
                  <a16:creationId xmlns:a16="http://schemas.microsoft.com/office/drawing/2014/main" id="{CEF18036-0A3D-446A-9C1B-3ACB924A7D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554">
              <a:extLst>
                <a:ext uri="{FF2B5EF4-FFF2-40B4-BE49-F238E27FC236}">
                  <a16:creationId xmlns:a16="http://schemas.microsoft.com/office/drawing/2014/main" id="{94452C37-4366-4B8C-948E-B5CEA0AFB4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555">
              <a:extLst>
                <a:ext uri="{FF2B5EF4-FFF2-40B4-BE49-F238E27FC236}">
                  <a16:creationId xmlns:a16="http://schemas.microsoft.com/office/drawing/2014/main" id="{979C470F-E563-4A59-BB79-6904D2B027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Connector 556">
              <a:extLst>
                <a:ext uri="{FF2B5EF4-FFF2-40B4-BE49-F238E27FC236}">
                  <a16:creationId xmlns:a16="http://schemas.microsoft.com/office/drawing/2014/main" id="{C27D0458-AAED-4674-9E2F-6B6050EFDE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557">
              <a:extLst>
                <a:ext uri="{FF2B5EF4-FFF2-40B4-BE49-F238E27FC236}">
                  <a16:creationId xmlns:a16="http://schemas.microsoft.com/office/drawing/2014/main" id="{BB70A12C-91F5-4EF5-853B-B01218596896}"/>
                </a:ext>
              </a:extLst>
            </p:cNvPr>
            <p:cNvCxnSpPr>
              <a:cxnSpLocks/>
              <a:endCxn id="553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558">
              <a:extLst>
                <a:ext uri="{FF2B5EF4-FFF2-40B4-BE49-F238E27FC236}">
                  <a16:creationId xmlns:a16="http://schemas.microsoft.com/office/drawing/2014/main" id="{40781005-2F19-4E02-8B46-C2A85D27F7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0" name="Group 559">
            <a:extLst>
              <a:ext uri="{FF2B5EF4-FFF2-40B4-BE49-F238E27FC236}">
                <a16:creationId xmlns:a16="http://schemas.microsoft.com/office/drawing/2014/main" id="{06B23B7C-32EB-4F78-AB35-64E5E321DE5A}"/>
              </a:ext>
            </a:extLst>
          </p:cNvPr>
          <p:cNvGrpSpPr/>
          <p:nvPr/>
        </p:nvGrpSpPr>
        <p:grpSpPr>
          <a:xfrm>
            <a:off x="852362" y="5534014"/>
            <a:ext cx="2117747" cy="2425472"/>
            <a:chOff x="4982299" y="2633663"/>
            <a:chExt cx="2117747" cy="2425472"/>
          </a:xfrm>
        </p:grpSpPr>
        <p:sp>
          <p:nvSpPr>
            <p:cNvPr id="561" name="Cube 560">
              <a:extLst>
                <a:ext uri="{FF2B5EF4-FFF2-40B4-BE49-F238E27FC236}">
                  <a16:creationId xmlns:a16="http://schemas.microsoft.com/office/drawing/2014/main" id="{288C94B1-3896-4508-88C9-8C544EC9BF8A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62" name="Straight Connector 561">
              <a:extLst>
                <a:ext uri="{FF2B5EF4-FFF2-40B4-BE49-F238E27FC236}">
                  <a16:creationId xmlns:a16="http://schemas.microsoft.com/office/drawing/2014/main" id="{D624468E-F7A8-492C-A86D-E1046BCEC1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52334F8A-FF9A-4C19-886C-D78A6EFAB2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8A0F31CA-CFD8-493C-BA0D-BA05F78EAB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65A973B6-757D-4EF9-BFC6-4D7746C4DD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565">
              <a:extLst>
                <a:ext uri="{FF2B5EF4-FFF2-40B4-BE49-F238E27FC236}">
                  <a16:creationId xmlns:a16="http://schemas.microsoft.com/office/drawing/2014/main" id="{2C30BC6B-74E2-4376-A329-9DD3E98D62CA}"/>
                </a:ext>
              </a:extLst>
            </p:cNvPr>
            <p:cNvCxnSpPr>
              <a:cxnSpLocks/>
              <a:endCxn id="561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566">
              <a:extLst>
                <a:ext uri="{FF2B5EF4-FFF2-40B4-BE49-F238E27FC236}">
                  <a16:creationId xmlns:a16="http://schemas.microsoft.com/office/drawing/2014/main" id="{AD3975D7-D832-491D-8AF1-6EF17F52FC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26A6E08A-5AB1-45AB-9D94-74CA641C0F9B}"/>
              </a:ext>
            </a:extLst>
          </p:cNvPr>
          <p:cNvGrpSpPr/>
          <p:nvPr/>
        </p:nvGrpSpPr>
        <p:grpSpPr>
          <a:xfrm>
            <a:off x="1048187" y="5729709"/>
            <a:ext cx="2117747" cy="2425472"/>
            <a:chOff x="4982299" y="2633663"/>
            <a:chExt cx="2117747" cy="2425472"/>
          </a:xfrm>
        </p:grpSpPr>
        <p:sp>
          <p:nvSpPr>
            <p:cNvPr id="569" name="Cube 568">
              <a:extLst>
                <a:ext uri="{FF2B5EF4-FFF2-40B4-BE49-F238E27FC236}">
                  <a16:creationId xmlns:a16="http://schemas.microsoft.com/office/drawing/2014/main" id="{E31B3EFE-1234-4786-B9CD-F47ED8D71B2E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70" name="Straight Connector 569">
              <a:extLst>
                <a:ext uri="{FF2B5EF4-FFF2-40B4-BE49-F238E27FC236}">
                  <a16:creationId xmlns:a16="http://schemas.microsoft.com/office/drawing/2014/main" id="{AAC89DAA-8FDC-4FD3-B73C-9107EA67EE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570">
              <a:extLst>
                <a:ext uri="{FF2B5EF4-FFF2-40B4-BE49-F238E27FC236}">
                  <a16:creationId xmlns:a16="http://schemas.microsoft.com/office/drawing/2014/main" id="{DAA75A43-E421-4B1B-8098-2CDEC7F073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571">
              <a:extLst>
                <a:ext uri="{FF2B5EF4-FFF2-40B4-BE49-F238E27FC236}">
                  <a16:creationId xmlns:a16="http://schemas.microsoft.com/office/drawing/2014/main" id="{B5DFF1F6-E7C5-4747-A57B-E8576B638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572">
              <a:extLst>
                <a:ext uri="{FF2B5EF4-FFF2-40B4-BE49-F238E27FC236}">
                  <a16:creationId xmlns:a16="http://schemas.microsoft.com/office/drawing/2014/main" id="{EB50B9B4-1DDF-4B7B-ADBA-E77DD83677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573">
              <a:extLst>
                <a:ext uri="{FF2B5EF4-FFF2-40B4-BE49-F238E27FC236}">
                  <a16:creationId xmlns:a16="http://schemas.microsoft.com/office/drawing/2014/main" id="{AED2CA62-7EB5-47DB-B7B9-E84B8BD04178}"/>
                </a:ext>
              </a:extLst>
            </p:cNvPr>
            <p:cNvCxnSpPr>
              <a:cxnSpLocks/>
              <a:endCxn id="569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574">
              <a:extLst>
                <a:ext uri="{FF2B5EF4-FFF2-40B4-BE49-F238E27FC236}">
                  <a16:creationId xmlns:a16="http://schemas.microsoft.com/office/drawing/2014/main" id="{5813F1AE-93D0-4494-96DE-07BB3C9450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0F5DAB1B-73BA-40CE-9A9D-FBC170BE9F8D}"/>
              </a:ext>
            </a:extLst>
          </p:cNvPr>
          <p:cNvGrpSpPr/>
          <p:nvPr/>
        </p:nvGrpSpPr>
        <p:grpSpPr>
          <a:xfrm>
            <a:off x="1244840" y="5926295"/>
            <a:ext cx="2117747" cy="2425472"/>
            <a:chOff x="4982299" y="2633663"/>
            <a:chExt cx="2117747" cy="2425472"/>
          </a:xfrm>
        </p:grpSpPr>
        <p:sp>
          <p:nvSpPr>
            <p:cNvPr id="577" name="Cube 576">
              <a:extLst>
                <a:ext uri="{FF2B5EF4-FFF2-40B4-BE49-F238E27FC236}">
                  <a16:creationId xmlns:a16="http://schemas.microsoft.com/office/drawing/2014/main" id="{07FB7320-D9E8-4531-845C-9070AB24A4AC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1F805A0A-82E3-4E9C-8885-04E9FAB4BE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578">
              <a:extLst>
                <a:ext uri="{FF2B5EF4-FFF2-40B4-BE49-F238E27FC236}">
                  <a16:creationId xmlns:a16="http://schemas.microsoft.com/office/drawing/2014/main" id="{7F26F5FD-73CF-4298-BBB6-02B175217B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579">
              <a:extLst>
                <a:ext uri="{FF2B5EF4-FFF2-40B4-BE49-F238E27FC236}">
                  <a16:creationId xmlns:a16="http://schemas.microsoft.com/office/drawing/2014/main" id="{264785B7-42A3-40E3-BFB6-B4B96CAFE6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E1E90B75-6961-4D83-ABCD-E2361ED058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0893C197-97CA-4A54-9BA3-43B8F170429D}"/>
                </a:ext>
              </a:extLst>
            </p:cNvPr>
            <p:cNvCxnSpPr>
              <a:cxnSpLocks/>
              <a:endCxn id="577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CED4EF70-1110-4905-827D-4D3CE8A425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4" name="Group 583">
            <a:extLst>
              <a:ext uri="{FF2B5EF4-FFF2-40B4-BE49-F238E27FC236}">
                <a16:creationId xmlns:a16="http://schemas.microsoft.com/office/drawing/2014/main" id="{0233320B-8BDC-44BC-806A-DFC2BF0A66ED}"/>
              </a:ext>
            </a:extLst>
          </p:cNvPr>
          <p:cNvGrpSpPr/>
          <p:nvPr/>
        </p:nvGrpSpPr>
        <p:grpSpPr>
          <a:xfrm>
            <a:off x="1030542" y="976354"/>
            <a:ext cx="2117747" cy="2430235"/>
            <a:chOff x="4982299" y="2633663"/>
            <a:chExt cx="2117747" cy="2430235"/>
          </a:xfrm>
        </p:grpSpPr>
        <p:sp>
          <p:nvSpPr>
            <p:cNvPr id="585" name="Cube 584">
              <a:extLst>
                <a:ext uri="{FF2B5EF4-FFF2-40B4-BE49-F238E27FC236}">
                  <a16:creationId xmlns:a16="http://schemas.microsoft.com/office/drawing/2014/main" id="{070A6450-5FF3-4FB8-8B7D-7E7B0EC13F33}"/>
                </a:ext>
              </a:extLst>
            </p:cNvPr>
            <p:cNvSpPr/>
            <p:nvPr/>
          </p:nvSpPr>
          <p:spPr>
            <a:xfrm flipH="1">
              <a:off x="4986337" y="2638426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86" name="Straight Connector 585">
              <a:extLst>
                <a:ext uri="{FF2B5EF4-FFF2-40B4-BE49-F238E27FC236}">
                  <a16:creationId xmlns:a16="http://schemas.microsoft.com/office/drawing/2014/main" id="{56A9906C-F4D4-46BD-8E3A-B335EFE80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3D93515B-CC23-418D-81E3-E713BECB22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587">
              <a:extLst>
                <a:ext uri="{FF2B5EF4-FFF2-40B4-BE49-F238E27FC236}">
                  <a16:creationId xmlns:a16="http://schemas.microsoft.com/office/drawing/2014/main" id="{5F8B667A-4A0E-44DE-AEF5-DA99FFCC9A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588">
              <a:extLst>
                <a:ext uri="{FF2B5EF4-FFF2-40B4-BE49-F238E27FC236}">
                  <a16:creationId xmlns:a16="http://schemas.microsoft.com/office/drawing/2014/main" id="{D160DC93-9FDC-4058-BFA4-7363E26D77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994F2D40-AFCA-4601-98A4-20352A9795BD}"/>
                </a:ext>
              </a:extLst>
            </p:cNvPr>
            <p:cNvCxnSpPr>
              <a:cxnSpLocks/>
              <a:endCxn id="585" idx="5"/>
            </p:cNvCxnSpPr>
            <p:nvPr/>
          </p:nvCxnSpPr>
          <p:spPr>
            <a:xfrm flipH="1" flipV="1">
              <a:off x="4986337" y="3753583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37D40E0A-A27A-49EF-BC82-C70235CFDC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830C30DC-3713-44A3-851E-B02DF89E0160}"/>
              </a:ext>
            </a:extLst>
          </p:cNvPr>
          <p:cNvGrpSpPr/>
          <p:nvPr/>
        </p:nvGrpSpPr>
        <p:grpSpPr>
          <a:xfrm>
            <a:off x="1225804" y="1176378"/>
            <a:ext cx="2117747" cy="2425472"/>
            <a:chOff x="4982299" y="2633663"/>
            <a:chExt cx="2117747" cy="2425472"/>
          </a:xfrm>
        </p:grpSpPr>
        <p:sp>
          <p:nvSpPr>
            <p:cNvPr id="593" name="Cube 592">
              <a:extLst>
                <a:ext uri="{FF2B5EF4-FFF2-40B4-BE49-F238E27FC236}">
                  <a16:creationId xmlns:a16="http://schemas.microsoft.com/office/drawing/2014/main" id="{05CBBA93-1861-4BE7-8393-32FFE02FD6B3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D07411CD-35A3-4535-BEFB-EC87A964D7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CCCCA4A3-95F1-4410-ADE0-4DAB9FDFBD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595">
              <a:extLst>
                <a:ext uri="{FF2B5EF4-FFF2-40B4-BE49-F238E27FC236}">
                  <a16:creationId xmlns:a16="http://schemas.microsoft.com/office/drawing/2014/main" id="{3B30C701-E863-486F-BE2C-5CCE87A459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BCA9344E-56AF-4BED-9223-5917ED96E4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70C6A436-B8BC-4F1F-9CB0-8C03B6C478C2}"/>
                </a:ext>
              </a:extLst>
            </p:cNvPr>
            <p:cNvCxnSpPr>
              <a:cxnSpLocks/>
              <a:endCxn id="593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598">
              <a:extLst>
                <a:ext uri="{FF2B5EF4-FFF2-40B4-BE49-F238E27FC236}">
                  <a16:creationId xmlns:a16="http://schemas.microsoft.com/office/drawing/2014/main" id="{D2CAE9B8-324F-41CD-823E-05F5E14F7D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0" name="Group 599">
            <a:extLst>
              <a:ext uri="{FF2B5EF4-FFF2-40B4-BE49-F238E27FC236}">
                <a16:creationId xmlns:a16="http://schemas.microsoft.com/office/drawing/2014/main" id="{558D4F4E-6062-4F58-9FD8-819FAEFF2B20}"/>
              </a:ext>
            </a:extLst>
          </p:cNvPr>
          <p:cNvGrpSpPr/>
          <p:nvPr/>
        </p:nvGrpSpPr>
        <p:grpSpPr>
          <a:xfrm>
            <a:off x="1419697" y="1371639"/>
            <a:ext cx="2117747" cy="2425472"/>
            <a:chOff x="4982299" y="2633663"/>
            <a:chExt cx="2117747" cy="2425472"/>
          </a:xfrm>
        </p:grpSpPr>
        <p:sp>
          <p:nvSpPr>
            <p:cNvPr id="601" name="Cube 600">
              <a:extLst>
                <a:ext uri="{FF2B5EF4-FFF2-40B4-BE49-F238E27FC236}">
                  <a16:creationId xmlns:a16="http://schemas.microsoft.com/office/drawing/2014/main" id="{1F6C9B2D-9229-42D1-8969-C7B824C22007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02" name="Straight Connector 601">
              <a:extLst>
                <a:ext uri="{FF2B5EF4-FFF2-40B4-BE49-F238E27FC236}">
                  <a16:creationId xmlns:a16="http://schemas.microsoft.com/office/drawing/2014/main" id="{5C6BFDA2-11AB-4718-8102-B4DB856CFA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FAFBE890-C0E3-4745-B901-BB9F5F0AFB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60CFAEA0-A78C-4C3E-A523-D3AA5DCADD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DCDCD2F2-4EA2-4551-89BE-93B2EFCF7F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605">
              <a:extLst>
                <a:ext uri="{FF2B5EF4-FFF2-40B4-BE49-F238E27FC236}">
                  <a16:creationId xmlns:a16="http://schemas.microsoft.com/office/drawing/2014/main" id="{A167D644-A3F6-491D-AAB6-C9C0834193EB}"/>
                </a:ext>
              </a:extLst>
            </p:cNvPr>
            <p:cNvCxnSpPr>
              <a:cxnSpLocks/>
              <a:endCxn id="601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072B4410-1482-49C1-9D9E-7B5F826DA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8" name="Group 607">
            <a:extLst>
              <a:ext uri="{FF2B5EF4-FFF2-40B4-BE49-F238E27FC236}">
                <a16:creationId xmlns:a16="http://schemas.microsoft.com/office/drawing/2014/main" id="{2CF16703-6A3A-440D-BFE8-6638C9CCB748}"/>
              </a:ext>
            </a:extLst>
          </p:cNvPr>
          <p:cNvGrpSpPr/>
          <p:nvPr/>
        </p:nvGrpSpPr>
        <p:grpSpPr>
          <a:xfrm>
            <a:off x="1615522" y="1567334"/>
            <a:ext cx="2117747" cy="2425472"/>
            <a:chOff x="4982299" y="2633663"/>
            <a:chExt cx="2117747" cy="2425472"/>
          </a:xfrm>
        </p:grpSpPr>
        <p:sp>
          <p:nvSpPr>
            <p:cNvPr id="609" name="Cube 608">
              <a:extLst>
                <a:ext uri="{FF2B5EF4-FFF2-40B4-BE49-F238E27FC236}">
                  <a16:creationId xmlns:a16="http://schemas.microsoft.com/office/drawing/2014/main" id="{22CCD7AC-ED57-465B-B3AA-03E123DBAE62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6647C471-F9CA-4E13-ACD3-403A7C1858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610">
              <a:extLst>
                <a:ext uri="{FF2B5EF4-FFF2-40B4-BE49-F238E27FC236}">
                  <a16:creationId xmlns:a16="http://schemas.microsoft.com/office/drawing/2014/main" id="{E5F7EE7A-9A3C-41B4-A3C1-5B68F1AB4A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9584C24A-36C8-45C0-AEDD-0EEF249FF7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612">
              <a:extLst>
                <a:ext uri="{FF2B5EF4-FFF2-40B4-BE49-F238E27FC236}">
                  <a16:creationId xmlns:a16="http://schemas.microsoft.com/office/drawing/2014/main" id="{65E801D2-98A4-4D11-9437-49451D86C3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748FECA7-62C9-4860-88B3-3F911AB4952A}"/>
                </a:ext>
              </a:extLst>
            </p:cNvPr>
            <p:cNvCxnSpPr>
              <a:cxnSpLocks/>
              <a:endCxn id="609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614">
              <a:extLst>
                <a:ext uri="{FF2B5EF4-FFF2-40B4-BE49-F238E27FC236}">
                  <a16:creationId xmlns:a16="http://schemas.microsoft.com/office/drawing/2014/main" id="{9FD432E6-887E-4527-B3A6-BBBC47CBFD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6" name="Group 615">
            <a:extLst>
              <a:ext uri="{FF2B5EF4-FFF2-40B4-BE49-F238E27FC236}">
                <a16:creationId xmlns:a16="http://schemas.microsoft.com/office/drawing/2014/main" id="{F303DE90-DE95-46AD-AA39-D97F8D839AB0}"/>
              </a:ext>
            </a:extLst>
          </p:cNvPr>
          <p:cNvGrpSpPr/>
          <p:nvPr/>
        </p:nvGrpSpPr>
        <p:grpSpPr>
          <a:xfrm>
            <a:off x="1812175" y="1763920"/>
            <a:ext cx="2117747" cy="2425472"/>
            <a:chOff x="4982299" y="2633663"/>
            <a:chExt cx="2117747" cy="2425472"/>
          </a:xfrm>
        </p:grpSpPr>
        <p:sp>
          <p:nvSpPr>
            <p:cNvPr id="617" name="Cube 616">
              <a:extLst>
                <a:ext uri="{FF2B5EF4-FFF2-40B4-BE49-F238E27FC236}">
                  <a16:creationId xmlns:a16="http://schemas.microsoft.com/office/drawing/2014/main" id="{72939285-179E-455B-92E3-BBDF42039B8B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B58E4DC0-FEBA-4CC1-801E-77F37F392A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618">
              <a:extLst>
                <a:ext uri="{FF2B5EF4-FFF2-40B4-BE49-F238E27FC236}">
                  <a16:creationId xmlns:a16="http://schemas.microsoft.com/office/drawing/2014/main" id="{A6BB0DD7-72AE-470F-935F-CB54674D1A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619">
              <a:extLst>
                <a:ext uri="{FF2B5EF4-FFF2-40B4-BE49-F238E27FC236}">
                  <a16:creationId xmlns:a16="http://schemas.microsoft.com/office/drawing/2014/main" id="{E4D928EC-1F90-42E5-B859-91CB4FF3AA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620">
              <a:extLst>
                <a:ext uri="{FF2B5EF4-FFF2-40B4-BE49-F238E27FC236}">
                  <a16:creationId xmlns:a16="http://schemas.microsoft.com/office/drawing/2014/main" id="{3C5780C4-0E3A-4722-AFA5-08F6E8E0A7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621">
              <a:extLst>
                <a:ext uri="{FF2B5EF4-FFF2-40B4-BE49-F238E27FC236}">
                  <a16:creationId xmlns:a16="http://schemas.microsoft.com/office/drawing/2014/main" id="{8F852452-79B8-4A92-A60A-0A91EC55EC3A}"/>
                </a:ext>
              </a:extLst>
            </p:cNvPr>
            <p:cNvCxnSpPr>
              <a:cxnSpLocks/>
              <a:endCxn id="617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622">
              <a:extLst>
                <a:ext uri="{FF2B5EF4-FFF2-40B4-BE49-F238E27FC236}">
                  <a16:creationId xmlns:a16="http://schemas.microsoft.com/office/drawing/2014/main" id="{DC092645-360A-487B-978F-C5C821516E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24" name="Table 8">
            <a:extLst>
              <a:ext uri="{FF2B5EF4-FFF2-40B4-BE49-F238E27FC236}">
                <a16:creationId xmlns:a16="http://schemas.microsoft.com/office/drawing/2014/main" id="{12E9417F-1038-42AB-9D33-A79600204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510805"/>
              </p:ext>
            </p:extLst>
          </p:nvPr>
        </p:nvGraphicFramePr>
        <p:xfrm flipH="1">
          <a:off x="2013169" y="1963461"/>
          <a:ext cx="1920240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74168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</a:t>
                      </a:r>
                      <a:r>
                        <a:rPr lang="en-US" sz="1400" dirty="0"/>
                        <a:t>KB</a:t>
                      </a:r>
                      <a:r>
                        <a:rPr lang="zh-CN" altLang="en-US" sz="1400" dirty="0"/>
                        <a:t>对齐数据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</a:tbl>
          </a:graphicData>
        </a:graphic>
      </p:graphicFrame>
      <p:sp>
        <p:nvSpPr>
          <p:cNvPr id="625" name="TextBox 624">
            <a:extLst>
              <a:ext uri="{FF2B5EF4-FFF2-40B4-BE49-F238E27FC236}">
                <a16:creationId xmlns:a16="http://schemas.microsoft.com/office/drawing/2014/main" id="{7FDFF328-F4E9-40AB-8E10-6D99180DCE97}"/>
              </a:ext>
            </a:extLst>
          </p:cNvPr>
          <p:cNvSpPr txBox="1"/>
          <p:nvPr/>
        </p:nvSpPr>
        <p:spPr>
          <a:xfrm>
            <a:off x="1156558" y="12987"/>
            <a:ext cx="2293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映射到一个流式处理器簇一次读取或存储的数据块</a:t>
            </a:r>
            <a:endParaRPr lang="en-US" altLang="zh-CN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2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Burst1</a:t>
            </a: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26" name="Parallelogram 625">
            <a:extLst>
              <a:ext uri="{FF2B5EF4-FFF2-40B4-BE49-F238E27FC236}">
                <a16:creationId xmlns:a16="http://schemas.microsoft.com/office/drawing/2014/main" id="{95E41E89-0559-459A-A5E1-4B7FDD366581}"/>
              </a:ext>
            </a:extLst>
          </p:cNvPr>
          <p:cNvSpPr/>
          <p:nvPr/>
        </p:nvSpPr>
        <p:spPr>
          <a:xfrm flipH="1">
            <a:off x="1812855" y="1760751"/>
            <a:ext cx="812334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7" name="Parallelogram 626">
            <a:extLst>
              <a:ext uri="{FF2B5EF4-FFF2-40B4-BE49-F238E27FC236}">
                <a16:creationId xmlns:a16="http://schemas.microsoft.com/office/drawing/2014/main" id="{68ADCF4D-3A56-47C2-BEB5-63283769F1A6}"/>
              </a:ext>
            </a:extLst>
          </p:cNvPr>
          <p:cNvSpPr/>
          <p:nvPr/>
        </p:nvSpPr>
        <p:spPr>
          <a:xfrm rot="16200000">
            <a:off x="1629605" y="1951034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8" name="Parallelogram 627">
            <a:extLst>
              <a:ext uri="{FF2B5EF4-FFF2-40B4-BE49-F238E27FC236}">
                <a16:creationId xmlns:a16="http://schemas.microsoft.com/office/drawing/2014/main" id="{8A1F6C1C-D815-4452-A1C9-5219BB8BB7ED}"/>
              </a:ext>
            </a:extLst>
          </p:cNvPr>
          <p:cNvSpPr/>
          <p:nvPr/>
        </p:nvSpPr>
        <p:spPr>
          <a:xfrm flipH="1">
            <a:off x="1622320" y="1564146"/>
            <a:ext cx="812334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9" name="Parallelogram 628">
            <a:extLst>
              <a:ext uri="{FF2B5EF4-FFF2-40B4-BE49-F238E27FC236}">
                <a16:creationId xmlns:a16="http://schemas.microsoft.com/office/drawing/2014/main" id="{C6E4878B-A692-45A3-95FE-D3C7725B7B67}"/>
              </a:ext>
            </a:extLst>
          </p:cNvPr>
          <p:cNvSpPr/>
          <p:nvPr/>
        </p:nvSpPr>
        <p:spPr>
          <a:xfrm flipH="1">
            <a:off x="1427175" y="1371155"/>
            <a:ext cx="812334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0" name="Parallelogram 629">
            <a:extLst>
              <a:ext uri="{FF2B5EF4-FFF2-40B4-BE49-F238E27FC236}">
                <a16:creationId xmlns:a16="http://schemas.microsoft.com/office/drawing/2014/main" id="{9D97E837-263E-4B0A-A796-B499DC5FF76F}"/>
              </a:ext>
            </a:extLst>
          </p:cNvPr>
          <p:cNvSpPr/>
          <p:nvPr/>
        </p:nvSpPr>
        <p:spPr>
          <a:xfrm flipH="1">
            <a:off x="1235172" y="1176841"/>
            <a:ext cx="812334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1" name="Parallelogram 630">
            <a:extLst>
              <a:ext uri="{FF2B5EF4-FFF2-40B4-BE49-F238E27FC236}">
                <a16:creationId xmlns:a16="http://schemas.microsoft.com/office/drawing/2014/main" id="{ED573B5E-DEAD-4772-BD5C-A4581A482361}"/>
              </a:ext>
            </a:extLst>
          </p:cNvPr>
          <p:cNvSpPr/>
          <p:nvPr/>
        </p:nvSpPr>
        <p:spPr>
          <a:xfrm rot="16200000">
            <a:off x="1432555" y="1747730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2" name="Parallelogram 631">
            <a:extLst>
              <a:ext uri="{FF2B5EF4-FFF2-40B4-BE49-F238E27FC236}">
                <a16:creationId xmlns:a16="http://schemas.microsoft.com/office/drawing/2014/main" id="{A2C82DD3-250C-4570-8C9E-56AF1CC0D0E7}"/>
              </a:ext>
            </a:extLst>
          </p:cNvPr>
          <p:cNvSpPr/>
          <p:nvPr/>
        </p:nvSpPr>
        <p:spPr>
          <a:xfrm rot="16200000">
            <a:off x="1236833" y="1558243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3" name="Parallelogram 632">
            <a:extLst>
              <a:ext uri="{FF2B5EF4-FFF2-40B4-BE49-F238E27FC236}">
                <a16:creationId xmlns:a16="http://schemas.microsoft.com/office/drawing/2014/main" id="{1B942AEE-A359-419B-97D9-3D9AE09039C8}"/>
              </a:ext>
            </a:extLst>
          </p:cNvPr>
          <p:cNvSpPr/>
          <p:nvPr/>
        </p:nvSpPr>
        <p:spPr>
          <a:xfrm rot="16200000">
            <a:off x="1042021" y="1365422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34" name="Straight Arrow Connector 633">
            <a:extLst>
              <a:ext uri="{FF2B5EF4-FFF2-40B4-BE49-F238E27FC236}">
                <a16:creationId xmlns:a16="http://schemas.microsoft.com/office/drawing/2014/main" id="{35DBB960-08DF-49B9-BBDD-EC8544014212}"/>
              </a:ext>
            </a:extLst>
          </p:cNvPr>
          <p:cNvCxnSpPr>
            <a:cxnSpLocks/>
          </p:cNvCxnSpPr>
          <p:nvPr/>
        </p:nvCxnSpPr>
        <p:spPr>
          <a:xfrm>
            <a:off x="1030542" y="859776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TextBox 634">
            <a:extLst>
              <a:ext uri="{FF2B5EF4-FFF2-40B4-BE49-F238E27FC236}">
                <a16:creationId xmlns:a16="http://schemas.microsoft.com/office/drawing/2014/main" id="{B378D6C8-93A0-44EF-A469-B7BFAA654344}"/>
              </a:ext>
            </a:extLst>
          </p:cNvPr>
          <p:cNvSpPr txBox="1"/>
          <p:nvPr/>
        </p:nvSpPr>
        <p:spPr>
          <a:xfrm>
            <a:off x="1460033" y="741023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A4984BE5-FB2B-4781-A323-724B46E4F926}"/>
              </a:ext>
            </a:extLst>
          </p:cNvPr>
          <p:cNvCxnSpPr>
            <a:cxnSpLocks/>
          </p:cNvCxnSpPr>
          <p:nvPr/>
        </p:nvCxnSpPr>
        <p:spPr>
          <a:xfrm>
            <a:off x="895807" y="987244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17BEBC90-2903-4B92-A001-E8AEA87855DF}"/>
              </a:ext>
            </a:extLst>
          </p:cNvPr>
          <p:cNvSpPr txBox="1"/>
          <p:nvPr/>
        </p:nvSpPr>
        <p:spPr>
          <a:xfrm>
            <a:off x="748688" y="1310585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638" name="Straight Arrow Connector 637">
            <a:extLst>
              <a:ext uri="{FF2B5EF4-FFF2-40B4-BE49-F238E27FC236}">
                <a16:creationId xmlns:a16="http://schemas.microsoft.com/office/drawing/2014/main" id="{F1299A20-B0FF-4A2E-AD78-718A2EB33E57}"/>
              </a:ext>
            </a:extLst>
          </p:cNvPr>
          <p:cNvCxnSpPr>
            <a:cxnSpLocks/>
          </p:cNvCxnSpPr>
          <p:nvPr/>
        </p:nvCxnSpPr>
        <p:spPr>
          <a:xfrm flipH="1" flipV="1">
            <a:off x="790604" y="716116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" name="TextBox 638">
            <a:extLst>
              <a:ext uri="{FF2B5EF4-FFF2-40B4-BE49-F238E27FC236}">
                <a16:creationId xmlns:a16="http://schemas.microsoft.com/office/drawing/2014/main" id="{456E05EA-DC51-4A3C-822D-31977013C145}"/>
              </a:ext>
            </a:extLst>
          </p:cNvPr>
          <p:cNvSpPr txBox="1"/>
          <p:nvPr/>
        </p:nvSpPr>
        <p:spPr>
          <a:xfrm>
            <a:off x="459853" y="665476"/>
            <a:ext cx="376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</a:p>
        </p:txBody>
      </p:sp>
      <p:grpSp>
        <p:nvGrpSpPr>
          <p:cNvPr id="640" name="Group 639">
            <a:extLst>
              <a:ext uri="{FF2B5EF4-FFF2-40B4-BE49-F238E27FC236}">
                <a16:creationId xmlns:a16="http://schemas.microsoft.com/office/drawing/2014/main" id="{5882DA37-F0E3-45EE-9097-B89A480BFFE5}"/>
              </a:ext>
            </a:extLst>
          </p:cNvPr>
          <p:cNvGrpSpPr/>
          <p:nvPr/>
        </p:nvGrpSpPr>
        <p:grpSpPr>
          <a:xfrm>
            <a:off x="5395439" y="938418"/>
            <a:ext cx="860002" cy="1686879"/>
            <a:chOff x="9207213" y="3550857"/>
            <a:chExt cx="860002" cy="1686879"/>
          </a:xfrm>
        </p:grpSpPr>
        <p:sp>
          <p:nvSpPr>
            <p:cNvPr id="641" name="Cube 640">
              <a:extLst>
                <a:ext uri="{FF2B5EF4-FFF2-40B4-BE49-F238E27FC236}">
                  <a16:creationId xmlns:a16="http://schemas.microsoft.com/office/drawing/2014/main" id="{5CB0A6AE-C61B-4A47-AD1A-AB7C4E171962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6C1B9FAA-8020-4A5C-BFC0-DB903A9750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51A41998-1A0D-4388-9C5E-467FEF3BA7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3DAC26D6-F961-44D5-87B2-02B5B4D49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5" name="Group 644">
            <a:extLst>
              <a:ext uri="{FF2B5EF4-FFF2-40B4-BE49-F238E27FC236}">
                <a16:creationId xmlns:a16="http://schemas.microsoft.com/office/drawing/2014/main" id="{DB2F641E-EAAD-4D92-A4F8-B6F499F962F1}"/>
              </a:ext>
            </a:extLst>
          </p:cNvPr>
          <p:cNvGrpSpPr/>
          <p:nvPr/>
        </p:nvGrpSpPr>
        <p:grpSpPr>
          <a:xfrm>
            <a:off x="5593391" y="1134227"/>
            <a:ext cx="860002" cy="1686879"/>
            <a:chOff x="9207213" y="3550857"/>
            <a:chExt cx="860002" cy="1686879"/>
          </a:xfrm>
        </p:grpSpPr>
        <p:sp>
          <p:nvSpPr>
            <p:cNvPr id="646" name="Cube 645">
              <a:extLst>
                <a:ext uri="{FF2B5EF4-FFF2-40B4-BE49-F238E27FC236}">
                  <a16:creationId xmlns:a16="http://schemas.microsoft.com/office/drawing/2014/main" id="{E6B1CBB4-2F84-4513-9E16-1CD75323F0A7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47" name="Straight Connector 646">
              <a:extLst>
                <a:ext uri="{FF2B5EF4-FFF2-40B4-BE49-F238E27FC236}">
                  <a16:creationId xmlns:a16="http://schemas.microsoft.com/office/drawing/2014/main" id="{330670BB-AFEB-4CCC-8E7E-968D5C44E9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647">
              <a:extLst>
                <a:ext uri="{FF2B5EF4-FFF2-40B4-BE49-F238E27FC236}">
                  <a16:creationId xmlns:a16="http://schemas.microsoft.com/office/drawing/2014/main" id="{F075EFC4-C4C5-4B3D-BAB4-424A5D0C83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648">
              <a:extLst>
                <a:ext uri="{FF2B5EF4-FFF2-40B4-BE49-F238E27FC236}">
                  <a16:creationId xmlns:a16="http://schemas.microsoft.com/office/drawing/2014/main" id="{F9D073F1-F214-4D97-8D65-1FC469E884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0" name="Group 649">
            <a:extLst>
              <a:ext uri="{FF2B5EF4-FFF2-40B4-BE49-F238E27FC236}">
                <a16:creationId xmlns:a16="http://schemas.microsoft.com/office/drawing/2014/main" id="{A9840144-84F0-40F8-9153-BA6D4699DD5A}"/>
              </a:ext>
            </a:extLst>
          </p:cNvPr>
          <p:cNvGrpSpPr/>
          <p:nvPr/>
        </p:nvGrpSpPr>
        <p:grpSpPr>
          <a:xfrm>
            <a:off x="5793549" y="1332350"/>
            <a:ext cx="860002" cy="1686879"/>
            <a:chOff x="9207213" y="3550857"/>
            <a:chExt cx="860002" cy="1686879"/>
          </a:xfrm>
        </p:grpSpPr>
        <p:sp>
          <p:nvSpPr>
            <p:cNvPr id="651" name="Cube 650">
              <a:extLst>
                <a:ext uri="{FF2B5EF4-FFF2-40B4-BE49-F238E27FC236}">
                  <a16:creationId xmlns:a16="http://schemas.microsoft.com/office/drawing/2014/main" id="{0174DE9A-812C-44AB-BDDE-67C9ABE2118F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2A36CBAB-F2D2-4F5E-BC38-8EA1E89BE7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652">
              <a:extLst>
                <a:ext uri="{FF2B5EF4-FFF2-40B4-BE49-F238E27FC236}">
                  <a16:creationId xmlns:a16="http://schemas.microsoft.com/office/drawing/2014/main" id="{F986BE78-8772-4B05-8D9B-38FEC421BD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6BEE80B1-DC66-4FA8-A5EA-B10A5D0173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5" name="Group 654">
            <a:extLst>
              <a:ext uri="{FF2B5EF4-FFF2-40B4-BE49-F238E27FC236}">
                <a16:creationId xmlns:a16="http://schemas.microsoft.com/office/drawing/2014/main" id="{D5FE18F5-EA44-43A5-A770-2CFE1E97788F}"/>
              </a:ext>
            </a:extLst>
          </p:cNvPr>
          <p:cNvGrpSpPr/>
          <p:nvPr/>
        </p:nvGrpSpPr>
        <p:grpSpPr>
          <a:xfrm>
            <a:off x="5995969" y="1530473"/>
            <a:ext cx="860002" cy="1686879"/>
            <a:chOff x="9207213" y="3550857"/>
            <a:chExt cx="860002" cy="1686879"/>
          </a:xfrm>
        </p:grpSpPr>
        <p:sp>
          <p:nvSpPr>
            <p:cNvPr id="656" name="Cube 655">
              <a:extLst>
                <a:ext uri="{FF2B5EF4-FFF2-40B4-BE49-F238E27FC236}">
                  <a16:creationId xmlns:a16="http://schemas.microsoft.com/office/drawing/2014/main" id="{CB295638-EBC9-4E05-9E2A-808CC449839C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57" name="Straight Connector 656">
              <a:extLst>
                <a:ext uri="{FF2B5EF4-FFF2-40B4-BE49-F238E27FC236}">
                  <a16:creationId xmlns:a16="http://schemas.microsoft.com/office/drawing/2014/main" id="{59229D35-4B43-4554-A7C5-A5D4612313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BF8D0AF7-AB5F-4872-A9D6-2AB7EAA966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BDCECE2D-5A36-4C4B-9E2C-EC2DDFEA83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60" name="Table 8">
            <a:extLst>
              <a:ext uri="{FF2B5EF4-FFF2-40B4-BE49-F238E27FC236}">
                <a16:creationId xmlns:a16="http://schemas.microsoft.com/office/drawing/2014/main" id="{09AE9FF0-A086-4D4C-9005-045A6EF8F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898077"/>
              </p:ext>
            </p:extLst>
          </p:nvPr>
        </p:nvGraphicFramePr>
        <p:xfrm flipH="1">
          <a:off x="6204739" y="1729293"/>
          <a:ext cx="64008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</a:tbl>
          </a:graphicData>
        </a:graphic>
      </p:graphicFrame>
      <p:sp>
        <p:nvSpPr>
          <p:cNvPr id="661" name="Parallelogram 660">
            <a:extLst>
              <a:ext uri="{FF2B5EF4-FFF2-40B4-BE49-F238E27FC236}">
                <a16:creationId xmlns:a16="http://schemas.microsoft.com/office/drawing/2014/main" id="{70F5DDA6-821B-47E8-89D2-95F38DC0F412}"/>
              </a:ext>
            </a:extLst>
          </p:cNvPr>
          <p:cNvSpPr/>
          <p:nvPr/>
        </p:nvSpPr>
        <p:spPr>
          <a:xfrm flipH="1">
            <a:off x="6002731" y="1529521"/>
            <a:ext cx="842087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62" name="Parallelogram 661">
            <a:extLst>
              <a:ext uri="{FF2B5EF4-FFF2-40B4-BE49-F238E27FC236}">
                <a16:creationId xmlns:a16="http://schemas.microsoft.com/office/drawing/2014/main" id="{6610E22A-AB60-4B47-A021-10A6F248505B}"/>
              </a:ext>
            </a:extLst>
          </p:cNvPr>
          <p:cNvSpPr/>
          <p:nvPr/>
        </p:nvSpPr>
        <p:spPr>
          <a:xfrm rot="16200000">
            <a:off x="5816870" y="1717192"/>
            <a:ext cx="565938" cy="199666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63" name="Right Brace 662">
            <a:extLst>
              <a:ext uri="{FF2B5EF4-FFF2-40B4-BE49-F238E27FC236}">
                <a16:creationId xmlns:a16="http://schemas.microsoft.com/office/drawing/2014/main" id="{47C78B47-2BE4-48B8-97E1-B57874AB6430}"/>
              </a:ext>
            </a:extLst>
          </p:cNvPr>
          <p:cNvSpPr/>
          <p:nvPr/>
        </p:nvSpPr>
        <p:spPr>
          <a:xfrm>
            <a:off x="6937368" y="1528958"/>
            <a:ext cx="72025" cy="564824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73D136C2-8F1B-49A5-B28F-7EBDC5499246}"/>
              </a:ext>
            </a:extLst>
          </p:cNvPr>
          <p:cNvSpPr txBox="1"/>
          <p:nvPr/>
        </p:nvSpPr>
        <p:spPr>
          <a:xfrm>
            <a:off x="7006171" y="1691031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65" name="Right Brace 664">
            <a:extLst>
              <a:ext uri="{FF2B5EF4-FFF2-40B4-BE49-F238E27FC236}">
                <a16:creationId xmlns:a16="http://schemas.microsoft.com/office/drawing/2014/main" id="{BB97EB35-91C8-43C9-99AD-8C20CA78B95B}"/>
              </a:ext>
            </a:extLst>
          </p:cNvPr>
          <p:cNvSpPr/>
          <p:nvPr/>
        </p:nvSpPr>
        <p:spPr>
          <a:xfrm>
            <a:off x="6937368" y="2105678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6" name="Right Brace 665">
            <a:extLst>
              <a:ext uri="{FF2B5EF4-FFF2-40B4-BE49-F238E27FC236}">
                <a16:creationId xmlns:a16="http://schemas.microsoft.com/office/drawing/2014/main" id="{3AF1AB69-BBFF-4A7C-B0B7-077672AB627C}"/>
              </a:ext>
            </a:extLst>
          </p:cNvPr>
          <p:cNvSpPr/>
          <p:nvPr/>
        </p:nvSpPr>
        <p:spPr>
          <a:xfrm>
            <a:off x="6937368" y="2475635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7" name="Right Brace 666">
            <a:extLst>
              <a:ext uri="{FF2B5EF4-FFF2-40B4-BE49-F238E27FC236}">
                <a16:creationId xmlns:a16="http://schemas.microsoft.com/office/drawing/2014/main" id="{5CAB395A-30EB-418D-9497-662B14721515}"/>
              </a:ext>
            </a:extLst>
          </p:cNvPr>
          <p:cNvSpPr/>
          <p:nvPr/>
        </p:nvSpPr>
        <p:spPr>
          <a:xfrm>
            <a:off x="6937368" y="2852563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8" name="TextBox 667">
            <a:extLst>
              <a:ext uri="{FF2B5EF4-FFF2-40B4-BE49-F238E27FC236}">
                <a16:creationId xmlns:a16="http://schemas.microsoft.com/office/drawing/2014/main" id="{CA1F6254-20F7-459C-A8C1-EDD547E75E15}"/>
              </a:ext>
            </a:extLst>
          </p:cNvPr>
          <p:cNvSpPr txBox="1"/>
          <p:nvPr/>
        </p:nvSpPr>
        <p:spPr>
          <a:xfrm>
            <a:off x="7006171" y="2175513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69" name="TextBox 668">
            <a:extLst>
              <a:ext uri="{FF2B5EF4-FFF2-40B4-BE49-F238E27FC236}">
                <a16:creationId xmlns:a16="http://schemas.microsoft.com/office/drawing/2014/main" id="{A1C83BA2-DCF5-467C-BBAD-A860BC2B8D34}"/>
              </a:ext>
            </a:extLst>
          </p:cNvPr>
          <p:cNvSpPr txBox="1"/>
          <p:nvPr/>
        </p:nvSpPr>
        <p:spPr>
          <a:xfrm>
            <a:off x="7006171" y="2539553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70" name="TextBox 669">
            <a:extLst>
              <a:ext uri="{FF2B5EF4-FFF2-40B4-BE49-F238E27FC236}">
                <a16:creationId xmlns:a16="http://schemas.microsoft.com/office/drawing/2014/main" id="{A114A356-009E-4B4F-8741-0647E23CAC74}"/>
              </a:ext>
            </a:extLst>
          </p:cNvPr>
          <p:cNvSpPr txBox="1"/>
          <p:nvPr/>
        </p:nvSpPr>
        <p:spPr>
          <a:xfrm>
            <a:off x="7006171" y="2910832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71" name="Right Brace 670">
            <a:extLst>
              <a:ext uri="{FF2B5EF4-FFF2-40B4-BE49-F238E27FC236}">
                <a16:creationId xmlns:a16="http://schemas.microsoft.com/office/drawing/2014/main" id="{6F27912A-A178-48ED-849B-8CAB6311D1C3}"/>
              </a:ext>
            </a:extLst>
          </p:cNvPr>
          <p:cNvSpPr/>
          <p:nvPr/>
        </p:nvSpPr>
        <p:spPr>
          <a:xfrm>
            <a:off x="6725241" y="1332350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2" name="TextBox 671">
            <a:extLst>
              <a:ext uri="{FF2B5EF4-FFF2-40B4-BE49-F238E27FC236}">
                <a16:creationId xmlns:a16="http://schemas.microsoft.com/office/drawing/2014/main" id="{F60B239B-80B5-462B-A61C-5BB2EB395E9C}"/>
              </a:ext>
            </a:extLst>
          </p:cNvPr>
          <p:cNvSpPr txBox="1"/>
          <p:nvPr/>
        </p:nvSpPr>
        <p:spPr>
          <a:xfrm>
            <a:off x="6770960" y="1314862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73" name="Right Brace 672">
            <a:extLst>
              <a:ext uri="{FF2B5EF4-FFF2-40B4-BE49-F238E27FC236}">
                <a16:creationId xmlns:a16="http://schemas.microsoft.com/office/drawing/2014/main" id="{298DE275-1A68-4463-B56C-C912C2561ABB}"/>
              </a:ext>
            </a:extLst>
          </p:cNvPr>
          <p:cNvSpPr/>
          <p:nvPr/>
        </p:nvSpPr>
        <p:spPr>
          <a:xfrm>
            <a:off x="6525083" y="1122831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4" name="TextBox 673">
            <a:extLst>
              <a:ext uri="{FF2B5EF4-FFF2-40B4-BE49-F238E27FC236}">
                <a16:creationId xmlns:a16="http://schemas.microsoft.com/office/drawing/2014/main" id="{60DF3B25-3707-4524-8D11-995243B7A5EA}"/>
              </a:ext>
            </a:extLst>
          </p:cNvPr>
          <p:cNvSpPr txBox="1"/>
          <p:nvPr/>
        </p:nvSpPr>
        <p:spPr>
          <a:xfrm>
            <a:off x="6570802" y="1105343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75" name="Right Brace 674">
            <a:extLst>
              <a:ext uri="{FF2B5EF4-FFF2-40B4-BE49-F238E27FC236}">
                <a16:creationId xmlns:a16="http://schemas.microsoft.com/office/drawing/2014/main" id="{394CC237-5C78-4261-B579-E830D4E8331C}"/>
              </a:ext>
            </a:extLst>
          </p:cNvPr>
          <p:cNvSpPr/>
          <p:nvPr/>
        </p:nvSpPr>
        <p:spPr>
          <a:xfrm>
            <a:off x="6332321" y="928230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6" name="TextBox 675">
            <a:extLst>
              <a:ext uri="{FF2B5EF4-FFF2-40B4-BE49-F238E27FC236}">
                <a16:creationId xmlns:a16="http://schemas.microsoft.com/office/drawing/2014/main" id="{63972FCD-E212-419B-AAD2-647507D9D4DD}"/>
              </a:ext>
            </a:extLst>
          </p:cNvPr>
          <p:cNvSpPr txBox="1"/>
          <p:nvPr/>
        </p:nvSpPr>
        <p:spPr>
          <a:xfrm>
            <a:off x="6378040" y="910742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677" name="Straight Connector 676">
            <a:extLst>
              <a:ext uri="{FF2B5EF4-FFF2-40B4-BE49-F238E27FC236}">
                <a16:creationId xmlns:a16="http://schemas.microsoft.com/office/drawing/2014/main" id="{45116F67-E7A5-4FDA-9C6A-4669F2E11AD7}"/>
              </a:ext>
            </a:extLst>
          </p:cNvPr>
          <p:cNvCxnSpPr>
            <a:cxnSpLocks/>
          </p:cNvCxnSpPr>
          <p:nvPr/>
        </p:nvCxnSpPr>
        <p:spPr>
          <a:xfrm flipH="1" flipV="1">
            <a:off x="6060100" y="932298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Straight Connector 677">
            <a:extLst>
              <a:ext uri="{FF2B5EF4-FFF2-40B4-BE49-F238E27FC236}">
                <a16:creationId xmlns:a16="http://schemas.microsoft.com/office/drawing/2014/main" id="{9C1B81F8-6BCF-4479-AC17-54CB51D3D973}"/>
              </a:ext>
            </a:extLst>
          </p:cNvPr>
          <p:cNvCxnSpPr>
            <a:cxnSpLocks/>
          </p:cNvCxnSpPr>
          <p:nvPr/>
        </p:nvCxnSpPr>
        <p:spPr>
          <a:xfrm flipH="1" flipV="1">
            <a:off x="5407227" y="934282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Straight Connector 678">
            <a:extLst>
              <a:ext uri="{FF2B5EF4-FFF2-40B4-BE49-F238E27FC236}">
                <a16:creationId xmlns:a16="http://schemas.microsoft.com/office/drawing/2014/main" id="{86AD58AE-F3B2-4E41-AD11-C26316BF5D27}"/>
              </a:ext>
            </a:extLst>
          </p:cNvPr>
          <p:cNvCxnSpPr>
            <a:cxnSpLocks/>
          </p:cNvCxnSpPr>
          <p:nvPr/>
        </p:nvCxnSpPr>
        <p:spPr>
          <a:xfrm flipH="1" flipV="1">
            <a:off x="5397697" y="1294823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679">
            <a:extLst>
              <a:ext uri="{FF2B5EF4-FFF2-40B4-BE49-F238E27FC236}">
                <a16:creationId xmlns:a16="http://schemas.microsoft.com/office/drawing/2014/main" id="{9F99D7D1-506E-489A-84B6-144C6A755025}"/>
              </a:ext>
            </a:extLst>
          </p:cNvPr>
          <p:cNvCxnSpPr>
            <a:cxnSpLocks/>
          </p:cNvCxnSpPr>
          <p:nvPr/>
        </p:nvCxnSpPr>
        <p:spPr>
          <a:xfrm flipH="1" flipV="1">
            <a:off x="5394037" y="1663819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680">
            <a:extLst>
              <a:ext uri="{FF2B5EF4-FFF2-40B4-BE49-F238E27FC236}">
                <a16:creationId xmlns:a16="http://schemas.microsoft.com/office/drawing/2014/main" id="{9B9DEB8C-2A13-4456-B3D5-6FA717D4A584}"/>
              </a:ext>
            </a:extLst>
          </p:cNvPr>
          <p:cNvCxnSpPr>
            <a:cxnSpLocks/>
          </p:cNvCxnSpPr>
          <p:nvPr/>
        </p:nvCxnSpPr>
        <p:spPr>
          <a:xfrm flipH="1" flipV="1">
            <a:off x="5400923" y="2039228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681">
            <a:extLst>
              <a:ext uri="{FF2B5EF4-FFF2-40B4-BE49-F238E27FC236}">
                <a16:creationId xmlns:a16="http://schemas.microsoft.com/office/drawing/2014/main" id="{3E4C3CAC-8997-44FB-904B-4A91FB84F06B}"/>
              </a:ext>
            </a:extLst>
          </p:cNvPr>
          <p:cNvCxnSpPr>
            <a:cxnSpLocks/>
          </p:cNvCxnSpPr>
          <p:nvPr/>
        </p:nvCxnSpPr>
        <p:spPr>
          <a:xfrm flipH="1" flipV="1">
            <a:off x="5400923" y="2418433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682">
            <a:extLst>
              <a:ext uri="{FF2B5EF4-FFF2-40B4-BE49-F238E27FC236}">
                <a16:creationId xmlns:a16="http://schemas.microsoft.com/office/drawing/2014/main" id="{3C0A31BA-4BCD-4689-A2C9-231D532B8964}"/>
              </a:ext>
            </a:extLst>
          </p:cNvPr>
          <p:cNvCxnSpPr>
            <a:cxnSpLocks/>
          </p:cNvCxnSpPr>
          <p:nvPr/>
        </p:nvCxnSpPr>
        <p:spPr>
          <a:xfrm flipV="1">
            <a:off x="6200594" y="1729293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Straight Connector 683">
            <a:extLst>
              <a:ext uri="{FF2B5EF4-FFF2-40B4-BE49-F238E27FC236}">
                <a16:creationId xmlns:a16="http://schemas.microsoft.com/office/drawing/2014/main" id="{9E093FEB-DD65-41FE-90B1-5C8BBAAA92D5}"/>
              </a:ext>
            </a:extLst>
          </p:cNvPr>
          <p:cNvCxnSpPr>
            <a:cxnSpLocks/>
          </p:cNvCxnSpPr>
          <p:nvPr/>
        </p:nvCxnSpPr>
        <p:spPr>
          <a:xfrm flipV="1">
            <a:off x="5394037" y="937536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684">
            <a:extLst>
              <a:ext uri="{FF2B5EF4-FFF2-40B4-BE49-F238E27FC236}">
                <a16:creationId xmlns:a16="http://schemas.microsoft.com/office/drawing/2014/main" id="{7797CC9E-D432-4901-9AA0-6B286E182D97}"/>
              </a:ext>
            </a:extLst>
          </p:cNvPr>
          <p:cNvCxnSpPr>
            <a:cxnSpLocks/>
          </p:cNvCxnSpPr>
          <p:nvPr/>
        </p:nvCxnSpPr>
        <p:spPr>
          <a:xfrm>
            <a:off x="6199519" y="3211232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685">
            <a:extLst>
              <a:ext uri="{FF2B5EF4-FFF2-40B4-BE49-F238E27FC236}">
                <a16:creationId xmlns:a16="http://schemas.microsoft.com/office/drawing/2014/main" id="{C888D1B5-9D26-4B5F-B84E-C567C7F19B91}"/>
              </a:ext>
            </a:extLst>
          </p:cNvPr>
          <p:cNvCxnSpPr>
            <a:cxnSpLocks/>
          </p:cNvCxnSpPr>
          <p:nvPr/>
        </p:nvCxnSpPr>
        <p:spPr>
          <a:xfrm>
            <a:off x="6196553" y="2842969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686">
            <a:extLst>
              <a:ext uri="{FF2B5EF4-FFF2-40B4-BE49-F238E27FC236}">
                <a16:creationId xmlns:a16="http://schemas.microsoft.com/office/drawing/2014/main" id="{AE76B23D-9045-4A20-9CE3-684DD80D76AE}"/>
              </a:ext>
            </a:extLst>
          </p:cNvPr>
          <p:cNvCxnSpPr>
            <a:cxnSpLocks/>
          </p:cNvCxnSpPr>
          <p:nvPr/>
        </p:nvCxnSpPr>
        <p:spPr>
          <a:xfrm>
            <a:off x="6185396" y="2470973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687">
            <a:extLst>
              <a:ext uri="{FF2B5EF4-FFF2-40B4-BE49-F238E27FC236}">
                <a16:creationId xmlns:a16="http://schemas.microsoft.com/office/drawing/2014/main" id="{A18628C2-ECE6-4EE0-A81B-0FF25B2BE9D9}"/>
              </a:ext>
            </a:extLst>
          </p:cNvPr>
          <p:cNvCxnSpPr>
            <a:cxnSpLocks/>
          </p:cNvCxnSpPr>
          <p:nvPr/>
        </p:nvCxnSpPr>
        <p:spPr>
          <a:xfrm>
            <a:off x="6199519" y="2099994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688">
            <a:extLst>
              <a:ext uri="{FF2B5EF4-FFF2-40B4-BE49-F238E27FC236}">
                <a16:creationId xmlns:a16="http://schemas.microsoft.com/office/drawing/2014/main" id="{43744B37-2A56-4D5B-B8D9-EB00D5D9D7C8}"/>
              </a:ext>
            </a:extLst>
          </p:cNvPr>
          <p:cNvCxnSpPr>
            <a:cxnSpLocks/>
          </p:cNvCxnSpPr>
          <p:nvPr/>
        </p:nvCxnSpPr>
        <p:spPr>
          <a:xfrm>
            <a:off x="6196553" y="1729293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689">
            <a:extLst>
              <a:ext uri="{FF2B5EF4-FFF2-40B4-BE49-F238E27FC236}">
                <a16:creationId xmlns:a16="http://schemas.microsoft.com/office/drawing/2014/main" id="{0991E7DD-E4DC-4574-96A3-047E306C16AE}"/>
              </a:ext>
            </a:extLst>
          </p:cNvPr>
          <p:cNvCxnSpPr>
            <a:cxnSpLocks/>
          </p:cNvCxnSpPr>
          <p:nvPr/>
        </p:nvCxnSpPr>
        <p:spPr>
          <a:xfrm>
            <a:off x="5422128" y="937536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1" name="TextBox 690">
            <a:extLst>
              <a:ext uri="{FF2B5EF4-FFF2-40B4-BE49-F238E27FC236}">
                <a16:creationId xmlns:a16="http://schemas.microsoft.com/office/drawing/2014/main" id="{5919C8D7-04A3-4807-9DC5-49E372129D8C}"/>
              </a:ext>
            </a:extLst>
          </p:cNvPr>
          <p:cNvSpPr txBox="1"/>
          <p:nvPr/>
        </p:nvSpPr>
        <p:spPr>
          <a:xfrm>
            <a:off x="5451175" y="0"/>
            <a:ext cx="2236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映射到一个线程束一次读取或存储的数据子块</a:t>
            </a:r>
            <a:b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2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Burst1</a:t>
            </a: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692" name="Group 691">
            <a:extLst>
              <a:ext uri="{FF2B5EF4-FFF2-40B4-BE49-F238E27FC236}">
                <a16:creationId xmlns:a16="http://schemas.microsoft.com/office/drawing/2014/main" id="{0CCF2EA2-026F-4468-8F67-757EB3F38F0C}"/>
              </a:ext>
            </a:extLst>
          </p:cNvPr>
          <p:cNvGrpSpPr/>
          <p:nvPr/>
        </p:nvGrpSpPr>
        <p:grpSpPr>
          <a:xfrm>
            <a:off x="1433986" y="6103217"/>
            <a:ext cx="2117747" cy="2430235"/>
            <a:chOff x="4982299" y="2633663"/>
            <a:chExt cx="2117747" cy="2430235"/>
          </a:xfrm>
        </p:grpSpPr>
        <p:sp>
          <p:nvSpPr>
            <p:cNvPr id="693" name="Cube 692">
              <a:extLst>
                <a:ext uri="{FF2B5EF4-FFF2-40B4-BE49-F238E27FC236}">
                  <a16:creationId xmlns:a16="http://schemas.microsoft.com/office/drawing/2014/main" id="{B32ADD27-24E1-4DC2-9EFC-118223E10375}"/>
                </a:ext>
              </a:extLst>
            </p:cNvPr>
            <p:cNvSpPr/>
            <p:nvPr/>
          </p:nvSpPr>
          <p:spPr>
            <a:xfrm flipH="1">
              <a:off x="4986337" y="2638426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94" name="Straight Connector 693">
              <a:extLst>
                <a:ext uri="{FF2B5EF4-FFF2-40B4-BE49-F238E27FC236}">
                  <a16:creationId xmlns:a16="http://schemas.microsoft.com/office/drawing/2014/main" id="{D825AC4A-974B-4CB2-BF3C-ED46743958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694">
              <a:extLst>
                <a:ext uri="{FF2B5EF4-FFF2-40B4-BE49-F238E27FC236}">
                  <a16:creationId xmlns:a16="http://schemas.microsoft.com/office/drawing/2014/main" id="{2895F1B9-3C68-487B-98FE-E3D815742D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695">
              <a:extLst>
                <a:ext uri="{FF2B5EF4-FFF2-40B4-BE49-F238E27FC236}">
                  <a16:creationId xmlns:a16="http://schemas.microsoft.com/office/drawing/2014/main" id="{EA8056DB-E550-4ED7-AED9-882850058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696">
              <a:extLst>
                <a:ext uri="{FF2B5EF4-FFF2-40B4-BE49-F238E27FC236}">
                  <a16:creationId xmlns:a16="http://schemas.microsoft.com/office/drawing/2014/main" id="{B2D826D4-6B9A-4586-8AB7-B59B591B21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697">
              <a:extLst>
                <a:ext uri="{FF2B5EF4-FFF2-40B4-BE49-F238E27FC236}">
                  <a16:creationId xmlns:a16="http://schemas.microsoft.com/office/drawing/2014/main" id="{3F81434B-F94E-43ED-85DB-11CED8C8FD04}"/>
                </a:ext>
              </a:extLst>
            </p:cNvPr>
            <p:cNvCxnSpPr>
              <a:cxnSpLocks/>
              <a:endCxn id="693" idx="5"/>
            </p:cNvCxnSpPr>
            <p:nvPr/>
          </p:nvCxnSpPr>
          <p:spPr>
            <a:xfrm flipH="1" flipV="1">
              <a:off x="4986337" y="3753583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103EF4F8-221B-421C-A3C2-79C9A748FD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0" name="Group 699">
            <a:extLst>
              <a:ext uri="{FF2B5EF4-FFF2-40B4-BE49-F238E27FC236}">
                <a16:creationId xmlns:a16="http://schemas.microsoft.com/office/drawing/2014/main" id="{69536C5F-FE8B-4AF1-9F61-987F8905C168}"/>
              </a:ext>
            </a:extLst>
          </p:cNvPr>
          <p:cNvGrpSpPr/>
          <p:nvPr/>
        </p:nvGrpSpPr>
        <p:grpSpPr>
          <a:xfrm>
            <a:off x="1629248" y="6303241"/>
            <a:ext cx="2117747" cy="2425472"/>
            <a:chOff x="4982299" y="2633663"/>
            <a:chExt cx="2117747" cy="2425472"/>
          </a:xfrm>
        </p:grpSpPr>
        <p:sp>
          <p:nvSpPr>
            <p:cNvPr id="701" name="Cube 700">
              <a:extLst>
                <a:ext uri="{FF2B5EF4-FFF2-40B4-BE49-F238E27FC236}">
                  <a16:creationId xmlns:a16="http://schemas.microsoft.com/office/drawing/2014/main" id="{9720091B-E4A6-4CEB-934A-189C42EB29DB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9202749C-4F8F-4915-940B-85F23E0F59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>
              <a:extLst>
                <a:ext uri="{FF2B5EF4-FFF2-40B4-BE49-F238E27FC236}">
                  <a16:creationId xmlns:a16="http://schemas.microsoft.com/office/drawing/2014/main" id="{E9B964B3-578E-45F1-926E-4334FE7CCB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>
              <a:extLst>
                <a:ext uri="{FF2B5EF4-FFF2-40B4-BE49-F238E27FC236}">
                  <a16:creationId xmlns:a16="http://schemas.microsoft.com/office/drawing/2014/main" id="{CF511DD7-B171-4205-94A8-CF5766002C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8F53954D-9377-4756-B3F2-EEF420B32D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705">
              <a:extLst>
                <a:ext uri="{FF2B5EF4-FFF2-40B4-BE49-F238E27FC236}">
                  <a16:creationId xmlns:a16="http://schemas.microsoft.com/office/drawing/2014/main" id="{BA4E9C57-D690-4BB1-9323-DBD8C2661C80}"/>
                </a:ext>
              </a:extLst>
            </p:cNvPr>
            <p:cNvCxnSpPr>
              <a:cxnSpLocks/>
              <a:endCxn id="701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F31E8AA1-9305-43DD-93B9-3C95C1D448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8" name="Group 707">
            <a:extLst>
              <a:ext uri="{FF2B5EF4-FFF2-40B4-BE49-F238E27FC236}">
                <a16:creationId xmlns:a16="http://schemas.microsoft.com/office/drawing/2014/main" id="{8441ACCD-610B-4AAD-9EF4-1D147D437166}"/>
              </a:ext>
            </a:extLst>
          </p:cNvPr>
          <p:cNvGrpSpPr/>
          <p:nvPr/>
        </p:nvGrpSpPr>
        <p:grpSpPr>
          <a:xfrm>
            <a:off x="1823141" y="6498502"/>
            <a:ext cx="2117747" cy="2425472"/>
            <a:chOff x="4982299" y="2633663"/>
            <a:chExt cx="2117747" cy="2425472"/>
          </a:xfrm>
        </p:grpSpPr>
        <p:sp>
          <p:nvSpPr>
            <p:cNvPr id="709" name="Cube 708">
              <a:extLst>
                <a:ext uri="{FF2B5EF4-FFF2-40B4-BE49-F238E27FC236}">
                  <a16:creationId xmlns:a16="http://schemas.microsoft.com/office/drawing/2014/main" id="{16114BD4-76F7-4D90-9104-0BF76AAE2B80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10" name="Straight Connector 709">
              <a:extLst>
                <a:ext uri="{FF2B5EF4-FFF2-40B4-BE49-F238E27FC236}">
                  <a16:creationId xmlns:a16="http://schemas.microsoft.com/office/drawing/2014/main" id="{003170E9-E892-46F5-8365-DA5464571D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238B0B3E-21B7-42A2-951A-915BB24D7F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711">
              <a:extLst>
                <a:ext uri="{FF2B5EF4-FFF2-40B4-BE49-F238E27FC236}">
                  <a16:creationId xmlns:a16="http://schemas.microsoft.com/office/drawing/2014/main" id="{E4ED9FCC-A8A2-45D7-B872-6C39C7733C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712">
              <a:extLst>
                <a:ext uri="{FF2B5EF4-FFF2-40B4-BE49-F238E27FC236}">
                  <a16:creationId xmlns:a16="http://schemas.microsoft.com/office/drawing/2014/main" id="{4C192172-2AAD-434B-BFD0-96914C68DD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713">
              <a:extLst>
                <a:ext uri="{FF2B5EF4-FFF2-40B4-BE49-F238E27FC236}">
                  <a16:creationId xmlns:a16="http://schemas.microsoft.com/office/drawing/2014/main" id="{93270BE1-3CDA-4E6E-9479-EF94954062CF}"/>
                </a:ext>
              </a:extLst>
            </p:cNvPr>
            <p:cNvCxnSpPr>
              <a:cxnSpLocks/>
              <a:endCxn id="709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714">
              <a:extLst>
                <a:ext uri="{FF2B5EF4-FFF2-40B4-BE49-F238E27FC236}">
                  <a16:creationId xmlns:a16="http://schemas.microsoft.com/office/drawing/2014/main" id="{9B491273-06C2-4F49-9AFD-B662079FAC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6" name="Group 715">
            <a:extLst>
              <a:ext uri="{FF2B5EF4-FFF2-40B4-BE49-F238E27FC236}">
                <a16:creationId xmlns:a16="http://schemas.microsoft.com/office/drawing/2014/main" id="{8CE1E620-CD83-4A82-BA4B-0A4554236DE5}"/>
              </a:ext>
            </a:extLst>
          </p:cNvPr>
          <p:cNvGrpSpPr/>
          <p:nvPr/>
        </p:nvGrpSpPr>
        <p:grpSpPr>
          <a:xfrm>
            <a:off x="2018966" y="6694197"/>
            <a:ext cx="2117747" cy="2425472"/>
            <a:chOff x="4982299" y="2633663"/>
            <a:chExt cx="2117747" cy="2425472"/>
          </a:xfrm>
        </p:grpSpPr>
        <p:sp>
          <p:nvSpPr>
            <p:cNvPr id="717" name="Cube 716">
              <a:extLst>
                <a:ext uri="{FF2B5EF4-FFF2-40B4-BE49-F238E27FC236}">
                  <a16:creationId xmlns:a16="http://schemas.microsoft.com/office/drawing/2014/main" id="{AE4C66D2-0200-4243-B339-6A9E24EF10A1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18" name="Straight Connector 717">
              <a:extLst>
                <a:ext uri="{FF2B5EF4-FFF2-40B4-BE49-F238E27FC236}">
                  <a16:creationId xmlns:a16="http://schemas.microsoft.com/office/drawing/2014/main" id="{17F61823-6AAF-419A-8C7E-27D469A48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718">
              <a:extLst>
                <a:ext uri="{FF2B5EF4-FFF2-40B4-BE49-F238E27FC236}">
                  <a16:creationId xmlns:a16="http://schemas.microsoft.com/office/drawing/2014/main" id="{ABF09B3F-27DB-4B80-9996-FAD3B21351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EDDB513C-7F88-4E56-992C-1BC29FEDCA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720">
              <a:extLst>
                <a:ext uri="{FF2B5EF4-FFF2-40B4-BE49-F238E27FC236}">
                  <a16:creationId xmlns:a16="http://schemas.microsoft.com/office/drawing/2014/main" id="{9B08C0AD-2BD1-4C74-883F-569922D8D9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84AF7E48-30FC-4D12-8E34-8DD1BF64FC6D}"/>
                </a:ext>
              </a:extLst>
            </p:cNvPr>
            <p:cNvCxnSpPr>
              <a:cxnSpLocks/>
              <a:endCxn id="717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EE404D1B-D922-4B54-B7CD-E85B2BA64A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4" name="Group 723">
            <a:extLst>
              <a:ext uri="{FF2B5EF4-FFF2-40B4-BE49-F238E27FC236}">
                <a16:creationId xmlns:a16="http://schemas.microsoft.com/office/drawing/2014/main" id="{C5145302-35B4-4152-A8CB-D50271EAEEEF}"/>
              </a:ext>
            </a:extLst>
          </p:cNvPr>
          <p:cNvGrpSpPr/>
          <p:nvPr/>
        </p:nvGrpSpPr>
        <p:grpSpPr>
          <a:xfrm>
            <a:off x="2215619" y="6890783"/>
            <a:ext cx="2117747" cy="2425472"/>
            <a:chOff x="4982299" y="2633663"/>
            <a:chExt cx="2117747" cy="2425472"/>
          </a:xfrm>
        </p:grpSpPr>
        <p:sp>
          <p:nvSpPr>
            <p:cNvPr id="725" name="Cube 724">
              <a:extLst>
                <a:ext uri="{FF2B5EF4-FFF2-40B4-BE49-F238E27FC236}">
                  <a16:creationId xmlns:a16="http://schemas.microsoft.com/office/drawing/2014/main" id="{A8540713-C1EE-4D09-83BD-90AC4AA5CD2C}"/>
                </a:ext>
              </a:extLst>
            </p:cNvPr>
            <p:cNvSpPr/>
            <p:nvPr/>
          </p:nvSpPr>
          <p:spPr>
            <a:xfrm flipH="1">
              <a:off x="4986337" y="2633663"/>
              <a:ext cx="2113709" cy="2425472"/>
            </a:xfrm>
            <a:prstGeom prst="cube">
              <a:avLst>
                <a:gd name="adj" fmla="val 923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26" name="Straight Connector 725">
              <a:extLst>
                <a:ext uri="{FF2B5EF4-FFF2-40B4-BE49-F238E27FC236}">
                  <a16:creationId xmlns:a16="http://schemas.microsoft.com/office/drawing/2014/main" id="{9682C429-C872-4C70-A0F2-DCD58D8AC0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684" y="2633663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726">
              <a:extLst>
                <a:ext uri="{FF2B5EF4-FFF2-40B4-BE49-F238E27FC236}">
                  <a16:creationId xmlns:a16="http://schemas.microsoft.com/office/drawing/2014/main" id="{395661E7-8D34-4E07-B184-3E8361070F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5190" y="2633663"/>
              <a:ext cx="189427" cy="194778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727">
              <a:extLst>
                <a:ext uri="{FF2B5EF4-FFF2-40B4-BE49-F238E27FC236}">
                  <a16:creationId xmlns:a16="http://schemas.microsoft.com/office/drawing/2014/main" id="{12297625-991E-4715-96C8-54468C60AF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2299" y="3002748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728">
              <a:extLst>
                <a:ext uri="{FF2B5EF4-FFF2-40B4-BE49-F238E27FC236}">
                  <a16:creationId xmlns:a16="http://schemas.microsoft.com/office/drawing/2014/main" id="{ABDA1C5B-079F-485A-BE07-A8E4BBE2BD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6336" y="3369467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729">
              <a:extLst>
                <a:ext uri="{FF2B5EF4-FFF2-40B4-BE49-F238E27FC236}">
                  <a16:creationId xmlns:a16="http://schemas.microsoft.com/office/drawing/2014/main" id="{30AAD310-310C-454E-9BF5-74DF7212AD80}"/>
                </a:ext>
              </a:extLst>
            </p:cNvPr>
            <p:cNvCxnSpPr>
              <a:cxnSpLocks/>
              <a:endCxn id="725" idx="5"/>
            </p:cNvCxnSpPr>
            <p:nvPr/>
          </p:nvCxnSpPr>
          <p:spPr>
            <a:xfrm flipH="1" flipV="1">
              <a:off x="4986337" y="3748820"/>
              <a:ext cx="189118" cy="19066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730">
              <a:extLst>
                <a:ext uri="{FF2B5EF4-FFF2-40B4-BE49-F238E27FC236}">
                  <a16:creationId xmlns:a16="http://schemas.microsoft.com/office/drawing/2014/main" id="{0D88A571-EA6F-4F1F-8518-AD9876AC4B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814" y="4120210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32" name="Table 8">
            <a:extLst>
              <a:ext uri="{FF2B5EF4-FFF2-40B4-BE49-F238E27FC236}">
                <a16:creationId xmlns:a16="http://schemas.microsoft.com/office/drawing/2014/main" id="{919304DA-F845-475A-B688-B4D83748D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273313"/>
              </p:ext>
            </p:extLst>
          </p:nvPr>
        </p:nvGraphicFramePr>
        <p:xfrm flipH="1">
          <a:off x="2416613" y="7090324"/>
          <a:ext cx="1920240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74168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</a:t>
                      </a:r>
                      <a:r>
                        <a:rPr lang="en-US" sz="1400" dirty="0"/>
                        <a:t>KB</a:t>
                      </a:r>
                      <a:r>
                        <a:rPr lang="zh-CN" altLang="en-US" sz="1400" dirty="0"/>
                        <a:t>对齐数据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</a:tbl>
          </a:graphicData>
        </a:graphic>
      </p:graphicFrame>
      <p:sp>
        <p:nvSpPr>
          <p:cNvPr id="733" name="TextBox 732">
            <a:extLst>
              <a:ext uri="{FF2B5EF4-FFF2-40B4-BE49-F238E27FC236}">
                <a16:creationId xmlns:a16="http://schemas.microsoft.com/office/drawing/2014/main" id="{1333A61E-8FEB-4894-B54B-A24131C16615}"/>
              </a:ext>
            </a:extLst>
          </p:cNvPr>
          <p:cNvSpPr txBox="1"/>
          <p:nvPr/>
        </p:nvSpPr>
        <p:spPr>
          <a:xfrm>
            <a:off x="1173937" y="4469737"/>
            <a:ext cx="2200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映射到一个流式处理器簇一次读取或存储的数据块</a:t>
            </a:r>
            <a:endParaRPr lang="en-US" altLang="zh-CN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2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 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Burst2/Burst4</a:t>
            </a: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34" name="Parallelogram 733">
            <a:extLst>
              <a:ext uri="{FF2B5EF4-FFF2-40B4-BE49-F238E27FC236}">
                <a16:creationId xmlns:a16="http://schemas.microsoft.com/office/drawing/2014/main" id="{7C9DC8E2-86CA-4CEE-AF0A-C1C36F8A2C56}"/>
              </a:ext>
            </a:extLst>
          </p:cNvPr>
          <p:cNvSpPr/>
          <p:nvPr/>
        </p:nvSpPr>
        <p:spPr>
          <a:xfrm flipH="1">
            <a:off x="2216299" y="6887614"/>
            <a:ext cx="812334" cy="197965"/>
          </a:xfrm>
          <a:prstGeom prst="parallelogram">
            <a:avLst>
              <a:gd name="adj" fmla="val 97172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5" name="Parallelogram 734">
            <a:extLst>
              <a:ext uri="{FF2B5EF4-FFF2-40B4-BE49-F238E27FC236}">
                <a16:creationId xmlns:a16="http://schemas.microsoft.com/office/drawing/2014/main" id="{3F51A58A-EB3F-4050-8D27-05E87E752205}"/>
              </a:ext>
            </a:extLst>
          </p:cNvPr>
          <p:cNvSpPr/>
          <p:nvPr/>
        </p:nvSpPr>
        <p:spPr>
          <a:xfrm rot="16200000">
            <a:off x="2033049" y="7077897"/>
            <a:ext cx="565938" cy="194442"/>
          </a:xfrm>
          <a:prstGeom prst="parallelogram">
            <a:avLst>
              <a:gd name="adj" fmla="val 100517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6" name="Parallelogram 735">
            <a:extLst>
              <a:ext uri="{FF2B5EF4-FFF2-40B4-BE49-F238E27FC236}">
                <a16:creationId xmlns:a16="http://schemas.microsoft.com/office/drawing/2014/main" id="{CB710E60-6B29-476C-A2FB-FF5BDC1680EB}"/>
              </a:ext>
            </a:extLst>
          </p:cNvPr>
          <p:cNvSpPr/>
          <p:nvPr/>
        </p:nvSpPr>
        <p:spPr>
          <a:xfrm rot="16200000">
            <a:off x="1260188" y="6312576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7" name="Parallelogram 736">
            <a:extLst>
              <a:ext uri="{FF2B5EF4-FFF2-40B4-BE49-F238E27FC236}">
                <a16:creationId xmlns:a16="http://schemas.microsoft.com/office/drawing/2014/main" id="{517392B5-F746-40D6-B741-BB757266934C}"/>
              </a:ext>
            </a:extLst>
          </p:cNvPr>
          <p:cNvSpPr/>
          <p:nvPr/>
        </p:nvSpPr>
        <p:spPr>
          <a:xfrm rot="16200000">
            <a:off x="2043420" y="7458432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8" name="Parallelogram 737">
            <a:extLst>
              <a:ext uri="{FF2B5EF4-FFF2-40B4-BE49-F238E27FC236}">
                <a16:creationId xmlns:a16="http://schemas.microsoft.com/office/drawing/2014/main" id="{D5274F80-54C9-4BB2-88FA-B312EB11E58E}"/>
              </a:ext>
            </a:extLst>
          </p:cNvPr>
          <p:cNvSpPr/>
          <p:nvPr/>
        </p:nvSpPr>
        <p:spPr>
          <a:xfrm rot="16200000">
            <a:off x="1268923" y="6689318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9" name="Parallelogram 738">
            <a:extLst>
              <a:ext uri="{FF2B5EF4-FFF2-40B4-BE49-F238E27FC236}">
                <a16:creationId xmlns:a16="http://schemas.microsoft.com/office/drawing/2014/main" id="{F4150A14-B281-4723-94D3-07555A467863}"/>
              </a:ext>
            </a:extLst>
          </p:cNvPr>
          <p:cNvSpPr/>
          <p:nvPr/>
        </p:nvSpPr>
        <p:spPr>
          <a:xfrm flipH="1">
            <a:off x="2025764" y="6691009"/>
            <a:ext cx="812334" cy="197965"/>
          </a:xfrm>
          <a:prstGeom prst="parallelogram">
            <a:avLst>
              <a:gd name="adj" fmla="val 97172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0" name="Parallelogram 739">
            <a:extLst>
              <a:ext uri="{FF2B5EF4-FFF2-40B4-BE49-F238E27FC236}">
                <a16:creationId xmlns:a16="http://schemas.microsoft.com/office/drawing/2014/main" id="{A43F8532-CF76-42CE-AA8C-A05671BB7978}"/>
              </a:ext>
            </a:extLst>
          </p:cNvPr>
          <p:cNvSpPr/>
          <p:nvPr/>
        </p:nvSpPr>
        <p:spPr>
          <a:xfrm flipH="1">
            <a:off x="1830619" y="6498018"/>
            <a:ext cx="812334" cy="197965"/>
          </a:xfrm>
          <a:prstGeom prst="parallelogram">
            <a:avLst>
              <a:gd name="adj" fmla="val 97172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1" name="Parallelogram 740">
            <a:extLst>
              <a:ext uri="{FF2B5EF4-FFF2-40B4-BE49-F238E27FC236}">
                <a16:creationId xmlns:a16="http://schemas.microsoft.com/office/drawing/2014/main" id="{F395B961-D948-45D9-8070-736E9A414541}"/>
              </a:ext>
            </a:extLst>
          </p:cNvPr>
          <p:cNvSpPr/>
          <p:nvPr/>
        </p:nvSpPr>
        <p:spPr>
          <a:xfrm flipH="1">
            <a:off x="1638616" y="6303704"/>
            <a:ext cx="812334" cy="197965"/>
          </a:xfrm>
          <a:prstGeom prst="parallelogram">
            <a:avLst>
              <a:gd name="adj" fmla="val 97172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2" name="Parallelogram 741">
            <a:extLst>
              <a:ext uri="{FF2B5EF4-FFF2-40B4-BE49-F238E27FC236}">
                <a16:creationId xmlns:a16="http://schemas.microsoft.com/office/drawing/2014/main" id="{7F96C56B-3821-4CE9-9D3C-28289B4977BF}"/>
              </a:ext>
            </a:extLst>
          </p:cNvPr>
          <p:cNvSpPr/>
          <p:nvPr/>
        </p:nvSpPr>
        <p:spPr>
          <a:xfrm rot="16200000">
            <a:off x="1835999" y="6874593"/>
            <a:ext cx="565938" cy="194442"/>
          </a:xfrm>
          <a:prstGeom prst="parallelogram">
            <a:avLst>
              <a:gd name="adj" fmla="val 100517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3" name="Parallelogram 742">
            <a:extLst>
              <a:ext uri="{FF2B5EF4-FFF2-40B4-BE49-F238E27FC236}">
                <a16:creationId xmlns:a16="http://schemas.microsoft.com/office/drawing/2014/main" id="{186F2B1F-C815-4487-BEAC-CE739A6020E8}"/>
              </a:ext>
            </a:extLst>
          </p:cNvPr>
          <p:cNvSpPr/>
          <p:nvPr/>
        </p:nvSpPr>
        <p:spPr>
          <a:xfrm rot="16200000">
            <a:off x="1063138" y="6109272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4" name="Parallelogram 743">
            <a:extLst>
              <a:ext uri="{FF2B5EF4-FFF2-40B4-BE49-F238E27FC236}">
                <a16:creationId xmlns:a16="http://schemas.microsoft.com/office/drawing/2014/main" id="{9A0F2844-CA64-4102-B4D7-9B6915594563}"/>
              </a:ext>
            </a:extLst>
          </p:cNvPr>
          <p:cNvSpPr/>
          <p:nvPr/>
        </p:nvSpPr>
        <p:spPr>
          <a:xfrm rot="16200000">
            <a:off x="1846370" y="7255128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5" name="Parallelogram 744">
            <a:extLst>
              <a:ext uri="{FF2B5EF4-FFF2-40B4-BE49-F238E27FC236}">
                <a16:creationId xmlns:a16="http://schemas.microsoft.com/office/drawing/2014/main" id="{09E7AF4E-98BF-43A5-8EC8-99EC499A3A81}"/>
              </a:ext>
            </a:extLst>
          </p:cNvPr>
          <p:cNvSpPr/>
          <p:nvPr/>
        </p:nvSpPr>
        <p:spPr>
          <a:xfrm rot="16200000">
            <a:off x="1071873" y="6486014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6" name="Parallelogram 745">
            <a:extLst>
              <a:ext uri="{FF2B5EF4-FFF2-40B4-BE49-F238E27FC236}">
                <a16:creationId xmlns:a16="http://schemas.microsoft.com/office/drawing/2014/main" id="{C5E372EA-3CDE-4F07-BDA3-8B8C258DF308}"/>
              </a:ext>
            </a:extLst>
          </p:cNvPr>
          <p:cNvSpPr/>
          <p:nvPr/>
        </p:nvSpPr>
        <p:spPr>
          <a:xfrm rot="16200000">
            <a:off x="1640277" y="6685106"/>
            <a:ext cx="565938" cy="194442"/>
          </a:xfrm>
          <a:prstGeom prst="parallelogram">
            <a:avLst>
              <a:gd name="adj" fmla="val 100517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7" name="Parallelogram 746">
            <a:extLst>
              <a:ext uri="{FF2B5EF4-FFF2-40B4-BE49-F238E27FC236}">
                <a16:creationId xmlns:a16="http://schemas.microsoft.com/office/drawing/2014/main" id="{40544DD7-4AA8-43C4-9449-4355FB1637DB}"/>
              </a:ext>
            </a:extLst>
          </p:cNvPr>
          <p:cNvSpPr/>
          <p:nvPr/>
        </p:nvSpPr>
        <p:spPr>
          <a:xfrm rot="16200000">
            <a:off x="867416" y="5919785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8" name="Parallelogram 747">
            <a:extLst>
              <a:ext uri="{FF2B5EF4-FFF2-40B4-BE49-F238E27FC236}">
                <a16:creationId xmlns:a16="http://schemas.microsoft.com/office/drawing/2014/main" id="{BFB75065-58ED-4DF1-BAF7-2F3724E0A9CE}"/>
              </a:ext>
            </a:extLst>
          </p:cNvPr>
          <p:cNvSpPr/>
          <p:nvPr/>
        </p:nvSpPr>
        <p:spPr>
          <a:xfrm rot="16200000">
            <a:off x="1650648" y="7065641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9" name="Parallelogram 748">
            <a:extLst>
              <a:ext uri="{FF2B5EF4-FFF2-40B4-BE49-F238E27FC236}">
                <a16:creationId xmlns:a16="http://schemas.microsoft.com/office/drawing/2014/main" id="{272662AB-5431-4A28-9491-CD2B7430204B}"/>
              </a:ext>
            </a:extLst>
          </p:cNvPr>
          <p:cNvSpPr/>
          <p:nvPr/>
        </p:nvSpPr>
        <p:spPr>
          <a:xfrm rot="16200000">
            <a:off x="876151" y="6296527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50" name="Parallelogram 749">
            <a:extLst>
              <a:ext uri="{FF2B5EF4-FFF2-40B4-BE49-F238E27FC236}">
                <a16:creationId xmlns:a16="http://schemas.microsoft.com/office/drawing/2014/main" id="{D702B4DE-261E-4C58-A525-D27C85C442E5}"/>
              </a:ext>
            </a:extLst>
          </p:cNvPr>
          <p:cNvSpPr/>
          <p:nvPr/>
        </p:nvSpPr>
        <p:spPr>
          <a:xfrm rot="16200000">
            <a:off x="1445465" y="6492285"/>
            <a:ext cx="565938" cy="194442"/>
          </a:xfrm>
          <a:prstGeom prst="parallelogram">
            <a:avLst>
              <a:gd name="adj" fmla="val 100517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51" name="Parallelogram 750">
            <a:extLst>
              <a:ext uri="{FF2B5EF4-FFF2-40B4-BE49-F238E27FC236}">
                <a16:creationId xmlns:a16="http://schemas.microsoft.com/office/drawing/2014/main" id="{8C5FF4D5-4A99-4476-B5EE-A083BC4F37D0}"/>
              </a:ext>
            </a:extLst>
          </p:cNvPr>
          <p:cNvSpPr/>
          <p:nvPr/>
        </p:nvSpPr>
        <p:spPr>
          <a:xfrm rot="16200000">
            <a:off x="672604" y="5726964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52" name="Parallelogram 751">
            <a:extLst>
              <a:ext uri="{FF2B5EF4-FFF2-40B4-BE49-F238E27FC236}">
                <a16:creationId xmlns:a16="http://schemas.microsoft.com/office/drawing/2014/main" id="{AF9E953A-83F1-47BC-ACA9-51A182B5678F}"/>
              </a:ext>
            </a:extLst>
          </p:cNvPr>
          <p:cNvSpPr/>
          <p:nvPr/>
        </p:nvSpPr>
        <p:spPr>
          <a:xfrm rot="16200000">
            <a:off x="1455836" y="6872820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53" name="Parallelogram 752">
            <a:extLst>
              <a:ext uri="{FF2B5EF4-FFF2-40B4-BE49-F238E27FC236}">
                <a16:creationId xmlns:a16="http://schemas.microsoft.com/office/drawing/2014/main" id="{00D7717B-6591-40EC-A1EC-81FB07E0C8E8}"/>
              </a:ext>
            </a:extLst>
          </p:cNvPr>
          <p:cNvSpPr/>
          <p:nvPr/>
        </p:nvSpPr>
        <p:spPr>
          <a:xfrm rot="16200000">
            <a:off x="681339" y="6103706"/>
            <a:ext cx="565938" cy="194442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54" name="Straight Arrow Connector 753">
            <a:extLst>
              <a:ext uri="{FF2B5EF4-FFF2-40B4-BE49-F238E27FC236}">
                <a16:creationId xmlns:a16="http://schemas.microsoft.com/office/drawing/2014/main" id="{8802A457-0CCB-4945-A802-005F0D6B4C9B}"/>
              </a:ext>
            </a:extLst>
          </p:cNvPr>
          <p:cNvCxnSpPr>
            <a:cxnSpLocks/>
          </p:cNvCxnSpPr>
          <p:nvPr/>
        </p:nvCxnSpPr>
        <p:spPr>
          <a:xfrm>
            <a:off x="599019" y="5250991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5" name="TextBox 754">
            <a:extLst>
              <a:ext uri="{FF2B5EF4-FFF2-40B4-BE49-F238E27FC236}">
                <a16:creationId xmlns:a16="http://schemas.microsoft.com/office/drawing/2014/main" id="{73754B19-396B-41A5-8402-8491FE03C884}"/>
              </a:ext>
            </a:extLst>
          </p:cNvPr>
          <p:cNvSpPr txBox="1"/>
          <p:nvPr/>
        </p:nvSpPr>
        <p:spPr>
          <a:xfrm>
            <a:off x="1028510" y="5132238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756" name="Straight Arrow Connector 755">
            <a:extLst>
              <a:ext uri="{FF2B5EF4-FFF2-40B4-BE49-F238E27FC236}">
                <a16:creationId xmlns:a16="http://schemas.microsoft.com/office/drawing/2014/main" id="{B0CBB78C-FE55-4F35-8228-CA9FB9A59497}"/>
              </a:ext>
            </a:extLst>
          </p:cNvPr>
          <p:cNvCxnSpPr>
            <a:cxnSpLocks/>
          </p:cNvCxnSpPr>
          <p:nvPr/>
        </p:nvCxnSpPr>
        <p:spPr>
          <a:xfrm>
            <a:off x="464284" y="5378459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7" name="TextBox 756">
            <a:extLst>
              <a:ext uri="{FF2B5EF4-FFF2-40B4-BE49-F238E27FC236}">
                <a16:creationId xmlns:a16="http://schemas.microsoft.com/office/drawing/2014/main" id="{39EAA0BA-7B40-430C-99CA-FD8BA6C79D79}"/>
              </a:ext>
            </a:extLst>
          </p:cNvPr>
          <p:cNvSpPr txBox="1"/>
          <p:nvPr/>
        </p:nvSpPr>
        <p:spPr>
          <a:xfrm>
            <a:off x="317165" y="5701800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0C5C6A05-1273-45BC-A018-912FCF2D2AA2}"/>
              </a:ext>
            </a:extLst>
          </p:cNvPr>
          <p:cNvCxnSpPr>
            <a:cxnSpLocks/>
          </p:cNvCxnSpPr>
          <p:nvPr/>
        </p:nvCxnSpPr>
        <p:spPr>
          <a:xfrm flipH="1" flipV="1">
            <a:off x="359081" y="5107331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9" name="TextBox 758">
            <a:extLst>
              <a:ext uri="{FF2B5EF4-FFF2-40B4-BE49-F238E27FC236}">
                <a16:creationId xmlns:a16="http://schemas.microsoft.com/office/drawing/2014/main" id="{477A1236-380F-4916-84EB-283AD45D4B45}"/>
              </a:ext>
            </a:extLst>
          </p:cNvPr>
          <p:cNvSpPr txBox="1"/>
          <p:nvPr/>
        </p:nvSpPr>
        <p:spPr>
          <a:xfrm>
            <a:off x="28330" y="5056691"/>
            <a:ext cx="376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</a:p>
        </p:txBody>
      </p:sp>
      <p:sp>
        <p:nvSpPr>
          <p:cNvPr id="760" name="Parallelogram 759">
            <a:extLst>
              <a:ext uri="{FF2B5EF4-FFF2-40B4-BE49-F238E27FC236}">
                <a16:creationId xmlns:a16="http://schemas.microsoft.com/office/drawing/2014/main" id="{406B9150-754B-45E7-9B3F-201389EDA8B9}"/>
              </a:ext>
            </a:extLst>
          </p:cNvPr>
          <p:cNvSpPr/>
          <p:nvPr/>
        </p:nvSpPr>
        <p:spPr>
          <a:xfrm flipH="1">
            <a:off x="1434139" y="6105512"/>
            <a:ext cx="812334" cy="197965"/>
          </a:xfrm>
          <a:prstGeom prst="parallelogram">
            <a:avLst>
              <a:gd name="adj" fmla="val 97172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1" name="Parallelogram 760">
            <a:extLst>
              <a:ext uri="{FF2B5EF4-FFF2-40B4-BE49-F238E27FC236}">
                <a16:creationId xmlns:a16="http://schemas.microsoft.com/office/drawing/2014/main" id="{9B6B81FA-AA8B-4406-8421-7F0CD8D464CE}"/>
              </a:ext>
            </a:extLst>
          </p:cNvPr>
          <p:cNvSpPr/>
          <p:nvPr/>
        </p:nvSpPr>
        <p:spPr>
          <a:xfrm flipH="1">
            <a:off x="1243604" y="5908907"/>
            <a:ext cx="812334" cy="197965"/>
          </a:xfrm>
          <a:prstGeom prst="parallelogram">
            <a:avLst>
              <a:gd name="adj" fmla="val 97172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2" name="Parallelogram 761">
            <a:extLst>
              <a:ext uri="{FF2B5EF4-FFF2-40B4-BE49-F238E27FC236}">
                <a16:creationId xmlns:a16="http://schemas.microsoft.com/office/drawing/2014/main" id="{B37CBE2E-883A-49EA-9C52-90410ADD9E79}"/>
              </a:ext>
            </a:extLst>
          </p:cNvPr>
          <p:cNvSpPr/>
          <p:nvPr/>
        </p:nvSpPr>
        <p:spPr>
          <a:xfrm flipH="1">
            <a:off x="1048459" y="5715916"/>
            <a:ext cx="812334" cy="197965"/>
          </a:xfrm>
          <a:prstGeom prst="parallelogram">
            <a:avLst>
              <a:gd name="adj" fmla="val 97172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3" name="Parallelogram 762">
            <a:extLst>
              <a:ext uri="{FF2B5EF4-FFF2-40B4-BE49-F238E27FC236}">
                <a16:creationId xmlns:a16="http://schemas.microsoft.com/office/drawing/2014/main" id="{D6A5A641-2BF3-444A-BC49-AD7E5493F7F6}"/>
              </a:ext>
            </a:extLst>
          </p:cNvPr>
          <p:cNvSpPr/>
          <p:nvPr/>
        </p:nvSpPr>
        <p:spPr>
          <a:xfrm flipH="1">
            <a:off x="856456" y="5521602"/>
            <a:ext cx="812334" cy="197965"/>
          </a:xfrm>
          <a:prstGeom prst="parallelogram">
            <a:avLst>
              <a:gd name="adj" fmla="val 97172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764" name="Group 763">
            <a:extLst>
              <a:ext uri="{FF2B5EF4-FFF2-40B4-BE49-F238E27FC236}">
                <a16:creationId xmlns:a16="http://schemas.microsoft.com/office/drawing/2014/main" id="{69AD446F-BD32-45A6-9036-E230183FE9C5}"/>
              </a:ext>
            </a:extLst>
          </p:cNvPr>
          <p:cNvGrpSpPr/>
          <p:nvPr/>
        </p:nvGrpSpPr>
        <p:grpSpPr>
          <a:xfrm>
            <a:off x="5361457" y="5354105"/>
            <a:ext cx="860002" cy="1686879"/>
            <a:chOff x="9207213" y="3550857"/>
            <a:chExt cx="860002" cy="1686879"/>
          </a:xfrm>
        </p:grpSpPr>
        <p:sp>
          <p:nvSpPr>
            <p:cNvPr id="765" name="Cube 764">
              <a:extLst>
                <a:ext uri="{FF2B5EF4-FFF2-40B4-BE49-F238E27FC236}">
                  <a16:creationId xmlns:a16="http://schemas.microsoft.com/office/drawing/2014/main" id="{F0881BDE-8A7E-4FD8-84C6-1694869E55B0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66" name="Straight Connector 765">
              <a:extLst>
                <a:ext uri="{FF2B5EF4-FFF2-40B4-BE49-F238E27FC236}">
                  <a16:creationId xmlns:a16="http://schemas.microsoft.com/office/drawing/2014/main" id="{6DE02A8A-B714-4CC6-82A5-DCC7257CBE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766">
              <a:extLst>
                <a:ext uri="{FF2B5EF4-FFF2-40B4-BE49-F238E27FC236}">
                  <a16:creationId xmlns:a16="http://schemas.microsoft.com/office/drawing/2014/main" id="{638930C6-2AEA-4FE0-9950-46CF3472D5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767">
              <a:extLst>
                <a:ext uri="{FF2B5EF4-FFF2-40B4-BE49-F238E27FC236}">
                  <a16:creationId xmlns:a16="http://schemas.microsoft.com/office/drawing/2014/main" id="{148CF32B-4343-432E-9794-EDF1FA6B64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9" name="Group 768">
            <a:extLst>
              <a:ext uri="{FF2B5EF4-FFF2-40B4-BE49-F238E27FC236}">
                <a16:creationId xmlns:a16="http://schemas.microsoft.com/office/drawing/2014/main" id="{A718BDF6-60B4-4AA8-8B3A-075DAD68917F}"/>
              </a:ext>
            </a:extLst>
          </p:cNvPr>
          <p:cNvGrpSpPr/>
          <p:nvPr/>
        </p:nvGrpSpPr>
        <p:grpSpPr>
          <a:xfrm>
            <a:off x="5559409" y="5549914"/>
            <a:ext cx="860002" cy="1686879"/>
            <a:chOff x="9207213" y="3550857"/>
            <a:chExt cx="860002" cy="1686879"/>
          </a:xfrm>
        </p:grpSpPr>
        <p:sp>
          <p:nvSpPr>
            <p:cNvPr id="770" name="Cube 769">
              <a:extLst>
                <a:ext uri="{FF2B5EF4-FFF2-40B4-BE49-F238E27FC236}">
                  <a16:creationId xmlns:a16="http://schemas.microsoft.com/office/drawing/2014/main" id="{1C58CEA1-194C-4B47-AA85-6CBC14096942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71" name="Straight Connector 770">
              <a:extLst>
                <a:ext uri="{FF2B5EF4-FFF2-40B4-BE49-F238E27FC236}">
                  <a16:creationId xmlns:a16="http://schemas.microsoft.com/office/drawing/2014/main" id="{7B58045F-D1FB-4A77-B81E-0C4C357967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771">
              <a:extLst>
                <a:ext uri="{FF2B5EF4-FFF2-40B4-BE49-F238E27FC236}">
                  <a16:creationId xmlns:a16="http://schemas.microsoft.com/office/drawing/2014/main" id="{6114914D-D98C-4B03-A3C0-177F99CCEA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772">
              <a:extLst>
                <a:ext uri="{FF2B5EF4-FFF2-40B4-BE49-F238E27FC236}">
                  <a16:creationId xmlns:a16="http://schemas.microsoft.com/office/drawing/2014/main" id="{212F8463-EADF-4A9B-BFF2-E51B18D19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4" name="Group 773">
            <a:extLst>
              <a:ext uri="{FF2B5EF4-FFF2-40B4-BE49-F238E27FC236}">
                <a16:creationId xmlns:a16="http://schemas.microsoft.com/office/drawing/2014/main" id="{480AB5DA-5583-4CE2-AFF2-2C3798444617}"/>
              </a:ext>
            </a:extLst>
          </p:cNvPr>
          <p:cNvGrpSpPr/>
          <p:nvPr/>
        </p:nvGrpSpPr>
        <p:grpSpPr>
          <a:xfrm>
            <a:off x="5759567" y="5748037"/>
            <a:ext cx="860002" cy="1686879"/>
            <a:chOff x="9207213" y="3550857"/>
            <a:chExt cx="860002" cy="1686879"/>
          </a:xfrm>
        </p:grpSpPr>
        <p:sp>
          <p:nvSpPr>
            <p:cNvPr id="775" name="Cube 774">
              <a:extLst>
                <a:ext uri="{FF2B5EF4-FFF2-40B4-BE49-F238E27FC236}">
                  <a16:creationId xmlns:a16="http://schemas.microsoft.com/office/drawing/2014/main" id="{FF8A4FD9-17C9-4208-90A5-3DB711BB9BA6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76" name="Straight Connector 775">
              <a:extLst>
                <a:ext uri="{FF2B5EF4-FFF2-40B4-BE49-F238E27FC236}">
                  <a16:creationId xmlns:a16="http://schemas.microsoft.com/office/drawing/2014/main" id="{5EA933DA-FDFF-4D6E-8BAA-B177858A2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776">
              <a:extLst>
                <a:ext uri="{FF2B5EF4-FFF2-40B4-BE49-F238E27FC236}">
                  <a16:creationId xmlns:a16="http://schemas.microsoft.com/office/drawing/2014/main" id="{789A1689-5C31-4595-AD6F-CF9C4743E4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777">
              <a:extLst>
                <a:ext uri="{FF2B5EF4-FFF2-40B4-BE49-F238E27FC236}">
                  <a16:creationId xmlns:a16="http://schemas.microsoft.com/office/drawing/2014/main" id="{CE547872-3653-48C8-8D6C-0CC213901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9" name="Group 778">
            <a:extLst>
              <a:ext uri="{FF2B5EF4-FFF2-40B4-BE49-F238E27FC236}">
                <a16:creationId xmlns:a16="http://schemas.microsoft.com/office/drawing/2014/main" id="{B3D4E0DA-4F56-4CDA-9C72-3F10D85A38A3}"/>
              </a:ext>
            </a:extLst>
          </p:cNvPr>
          <p:cNvGrpSpPr/>
          <p:nvPr/>
        </p:nvGrpSpPr>
        <p:grpSpPr>
          <a:xfrm>
            <a:off x="5961987" y="5946160"/>
            <a:ext cx="860002" cy="1686879"/>
            <a:chOff x="9207213" y="3550857"/>
            <a:chExt cx="860002" cy="1686879"/>
          </a:xfrm>
        </p:grpSpPr>
        <p:sp>
          <p:nvSpPr>
            <p:cNvPr id="780" name="Cube 779">
              <a:extLst>
                <a:ext uri="{FF2B5EF4-FFF2-40B4-BE49-F238E27FC236}">
                  <a16:creationId xmlns:a16="http://schemas.microsoft.com/office/drawing/2014/main" id="{C862BF73-9232-4A21-8259-AA46FE5205C4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81" name="Straight Connector 780">
              <a:extLst>
                <a:ext uri="{FF2B5EF4-FFF2-40B4-BE49-F238E27FC236}">
                  <a16:creationId xmlns:a16="http://schemas.microsoft.com/office/drawing/2014/main" id="{5FCE67B8-68F7-47D9-9B8F-1FB852BD79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781">
              <a:extLst>
                <a:ext uri="{FF2B5EF4-FFF2-40B4-BE49-F238E27FC236}">
                  <a16:creationId xmlns:a16="http://schemas.microsoft.com/office/drawing/2014/main" id="{6A4FF9FB-9835-4CF2-BB36-72C2FBC812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782">
              <a:extLst>
                <a:ext uri="{FF2B5EF4-FFF2-40B4-BE49-F238E27FC236}">
                  <a16:creationId xmlns:a16="http://schemas.microsoft.com/office/drawing/2014/main" id="{EFEDE6B3-080F-4079-A96C-127D261136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84" name="Table 8">
            <a:extLst>
              <a:ext uri="{FF2B5EF4-FFF2-40B4-BE49-F238E27FC236}">
                <a16:creationId xmlns:a16="http://schemas.microsoft.com/office/drawing/2014/main" id="{487E7C70-E7DA-467A-800A-0DA4BBBF6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656911"/>
              </p:ext>
            </p:extLst>
          </p:nvPr>
        </p:nvGraphicFramePr>
        <p:xfrm flipH="1">
          <a:off x="6170757" y="6144980"/>
          <a:ext cx="64008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</a:tbl>
          </a:graphicData>
        </a:graphic>
      </p:graphicFrame>
      <p:sp>
        <p:nvSpPr>
          <p:cNvPr id="785" name="Parallelogram 784">
            <a:extLst>
              <a:ext uri="{FF2B5EF4-FFF2-40B4-BE49-F238E27FC236}">
                <a16:creationId xmlns:a16="http://schemas.microsoft.com/office/drawing/2014/main" id="{ED305AE2-8E81-4782-9074-8B14C1B58122}"/>
              </a:ext>
            </a:extLst>
          </p:cNvPr>
          <p:cNvSpPr/>
          <p:nvPr/>
        </p:nvSpPr>
        <p:spPr>
          <a:xfrm flipH="1">
            <a:off x="5968749" y="5945208"/>
            <a:ext cx="842087" cy="197965"/>
          </a:xfrm>
          <a:prstGeom prst="parallelogram">
            <a:avLst>
              <a:gd name="adj" fmla="val 97172"/>
            </a:avLst>
          </a:prstGeom>
          <a:solidFill>
            <a:srgbClr val="9DC3E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6" name="Parallelogram 785">
            <a:extLst>
              <a:ext uri="{FF2B5EF4-FFF2-40B4-BE49-F238E27FC236}">
                <a16:creationId xmlns:a16="http://schemas.microsoft.com/office/drawing/2014/main" id="{D75E4670-9FF7-40BE-B341-36D192949290}"/>
              </a:ext>
            </a:extLst>
          </p:cNvPr>
          <p:cNvSpPr/>
          <p:nvPr/>
        </p:nvSpPr>
        <p:spPr>
          <a:xfrm rot="16200000">
            <a:off x="5782888" y="6132879"/>
            <a:ext cx="565938" cy="199666"/>
          </a:xfrm>
          <a:prstGeom prst="parallelogram">
            <a:avLst>
              <a:gd name="adj" fmla="val 100517"/>
            </a:avLst>
          </a:prstGeom>
          <a:solidFill>
            <a:srgbClr val="2E75B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7" name="Parallelogram 786">
            <a:extLst>
              <a:ext uri="{FF2B5EF4-FFF2-40B4-BE49-F238E27FC236}">
                <a16:creationId xmlns:a16="http://schemas.microsoft.com/office/drawing/2014/main" id="{4AD0A164-27C7-49B6-8425-17A366A9D1EE}"/>
              </a:ext>
            </a:extLst>
          </p:cNvPr>
          <p:cNvSpPr/>
          <p:nvPr/>
        </p:nvSpPr>
        <p:spPr>
          <a:xfrm rot="16200000">
            <a:off x="5580178" y="5938692"/>
            <a:ext cx="565938" cy="199941"/>
          </a:xfrm>
          <a:prstGeom prst="parallelogram">
            <a:avLst>
              <a:gd name="adj" fmla="val 10051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8" name="Parallelogram 787">
            <a:extLst>
              <a:ext uri="{FF2B5EF4-FFF2-40B4-BE49-F238E27FC236}">
                <a16:creationId xmlns:a16="http://schemas.microsoft.com/office/drawing/2014/main" id="{3822C4A6-5835-4329-8416-A35BBDFAFF2C}"/>
              </a:ext>
            </a:extLst>
          </p:cNvPr>
          <p:cNvSpPr/>
          <p:nvPr/>
        </p:nvSpPr>
        <p:spPr>
          <a:xfrm rot="16200000">
            <a:off x="5778213" y="6512300"/>
            <a:ext cx="565938" cy="202778"/>
          </a:xfrm>
          <a:prstGeom prst="parallelogram">
            <a:avLst>
              <a:gd name="adj" fmla="val 100517"/>
            </a:avLst>
          </a:prstGeom>
          <a:solidFill>
            <a:srgbClr val="7C7C7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9" name="Parallelogram 788">
            <a:extLst>
              <a:ext uri="{FF2B5EF4-FFF2-40B4-BE49-F238E27FC236}">
                <a16:creationId xmlns:a16="http://schemas.microsoft.com/office/drawing/2014/main" id="{83C77C56-DD93-469F-AD04-4889F9A6985F}"/>
              </a:ext>
            </a:extLst>
          </p:cNvPr>
          <p:cNvSpPr/>
          <p:nvPr/>
        </p:nvSpPr>
        <p:spPr>
          <a:xfrm rot="16200000">
            <a:off x="5582509" y="6309615"/>
            <a:ext cx="565938" cy="202777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90" name="Right Brace 789">
            <a:extLst>
              <a:ext uri="{FF2B5EF4-FFF2-40B4-BE49-F238E27FC236}">
                <a16:creationId xmlns:a16="http://schemas.microsoft.com/office/drawing/2014/main" id="{54EF4983-7661-4987-B115-DCB038AF5BB9}"/>
              </a:ext>
            </a:extLst>
          </p:cNvPr>
          <p:cNvSpPr/>
          <p:nvPr/>
        </p:nvSpPr>
        <p:spPr>
          <a:xfrm>
            <a:off x="6903386" y="5944645"/>
            <a:ext cx="72025" cy="564824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1" name="TextBox 790">
            <a:extLst>
              <a:ext uri="{FF2B5EF4-FFF2-40B4-BE49-F238E27FC236}">
                <a16:creationId xmlns:a16="http://schemas.microsoft.com/office/drawing/2014/main" id="{ECB6E12F-0E0A-4CE0-8A62-CD6C5B33CE00}"/>
              </a:ext>
            </a:extLst>
          </p:cNvPr>
          <p:cNvSpPr txBox="1"/>
          <p:nvPr/>
        </p:nvSpPr>
        <p:spPr>
          <a:xfrm>
            <a:off x="6972189" y="6106718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92" name="Right Brace 791">
            <a:extLst>
              <a:ext uri="{FF2B5EF4-FFF2-40B4-BE49-F238E27FC236}">
                <a16:creationId xmlns:a16="http://schemas.microsoft.com/office/drawing/2014/main" id="{38D0B12B-916D-419F-A66C-60687EDB54EE}"/>
              </a:ext>
            </a:extLst>
          </p:cNvPr>
          <p:cNvSpPr/>
          <p:nvPr/>
        </p:nvSpPr>
        <p:spPr>
          <a:xfrm>
            <a:off x="6903386" y="6521365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3" name="Right Brace 792">
            <a:extLst>
              <a:ext uri="{FF2B5EF4-FFF2-40B4-BE49-F238E27FC236}">
                <a16:creationId xmlns:a16="http://schemas.microsoft.com/office/drawing/2014/main" id="{9B893290-F7FE-404A-AF4F-EB39188B404D}"/>
              </a:ext>
            </a:extLst>
          </p:cNvPr>
          <p:cNvSpPr/>
          <p:nvPr/>
        </p:nvSpPr>
        <p:spPr>
          <a:xfrm>
            <a:off x="6903386" y="6891322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4" name="Right Brace 793">
            <a:extLst>
              <a:ext uri="{FF2B5EF4-FFF2-40B4-BE49-F238E27FC236}">
                <a16:creationId xmlns:a16="http://schemas.microsoft.com/office/drawing/2014/main" id="{C8BC0330-0566-46FE-B9BD-166C691A6D67}"/>
              </a:ext>
            </a:extLst>
          </p:cNvPr>
          <p:cNvSpPr/>
          <p:nvPr/>
        </p:nvSpPr>
        <p:spPr>
          <a:xfrm>
            <a:off x="6903386" y="7268250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5" name="TextBox 794">
            <a:extLst>
              <a:ext uri="{FF2B5EF4-FFF2-40B4-BE49-F238E27FC236}">
                <a16:creationId xmlns:a16="http://schemas.microsoft.com/office/drawing/2014/main" id="{B68D5741-B3C1-45E1-9FD3-DD529B275454}"/>
              </a:ext>
            </a:extLst>
          </p:cNvPr>
          <p:cNvSpPr txBox="1"/>
          <p:nvPr/>
        </p:nvSpPr>
        <p:spPr>
          <a:xfrm>
            <a:off x="6972189" y="6591200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96" name="TextBox 795">
            <a:extLst>
              <a:ext uri="{FF2B5EF4-FFF2-40B4-BE49-F238E27FC236}">
                <a16:creationId xmlns:a16="http://schemas.microsoft.com/office/drawing/2014/main" id="{57794796-81F0-4FE0-94B8-E81E86800D49}"/>
              </a:ext>
            </a:extLst>
          </p:cNvPr>
          <p:cNvSpPr txBox="1"/>
          <p:nvPr/>
        </p:nvSpPr>
        <p:spPr>
          <a:xfrm>
            <a:off x="6972189" y="6955240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97" name="TextBox 796">
            <a:extLst>
              <a:ext uri="{FF2B5EF4-FFF2-40B4-BE49-F238E27FC236}">
                <a16:creationId xmlns:a16="http://schemas.microsoft.com/office/drawing/2014/main" id="{ABB0991C-771D-4F6A-9A98-69B9F23FD61A}"/>
              </a:ext>
            </a:extLst>
          </p:cNvPr>
          <p:cNvSpPr txBox="1"/>
          <p:nvPr/>
        </p:nvSpPr>
        <p:spPr>
          <a:xfrm>
            <a:off x="6972189" y="7326519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98" name="Right Brace 797">
            <a:extLst>
              <a:ext uri="{FF2B5EF4-FFF2-40B4-BE49-F238E27FC236}">
                <a16:creationId xmlns:a16="http://schemas.microsoft.com/office/drawing/2014/main" id="{5DC6D2FE-44B8-4765-8EAF-FF34C0138EBC}"/>
              </a:ext>
            </a:extLst>
          </p:cNvPr>
          <p:cNvSpPr/>
          <p:nvPr/>
        </p:nvSpPr>
        <p:spPr>
          <a:xfrm>
            <a:off x="6691259" y="5748037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9" name="TextBox 798">
            <a:extLst>
              <a:ext uri="{FF2B5EF4-FFF2-40B4-BE49-F238E27FC236}">
                <a16:creationId xmlns:a16="http://schemas.microsoft.com/office/drawing/2014/main" id="{388A6CDE-AAC9-4FE8-BDDB-10497C5A4456}"/>
              </a:ext>
            </a:extLst>
          </p:cNvPr>
          <p:cNvSpPr txBox="1"/>
          <p:nvPr/>
        </p:nvSpPr>
        <p:spPr>
          <a:xfrm>
            <a:off x="6736978" y="5730549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00" name="Right Brace 799">
            <a:extLst>
              <a:ext uri="{FF2B5EF4-FFF2-40B4-BE49-F238E27FC236}">
                <a16:creationId xmlns:a16="http://schemas.microsoft.com/office/drawing/2014/main" id="{A91768AC-D916-43DC-8179-775F1A400E1F}"/>
              </a:ext>
            </a:extLst>
          </p:cNvPr>
          <p:cNvSpPr/>
          <p:nvPr/>
        </p:nvSpPr>
        <p:spPr>
          <a:xfrm>
            <a:off x="6491101" y="5538518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E2009BFF-943B-4C86-BA4D-27E6810C7D0F}"/>
              </a:ext>
            </a:extLst>
          </p:cNvPr>
          <p:cNvSpPr txBox="1"/>
          <p:nvPr/>
        </p:nvSpPr>
        <p:spPr>
          <a:xfrm>
            <a:off x="6536820" y="5521030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2" name="Right Brace 801">
            <a:extLst>
              <a:ext uri="{FF2B5EF4-FFF2-40B4-BE49-F238E27FC236}">
                <a16:creationId xmlns:a16="http://schemas.microsoft.com/office/drawing/2014/main" id="{9DE6293B-3089-4A50-8DDA-05656DED6882}"/>
              </a:ext>
            </a:extLst>
          </p:cNvPr>
          <p:cNvSpPr/>
          <p:nvPr/>
        </p:nvSpPr>
        <p:spPr>
          <a:xfrm>
            <a:off x="6298339" y="5343917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FC84251D-B453-479C-B864-BE53F75E0343}"/>
              </a:ext>
            </a:extLst>
          </p:cNvPr>
          <p:cNvSpPr txBox="1"/>
          <p:nvPr/>
        </p:nvSpPr>
        <p:spPr>
          <a:xfrm>
            <a:off x="6344058" y="5326429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804" name="Straight Connector 803">
            <a:extLst>
              <a:ext uri="{FF2B5EF4-FFF2-40B4-BE49-F238E27FC236}">
                <a16:creationId xmlns:a16="http://schemas.microsoft.com/office/drawing/2014/main" id="{68EC449C-0A54-4E14-96E8-5206FC6B968F}"/>
              </a:ext>
            </a:extLst>
          </p:cNvPr>
          <p:cNvCxnSpPr>
            <a:cxnSpLocks/>
          </p:cNvCxnSpPr>
          <p:nvPr/>
        </p:nvCxnSpPr>
        <p:spPr>
          <a:xfrm flipH="1" flipV="1">
            <a:off x="6026118" y="5347985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C983FC69-BD9D-410D-A8B2-A7A25172FAEC}"/>
              </a:ext>
            </a:extLst>
          </p:cNvPr>
          <p:cNvCxnSpPr>
            <a:cxnSpLocks/>
          </p:cNvCxnSpPr>
          <p:nvPr/>
        </p:nvCxnSpPr>
        <p:spPr>
          <a:xfrm flipH="1" flipV="1">
            <a:off x="5373245" y="5349969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Straight Connector 805">
            <a:extLst>
              <a:ext uri="{FF2B5EF4-FFF2-40B4-BE49-F238E27FC236}">
                <a16:creationId xmlns:a16="http://schemas.microsoft.com/office/drawing/2014/main" id="{7173262F-C977-4E03-A565-90859C846CDE}"/>
              </a:ext>
            </a:extLst>
          </p:cNvPr>
          <p:cNvCxnSpPr>
            <a:cxnSpLocks/>
          </p:cNvCxnSpPr>
          <p:nvPr/>
        </p:nvCxnSpPr>
        <p:spPr>
          <a:xfrm flipH="1" flipV="1">
            <a:off x="5363715" y="5710510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Connector 806">
            <a:extLst>
              <a:ext uri="{FF2B5EF4-FFF2-40B4-BE49-F238E27FC236}">
                <a16:creationId xmlns:a16="http://schemas.microsoft.com/office/drawing/2014/main" id="{D75D6A47-2EB2-4893-BEA4-2EE5A383367B}"/>
              </a:ext>
            </a:extLst>
          </p:cNvPr>
          <p:cNvCxnSpPr>
            <a:cxnSpLocks/>
          </p:cNvCxnSpPr>
          <p:nvPr/>
        </p:nvCxnSpPr>
        <p:spPr>
          <a:xfrm flipH="1" flipV="1">
            <a:off x="5360055" y="6079506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23452E21-1E68-443A-9076-6F741F9C7950}"/>
              </a:ext>
            </a:extLst>
          </p:cNvPr>
          <p:cNvCxnSpPr>
            <a:cxnSpLocks/>
          </p:cNvCxnSpPr>
          <p:nvPr/>
        </p:nvCxnSpPr>
        <p:spPr>
          <a:xfrm flipH="1" flipV="1">
            <a:off x="5366941" y="6454915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808">
            <a:extLst>
              <a:ext uri="{FF2B5EF4-FFF2-40B4-BE49-F238E27FC236}">
                <a16:creationId xmlns:a16="http://schemas.microsoft.com/office/drawing/2014/main" id="{CC8C1F94-F934-447F-8D6E-7DA51ABA603C}"/>
              </a:ext>
            </a:extLst>
          </p:cNvPr>
          <p:cNvCxnSpPr>
            <a:cxnSpLocks/>
          </p:cNvCxnSpPr>
          <p:nvPr/>
        </p:nvCxnSpPr>
        <p:spPr>
          <a:xfrm flipH="1" flipV="1">
            <a:off x="5366941" y="6834120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Connector 809">
            <a:extLst>
              <a:ext uri="{FF2B5EF4-FFF2-40B4-BE49-F238E27FC236}">
                <a16:creationId xmlns:a16="http://schemas.microsoft.com/office/drawing/2014/main" id="{C1D63ACB-2873-44D0-9D4D-EC6582C81DF7}"/>
              </a:ext>
            </a:extLst>
          </p:cNvPr>
          <p:cNvCxnSpPr>
            <a:cxnSpLocks/>
          </p:cNvCxnSpPr>
          <p:nvPr/>
        </p:nvCxnSpPr>
        <p:spPr>
          <a:xfrm flipV="1">
            <a:off x="6166612" y="6144980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76E1907F-626D-4B57-B223-5AE2A7693782}"/>
              </a:ext>
            </a:extLst>
          </p:cNvPr>
          <p:cNvCxnSpPr>
            <a:cxnSpLocks/>
          </p:cNvCxnSpPr>
          <p:nvPr/>
        </p:nvCxnSpPr>
        <p:spPr>
          <a:xfrm flipV="1">
            <a:off x="5360055" y="5353223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2" name="Straight Connector 811">
            <a:extLst>
              <a:ext uri="{FF2B5EF4-FFF2-40B4-BE49-F238E27FC236}">
                <a16:creationId xmlns:a16="http://schemas.microsoft.com/office/drawing/2014/main" id="{F487CD54-6AA0-437A-BFC2-E2DA7E74905A}"/>
              </a:ext>
            </a:extLst>
          </p:cNvPr>
          <p:cNvCxnSpPr>
            <a:cxnSpLocks/>
          </p:cNvCxnSpPr>
          <p:nvPr/>
        </p:nvCxnSpPr>
        <p:spPr>
          <a:xfrm>
            <a:off x="6165537" y="7626919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64A6F43B-D094-4D4B-80C6-C5DFC322CBEF}"/>
              </a:ext>
            </a:extLst>
          </p:cNvPr>
          <p:cNvCxnSpPr>
            <a:cxnSpLocks/>
          </p:cNvCxnSpPr>
          <p:nvPr/>
        </p:nvCxnSpPr>
        <p:spPr>
          <a:xfrm>
            <a:off x="6162571" y="7258656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813">
            <a:extLst>
              <a:ext uri="{FF2B5EF4-FFF2-40B4-BE49-F238E27FC236}">
                <a16:creationId xmlns:a16="http://schemas.microsoft.com/office/drawing/2014/main" id="{29F6747D-23EB-47D5-8633-A0EA2DDF2EB5}"/>
              </a:ext>
            </a:extLst>
          </p:cNvPr>
          <p:cNvCxnSpPr>
            <a:cxnSpLocks/>
          </p:cNvCxnSpPr>
          <p:nvPr/>
        </p:nvCxnSpPr>
        <p:spPr>
          <a:xfrm>
            <a:off x="6151414" y="6886660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Connector 814">
            <a:extLst>
              <a:ext uri="{FF2B5EF4-FFF2-40B4-BE49-F238E27FC236}">
                <a16:creationId xmlns:a16="http://schemas.microsoft.com/office/drawing/2014/main" id="{ED7FCBEB-91D8-4F5F-8110-BC6220707547}"/>
              </a:ext>
            </a:extLst>
          </p:cNvPr>
          <p:cNvCxnSpPr>
            <a:cxnSpLocks/>
          </p:cNvCxnSpPr>
          <p:nvPr/>
        </p:nvCxnSpPr>
        <p:spPr>
          <a:xfrm>
            <a:off x="6165537" y="6515681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6C9F8199-A700-4CFB-BB64-0B25616BE60E}"/>
              </a:ext>
            </a:extLst>
          </p:cNvPr>
          <p:cNvCxnSpPr>
            <a:cxnSpLocks/>
          </p:cNvCxnSpPr>
          <p:nvPr/>
        </p:nvCxnSpPr>
        <p:spPr>
          <a:xfrm>
            <a:off x="6162571" y="6144980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Straight Connector 816">
            <a:extLst>
              <a:ext uri="{FF2B5EF4-FFF2-40B4-BE49-F238E27FC236}">
                <a16:creationId xmlns:a16="http://schemas.microsoft.com/office/drawing/2014/main" id="{9B8C8C39-DC66-4685-BC0F-9FB74F712023}"/>
              </a:ext>
            </a:extLst>
          </p:cNvPr>
          <p:cNvCxnSpPr>
            <a:cxnSpLocks/>
          </p:cNvCxnSpPr>
          <p:nvPr/>
        </p:nvCxnSpPr>
        <p:spPr>
          <a:xfrm>
            <a:off x="5388146" y="5353223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8" name="TextBox 817">
            <a:extLst>
              <a:ext uri="{FF2B5EF4-FFF2-40B4-BE49-F238E27FC236}">
                <a16:creationId xmlns:a16="http://schemas.microsoft.com/office/drawing/2014/main" id="{98A835D1-1A07-4D2D-8780-90156EACC1EE}"/>
              </a:ext>
            </a:extLst>
          </p:cNvPr>
          <p:cNvSpPr txBox="1"/>
          <p:nvPr/>
        </p:nvSpPr>
        <p:spPr>
          <a:xfrm>
            <a:off x="5338161" y="4469799"/>
            <a:ext cx="2465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映射到一个线程束一次读取或存储的数据子块</a:t>
            </a:r>
            <a:b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2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Burst2/Burst4</a:t>
            </a: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19" name="Parallelogram 818">
            <a:extLst>
              <a:ext uri="{FF2B5EF4-FFF2-40B4-BE49-F238E27FC236}">
                <a16:creationId xmlns:a16="http://schemas.microsoft.com/office/drawing/2014/main" id="{B4CFCAF2-867D-4FAA-87E0-941B2E3AB2A8}"/>
              </a:ext>
            </a:extLst>
          </p:cNvPr>
          <p:cNvSpPr/>
          <p:nvPr/>
        </p:nvSpPr>
        <p:spPr>
          <a:xfrm flipH="1">
            <a:off x="5771834" y="5748918"/>
            <a:ext cx="842087" cy="197965"/>
          </a:xfrm>
          <a:prstGeom prst="parallelogram">
            <a:avLst>
              <a:gd name="adj" fmla="val 97172"/>
            </a:avLst>
          </a:prstGeom>
          <a:solidFill>
            <a:srgbClr val="9DC3E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20" name="Table 819">
            <a:extLst>
              <a:ext uri="{FF2B5EF4-FFF2-40B4-BE49-F238E27FC236}">
                <a16:creationId xmlns:a16="http://schemas.microsoft.com/office/drawing/2014/main" id="{2589DA6A-ABCD-4D9F-8424-AFCE00D66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381978"/>
              </p:ext>
            </p:extLst>
          </p:nvPr>
        </p:nvGraphicFramePr>
        <p:xfrm>
          <a:off x="4257405" y="1255186"/>
          <a:ext cx="4572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821" name="TextBox 820">
            <a:extLst>
              <a:ext uri="{FF2B5EF4-FFF2-40B4-BE49-F238E27FC236}">
                <a16:creationId xmlns:a16="http://schemas.microsoft.com/office/drawing/2014/main" id="{EC9DF7E9-20ED-474E-82C5-568B1F8B4097}"/>
              </a:ext>
            </a:extLst>
          </p:cNvPr>
          <p:cNvSpPr txBox="1"/>
          <p:nvPr/>
        </p:nvSpPr>
        <p:spPr>
          <a:xfrm>
            <a:off x="4179409" y="978187"/>
            <a:ext cx="1133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Burst1 </a:t>
            </a:r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22" name="Table 821">
            <a:extLst>
              <a:ext uri="{FF2B5EF4-FFF2-40B4-BE49-F238E27FC236}">
                <a16:creationId xmlns:a16="http://schemas.microsoft.com/office/drawing/2014/main" id="{7F42F3F9-72A3-44AD-9F36-BCDAE392F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226005"/>
              </p:ext>
            </p:extLst>
          </p:nvPr>
        </p:nvGraphicFramePr>
        <p:xfrm>
          <a:off x="4257405" y="6132658"/>
          <a:ext cx="9144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823" name="TextBox 822">
            <a:extLst>
              <a:ext uri="{FF2B5EF4-FFF2-40B4-BE49-F238E27FC236}">
                <a16:creationId xmlns:a16="http://schemas.microsoft.com/office/drawing/2014/main" id="{9A43B7DA-9FB2-49DB-8D4B-BCF7C12B0F08}"/>
              </a:ext>
            </a:extLst>
          </p:cNvPr>
          <p:cNvSpPr txBox="1"/>
          <p:nvPr/>
        </p:nvSpPr>
        <p:spPr>
          <a:xfrm>
            <a:off x="4179409" y="5855659"/>
            <a:ext cx="1186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Burst4 </a:t>
            </a:r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24" name="Table 823">
            <a:extLst>
              <a:ext uri="{FF2B5EF4-FFF2-40B4-BE49-F238E27FC236}">
                <a16:creationId xmlns:a16="http://schemas.microsoft.com/office/drawing/2014/main" id="{3C898454-8652-4C43-96A0-FD32BE9FF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73092"/>
              </p:ext>
            </p:extLst>
          </p:nvPr>
        </p:nvGraphicFramePr>
        <p:xfrm>
          <a:off x="4257405" y="5577617"/>
          <a:ext cx="4572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825" name="TextBox 824">
            <a:extLst>
              <a:ext uri="{FF2B5EF4-FFF2-40B4-BE49-F238E27FC236}">
                <a16:creationId xmlns:a16="http://schemas.microsoft.com/office/drawing/2014/main" id="{5F4F88C5-E5AD-47A3-883E-FE69F22633A5}"/>
              </a:ext>
            </a:extLst>
          </p:cNvPr>
          <p:cNvSpPr txBox="1"/>
          <p:nvPr/>
        </p:nvSpPr>
        <p:spPr>
          <a:xfrm>
            <a:off x="4179409" y="5300618"/>
            <a:ext cx="1111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urst</a:t>
            </a: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26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214</Words>
  <Application>Microsoft Office PowerPoint</Application>
  <PresentationFormat>自定义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11</cp:revision>
  <dcterms:created xsi:type="dcterms:W3CDTF">2022-04-14T04:07:14Z</dcterms:created>
  <dcterms:modified xsi:type="dcterms:W3CDTF">2023-04-10T08:57:02Z</dcterms:modified>
</cp:coreProperties>
</file>