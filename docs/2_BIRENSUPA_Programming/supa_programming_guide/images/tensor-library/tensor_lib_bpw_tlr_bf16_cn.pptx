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5029200" cy="3292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84" autoAdjust="0"/>
    <p:restoredTop sz="94660"/>
  </p:normalViewPr>
  <p:slideViewPr>
    <p:cSldViewPr snapToGrid="0">
      <p:cViewPr>
        <p:scale>
          <a:sx n="300" d="100"/>
          <a:sy n="300" d="100"/>
        </p:scale>
        <p:origin x="201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190" y="538838"/>
            <a:ext cx="4274820" cy="1146269"/>
          </a:xfrm>
        </p:spPr>
        <p:txBody>
          <a:bodyPr anchor="b"/>
          <a:lstStyle>
            <a:lvl1pPr algn="ctr">
              <a:defRPr sz="288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729312"/>
            <a:ext cx="3771900" cy="794919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502" indent="0" algn="ctr">
              <a:buNone/>
              <a:defRPr sz="960"/>
            </a:lvl2pPr>
            <a:lvl3pPr marL="439003" indent="0" algn="ctr">
              <a:buNone/>
              <a:defRPr sz="864"/>
            </a:lvl3pPr>
            <a:lvl4pPr marL="658505" indent="0" algn="ctr">
              <a:buNone/>
              <a:defRPr sz="768"/>
            </a:lvl4pPr>
            <a:lvl5pPr marL="878007" indent="0" algn="ctr">
              <a:buNone/>
              <a:defRPr sz="768"/>
            </a:lvl5pPr>
            <a:lvl6pPr marL="1097509" indent="0" algn="ctr">
              <a:buNone/>
              <a:defRPr sz="768"/>
            </a:lvl6pPr>
            <a:lvl7pPr marL="1317010" indent="0" algn="ctr">
              <a:buNone/>
              <a:defRPr sz="768"/>
            </a:lvl7pPr>
            <a:lvl8pPr marL="1536512" indent="0" algn="ctr">
              <a:buNone/>
              <a:defRPr sz="768"/>
            </a:lvl8pPr>
            <a:lvl9pPr marL="1756014" indent="0" algn="ctr">
              <a:buNone/>
              <a:defRPr sz="76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5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3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820833"/>
            <a:ext cx="4337685" cy="1369578"/>
          </a:xfrm>
        </p:spPr>
        <p:txBody>
          <a:bodyPr anchor="b"/>
          <a:lstStyle>
            <a:lvl1pPr>
              <a:defRPr sz="288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2203368"/>
            <a:ext cx="4337685" cy="720229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/>
                </a:solidFill>
              </a:defRPr>
            </a:lvl1pPr>
            <a:lvl2pPr marL="219502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2pPr>
            <a:lvl3pPr marL="439003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3pPr>
            <a:lvl4pPr marL="658505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4pPr>
            <a:lvl5pPr marL="878007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5pPr>
            <a:lvl6pPr marL="1097509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6pPr>
            <a:lvl7pPr marL="1317010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7pPr>
            <a:lvl8pPr marL="153651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8pPr>
            <a:lvl9pPr marL="1756014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4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876469"/>
            <a:ext cx="2137410" cy="20890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876469"/>
            <a:ext cx="2137410" cy="20890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7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75295"/>
            <a:ext cx="4337685" cy="63639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807114"/>
            <a:ext cx="2127587" cy="395554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502" indent="0">
              <a:buNone/>
              <a:defRPr sz="960" b="1"/>
            </a:lvl2pPr>
            <a:lvl3pPr marL="439003" indent="0">
              <a:buNone/>
              <a:defRPr sz="864" b="1"/>
            </a:lvl3pPr>
            <a:lvl4pPr marL="658505" indent="0">
              <a:buNone/>
              <a:defRPr sz="768" b="1"/>
            </a:lvl4pPr>
            <a:lvl5pPr marL="878007" indent="0">
              <a:buNone/>
              <a:defRPr sz="768" b="1"/>
            </a:lvl5pPr>
            <a:lvl6pPr marL="1097509" indent="0">
              <a:buNone/>
              <a:defRPr sz="768" b="1"/>
            </a:lvl6pPr>
            <a:lvl7pPr marL="1317010" indent="0">
              <a:buNone/>
              <a:defRPr sz="768" b="1"/>
            </a:lvl7pPr>
            <a:lvl8pPr marL="1536512" indent="0">
              <a:buNone/>
              <a:defRPr sz="768" b="1"/>
            </a:lvl8pPr>
            <a:lvl9pPr marL="1756014" indent="0">
              <a:buNone/>
              <a:defRPr sz="76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1202668"/>
            <a:ext cx="2127587" cy="17689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807114"/>
            <a:ext cx="2138065" cy="395554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502" indent="0">
              <a:buNone/>
              <a:defRPr sz="960" b="1"/>
            </a:lvl2pPr>
            <a:lvl3pPr marL="439003" indent="0">
              <a:buNone/>
              <a:defRPr sz="864" b="1"/>
            </a:lvl3pPr>
            <a:lvl4pPr marL="658505" indent="0">
              <a:buNone/>
              <a:defRPr sz="768" b="1"/>
            </a:lvl4pPr>
            <a:lvl5pPr marL="878007" indent="0">
              <a:buNone/>
              <a:defRPr sz="768" b="1"/>
            </a:lvl5pPr>
            <a:lvl6pPr marL="1097509" indent="0">
              <a:buNone/>
              <a:defRPr sz="768" b="1"/>
            </a:lvl6pPr>
            <a:lvl7pPr marL="1317010" indent="0">
              <a:buNone/>
              <a:defRPr sz="768" b="1"/>
            </a:lvl7pPr>
            <a:lvl8pPr marL="1536512" indent="0">
              <a:buNone/>
              <a:defRPr sz="768" b="1"/>
            </a:lvl8pPr>
            <a:lvl9pPr marL="1756014" indent="0">
              <a:buNone/>
              <a:defRPr sz="76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1202668"/>
            <a:ext cx="2138065" cy="17689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57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3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95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19498"/>
            <a:ext cx="1622048" cy="76824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474056"/>
            <a:ext cx="2546033" cy="2339791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987743"/>
            <a:ext cx="1622048" cy="1829915"/>
          </a:xfrm>
        </p:spPr>
        <p:txBody>
          <a:bodyPr/>
          <a:lstStyle>
            <a:lvl1pPr marL="0" indent="0">
              <a:buNone/>
              <a:defRPr sz="768"/>
            </a:lvl1pPr>
            <a:lvl2pPr marL="219502" indent="0">
              <a:buNone/>
              <a:defRPr sz="672"/>
            </a:lvl2pPr>
            <a:lvl3pPr marL="439003" indent="0">
              <a:buNone/>
              <a:defRPr sz="576"/>
            </a:lvl3pPr>
            <a:lvl4pPr marL="658505" indent="0">
              <a:buNone/>
              <a:defRPr sz="480"/>
            </a:lvl4pPr>
            <a:lvl5pPr marL="878007" indent="0">
              <a:buNone/>
              <a:defRPr sz="480"/>
            </a:lvl5pPr>
            <a:lvl6pPr marL="1097509" indent="0">
              <a:buNone/>
              <a:defRPr sz="480"/>
            </a:lvl6pPr>
            <a:lvl7pPr marL="1317010" indent="0">
              <a:buNone/>
              <a:defRPr sz="480"/>
            </a:lvl7pPr>
            <a:lvl8pPr marL="1536512" indent="0">
              <a:buNone/>
              <a:defRPr sz="480"/>
            </a:lvl8pPr>
            <a:lvl9pPr marL="1756014" indent="0">
              <a:buNone/>
              <a:defRPr sz="4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9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19498"/>
            <a:ext cx="1622048" cy="76824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474056"/>
            <a:ext cx="2546033" cy="2339791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502" indent="0">
              <a:buNone/>
              <a:defRPr sz="1344"/>
            </a:lvl2pPr>
            <a:lvl3pPr marL="439003" indent="0">
              <a:buNone/>
              <a:defRPr sz="1152"/>
            </a:lvl3pPr>
            <a:lvl4pPr marL="658505" indent="0">
              <a:buNone/>
              <a:defRPr sz="960"/>
            </a:lvl4pPr>
            <a:lvl5pPr marL="878007" indent="0">
              <a:buNone/>
              <a:defRPr sz="960"/>
            </a:lvl5pPr>
            <a:lvl6pPr marL="1097509" indent="0">
              <a:buNone/>
              <a:defRPr sz="960"/>
            </a:lvl6pPr>
            <a:lvl7pPr marL="1317010" indent="0">
              <a:buNone/>
              <a:defRPr sz="960"/>
            </a:lvl7pPr>
            <a:lvl8pPr marL="1536512" indent="0">
              <a:buNone/>
              <a:defRPr sz="960"/>
            </a:lvl8pPr>
            <a:lvl9pPr marL="1756014" indent="0">
              <a:buNone/>
              <a:defRPr sz="96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987743"/>
            <a:ext cx="1622048" cy="1829915"/>
          </a:xfrm>
        </p:spPr>
        <p:txBody>
          <a:bodyPr/>
          <a:lstStyle>
            <a:lvl1pPr marL="0" indent="0">
              <a:buNone/>
              <a:defRPr sz="768"/>
            </a:lvl1pPr>
            <a:lvl2pPr marL="219502" indent="0">
              <a:buNone/>
              <a:defRPr sz="672"/>
            </a:lvl2pPr>
            <a:lvl3pPr marL="439003" indent="0">
              <a:buNone/>
              <a:defRPr sz="576"/>
            </a:lvl3pPr>
            <a:lvl4pPr marL="658505" indent="0">
              <a:buNone/>
              <a:defRPr sz="480"/>
            </a:lvl4pPr>
            <a:lvl5pPr marL="878007" indent="0">
              <a:buNone/>
              <a:defRPr sz="480"/>
            </a:lvl5pPr>
            <a:lvl6pPr marL="1097509" indent="0">
              <a:buNone/>
              <a:defRPr sz="480"/>
            </a:lvl6pPr>
            <a:lvl7pPr marL="1317010" indent="0">
              <a:buNone/>
              <a:defRPr sz="480"/>
            </a:lvl7pPr>
            <a:lvl8pPr marL="1536512" indent="0">
              <a:buNone/>
              <a:defRPr sz="480"/>
            </a:lvl8pPr>
            <a:lvl9pPr marL="1756014" indent="0">
              <a:buNone/>
              <a:defRPr sz="4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87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4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2" y="175294"/>
            <a:ext cx="1084421" cy="279022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8" y="175294"/>
            <a:ext cx="3190399" cy="27902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3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75295"/>
            <a:ext cx="4337685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876469"/>
            <a:ext cx="4337685" cy="208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3051637"/>
            <a:ext cx="1131570" cy="17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E5199-20DA-4F47-A9DC-2590F2984856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3051637"/>
            <a:ext cx="1697355" cy="17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3051637"/>
            <a:ext cx="1131570" cy="17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439003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51" indent="-109751" algn="l" defTabSz="439003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253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754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8256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758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7259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761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6263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5765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502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9003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505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8007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509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7010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6512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6014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207">
            <a:extLst>
              <a:ext uri="{FF2B5EF4-FFF2-40B4-BE49-F238E27FC236}">
                <a16:creationId xmlns:a16="http://schemas.microsoft.com/office/drawing/2014/main" id="{20635E99-B9C3-3712-2A6E-92034FE73C09}"/>
              </a:ext>
            </a:extLst>
          </p:cNvPr>
          <p:cNvSpPr/>
          <p:nvPr/>
        </p:nvSpPr>
        <p:spPr>
          <a:xfrm>
            <a:off x="2458950" y="846900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98" name="Rectangle 208">
            <a:extLst>
              <a:ext uri="{FF2B5EF4-FFF2-40B4-BE49-F238E27FC236}">
                <a16:creationId xmlns:a16="http://schemas.microsoft.com/office/drawing/2014/main" id="{6B014828-6D32-DE78-00FD-59F4F42517AB}"/>
              </a:ext>
            </a:extLst>
          </p:cNvPr>
          <p:cNvSpPr/>
          <p:nvPr/>
        </p:nvSpPr>
        <p:spPr>
          <a:xfrm>
            <a:off x="3591771" y="846900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99" name="Rectangle 209">
            <a:extLst>
              <a:ext uri="{FF2B5EF4-FFF2-40B4-BE49-F238E27FC236}">
                <a16:creationId xmlns:a16="http://schemas.microsoft.com/office/drawing/2014/main" id="{F8D64395-AEE2-2C4B-B71D-14F2463395C2}"/>
              </a:ext>
            </a:extLst>
          </p:cNvPr>
          <p:cNvSpPr/>
          <p:nvPr/>
        </p:nvSpPr>
        <p:spPr>
          <a:xfrm>
            <a:off x="2458950" y="1959672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100" name="Rectangle 210">
            <a:extLst>
              <a:ext uri="{FF2B5EF4-FFF2-40B4-BE49-F238E27FC236}">
                <a16:creationId xmlns:a16="http://schemas.microsoft.com/office/drawing/2014/main" id="{13A08FC0-6745-9B38-D311-66C4A8C04F78}"/>
              </a:ext>
            </a:extLst>
          </p:cNvPr>
          <p:cNvSpPr/>
          <p:nvPr/>
        </p:nvSpPr>
        <p:spPr>
          <a:xfrm>
            <a:off x="3591771" y="1959672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101" name="Rectangle 215">
            <a:extLst>
              <a:ext uri="{FF2B5EF4-FFF2-40B4-BE49-F238E27FC236}">
                <a16:creationId xmlns:a16="http://schemas.microsoft.com/office/drawing/2014/main" id="{8818D762-09CA-96DE-55E9-0B20DD3F330F}"/>
              </a:ext>
            </a:extLst>
          </p:cNvPr>
          <p:cNvSpPr/>
          <p:nvPr/>
        </p:nvSpPr>
        <p:spPr>
          <a:xfrm>
            <a:off x="2458949" y="848153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d4, d5: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02" name="Rectangle 216">
            <a:extLst>
              <a:ext uri="{FF2B5EF4-FFF2-40B4-BE49-F238E27FC236}">
                <a16:creationId xmlns:a16="http://schemas.microsoft.com/office/drawing/2014/main" id="{3D46B0FC-48A9-1237-DF3C-9F1DCBE021BC}"/>
              </a:ext>
            </a:extLst>
          </p:cNvPr>
          <p:cNvSpPr/>
          <p:nvPr/>
        </p:nvSpPr>
        <p:spPr>
          <a:xfrm>
            <a:off x="2454805" y="1958329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d12, d13: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03" name="Rectangle 217">
            <a:extLst>
              <a:ext uri="{FF2B5EF4-FFF2-40B4-BE49-F238E27FC236}">
                <a16:creationId xmlns:a16="http://schemas.microsoft.com/office/drawing/2014/main" id="{BEDAB91C-71FE-DF14-0DA4-E881E9CD91C9}"/>
              </a:ext>
            </a:extLst>
          </p:cNvPr>
          <p:cNvSpPr/>
          <p:nvPr/>
        </p:nvSpPr>
        <p:spPr>
          <a:xfrm>
            <a:off x="3587626" y="848934"/>
            <a:ext cx="1132821" cy="12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d6, d7: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04" name="Rectangle 218">
            <a:extLst>
              <a:ext uri="{FF2B5EF4-FFF2-40B4-BE49-F238E27FC236}">
                <a16:creationId xmlns:a16="http://schemas.microsoft.com/office/drawing/2014/main" id="{38B26615-D7BC-BA35-0676-01F6EFC2C90E}"/>
              </a:ext>
            </a:extLst>
          </p:cNvPr>
          <p:cNvSpPr/>
          <p:nvPr/>
        </p:nvSpPr>
        <p:spPr>
          <a:xfrm>
            <a:off x="3583482" y="1959110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d14, d15: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05" name="TextBox 224">
            <a:extLst>
              <a:ext uri="{FF2B5EF4-FFF2-40B4-BE49-F238E27FC236}">
                <a16:creationId xmlns:a16="http://schemas.microsoft.com/office/drawing/2014/main" id="{11D71069-615D-FB7F-7CD2-58941AEBADB0}"/>
              </a:ext>
            </a:extLst>
          </p:cNvPr>
          <p:cNvSpPr txBox="1"/>
          <p:nvPr/>
        </p:nvSpPr>
        <p:spPr>
          <a:xfrm>
            <a:off x="1636034" y="309423"/>
            <a:ext cx="1500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ConvWeight</a:t>
            </a:r>
            <a:r>
              <a:rPr lang="zh-CN" altLang="en-US" sz="1400" b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张量</a:t>
            </a:r>
            <a:endParaRPr 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6" name="Rectangle 225">
            <a:extLst>
              <a:ext uri="{FF2B5EF4-FFF2-40B4-BE49-F238E27FC236}">
                <a16:creationId xmlns:a16="http://schemas.microsoft.com/office/drawing/2014/main" id="{5A0E3A8D-E6CD-7AF7-8F2B-6FA8C1E3D2C6}"/>
              </a:ext>
            </a:extLst>
          </p:cNvPr>
          <p:cNvSpPr/>
          <p:nvPr/>
        </p:nvSpPr>
        <p:spPr>
          <a:xfrm>
            <a:off x="197449" y="847307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107" name="Rectangle 226">
            <a:extLst>
              <a:ext uri="{FF2B5EF4-FFF2-40B4-BE49-F238E27FC236}">
                <a16:creationId xmlns:a16="http://schemas.microsoft.com/office/drawing/2014/main" id="{7241CDD0-DA63-FB39-8E21-AFECDA427191}"/>
              </a:ext>
            </a:extLst>
          </p:cNvPr>
          <p:cNvSpPr/>
          <p:nvPr/>
        </p:nvSpPr>
        <p:spPr>
          <a:xfrm>
            <a:off x="1330270" y="847307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108" name="Rectangle 227">
            <a:extLst>
              <a:ext uri="{FF2B5EF4-FFF2-40B4-BE49-F238E27FC236}">
                <a16:creationId xmlns:a16="http://schemas.microsoft.com/office/drawing/2014/main" id="{BA12FAAB-3A4A-3247-4DBA-D6C04C8CA650}"/>
              </a:ext>
            </a:extLst>
          </p:cNvPr>
          <p:cNvSpPr/>
          <p:nvPr/>
        </p:nvSpPr>
        <p:spPr>
          <a:xfrm>
            <a:off x="197449" y="1960079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109" name="Rectangle 228">
            <a:extLst>
              <a:ext uri="{FF2B5EF4-FFF2-40B4-BE49-F238E27FC236}">
                <a16:creationId xmlns:a16="http://schemas.microsoft.com/office/drawing/2014/main" id="{62ECD9A4-DE8B-952A-E970-2B3857540ADA}"/>
              </a:ext>
            </a:extLst>
          </p:cNvPr>
          <p:cNvSpPr/>
          <p:nvPr/>
        </p:nvSpPr>
        <p:spPr>
          <a:xfrm>
            <a:off x="1330270" y="1960079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110" name="Rectangle 229">
            <a:extLst>
              <a:ext uri="{FF2B5EF4-FFF2-40B4-BE49-F238E27FC236}">
                <a16:creationId xmlns:a16="http://schemas.microsoft.com/office/drawing/2014/main" id="{9F5F0CFF-DD34-D8E2-1E58-4C9D1FD9ADAC}"/>
              </a:ext>
            </a:extLst>
          </p:cNvPr>
          <p:cNvSpPr/>
          <p:nvPr/>
        </p:nvSpPr>
        <p:spPr>
          <a:xfrm>
            <a:off x="197448" y="848560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d0, d1: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11" name="Rectangle 230">
            <a:extLst>
              <a:ext uri="{FF2B5EF4-FFF2-40B4-BE49-F238E27FC236}">
                <a16:creationId xmlns:a16="http://schemas.microsoft.com/office/drawing/2014/main" id="{F2D4DC1B-7070-D5E1-7B3E-89709CC70A56}"/>
              </a:ext>
            </a:extLst>
          </p:cNvPr>
          <p:cNvSpPr/>
          <p:nvPr/>
        </p:nvSpPr>
        <p:spPr>
          <a:xfrm>
            <a:off x="193304" y="1958736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d8, d9: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12" name="Rectangle 231">
            <a:extLst>
              <a:ext uri="{FF2B5EF4-FFF2-40B4-BE49-F238E27FC236}">
                <a16:creationId xmlns:a16="http://schemas.microsoft.com/office/drawing/2014/main" id="{1C87DC42-2CC9-E5EF-5AED-724E888FB4FF}"/>
              </a:ext>
            </a:extLst>
          </p:cNvPr>
          <p:cNvSpPr/>
          <p:nvPr/>
        </p:nvSpPr>
        <p:spPr>
          <a:xfrm>
            <a:off x="1326125" y="849341"/>
            <a:ext cx="1132821" cy="12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d2, d3: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13" name="Rectangle 232">
            <a:extLst>
              <a:ext uri="{FF2B5EF4-FFF2-40B4-BE49-F238E27FC236}">
                <a16:creationId xmlns:a16="http://schemas.microsoft.com/office/drawing/2014/main" id="{99FC764B-4F93-DB96-564B-B941B95B8083}"/>
              </a:ext>
            </a:extLst>
          </p:cNvPr>
          <p:cNvSpPr/>
          <p:nvPr/>
        </p:nvSpPr>
        <p:spPr>
          <a:xfrm>
            <a:off x="1321981" y="1959517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d10, d11: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14" name="TextBox 224">
            <a:extLst>
              <a:ext uri="{FF2B5EF4-FFF2-40B4-BE49-F238E27FC236}">
                <a16:creationId xmlns:a16="http://schemas.microsoft.com/office/drawing/2014/main" id="{31608112-CC15-8BB4-C196-0F9CD248DF43}"/>
              </a:ext>
            </a:extLst>
          </p:cNvPr>
          <p:cNvSpPr txBox="1"/>
          <p:nvPr/>
        </p:nvSpPr>
        <p:spPr>
          <a:xfrm>
            <a:off x="160534" y="0"/>
            <a:ext cx="2222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Arial "/>
                <a:ea typeface="Microsoft YaHei" panose="020B0503020204020204" pitchFamily="34" charset="-122"/>
              </a:rPr>
              <a:t>__bf164_pair </a:t>
            </a:r>
            <a:r>
              <a:rPr lang="en-US" sz="14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pair1</a:t>
            </a:r>
            <a:r>
              <a:rPr lang="en-US" sz="1400" dirty="0">
                <a:latin typeface="Arial "/>
                <a:ea typeface="Microsoft YaHei" panose="020B0503020204020204" pitchFamily="34" charset="-122"/>
              </a:rPr>
              <a:t>, </a:t>
            </a:r>
            <a:r>
              <a:rPr lang="en-US" sz="14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pair2</a:t>
            </a:r>
            <a:r>
              <a:rPr lang="en-US" sz="1400" dirty="0">
                <a:latin typeface="Arial "/>
                <a:ea typeface="Microsoft YaHei" panose="020B0503020204020204" pitchFamily="34" charset="-122"/>
              </a:rPr>
              <a:t>;</a:t>
            </a: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1A1E29AF-279A-34FB-3711-A6A00FDCE3AE}"/>
              </a:ext>
            </a:extLst>
          </p:cNvPr>
          <p:cNvSpPr/>
          <p:nvPr/>
        </p:nvSpPr>
        <p:spPr>
          <a:xfrm>
            <a:off x="132673" y="625053"/>
            <a:ext cx="2395192" cy="512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224">
            <a:extLst>
              <a:ext uri="{FF2B5EF4-FFF2-40B4-BE49-F238E27FC236}">
                <a16:creationId xmlns:a16="http://schemas.microsoft.com/office/drawing/2014/main" id="{9BD9BD6C-B685-E70F-BD99-C6E1C85E74F6}"/>
              </a:ext>
            </a:extLst>
          </p:cNvPr>
          <p:cNvSpPr txBox="1"/>
          <p:nvPr/>
        </p:nvSpPr>
        <p:spPr>
          <a:xfrm>
            <a:off x="953931" y="604428"/>
            <a:ext cx="7360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pair1.first()</a:t>
            </a: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14512EA8-E6E8-1CC9-FC14-7BD32B5FEC13}"/>
              </a:ext>
            </a:extLst>
          </p:cNvPr>
          <p:cNvSpPr/>
          <p:nvPr/>
        </p:nvSpPr>
        <p:spPr>
          <a:xfrm>
            <a:off x="132673" y="1793052"/>
            <a:ext cx="2395192" cy="512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224">
            <a:extLst>
              <a:ext uri="{FF2B5EF4-FFF2-40B4-BE49-F238E27FC236}">
                <a16:creationId xmlns:a16="http://schemas.microsoft.com/office/drawing/2014/main" id="{1B55D11E-7479-8377-B055-37C997F96FA7}"/>
              </a:ext>
            </a:extLst>
          </p:cNvPr>
          <p:cNvSpPr txBox="1"/>
          <p:nvPr/>
        </p:nvSpPr>
        <p:spPr>
          <a:xfrm>
            <a:off x="866322" y="1770609"/>
            <a:ext cx="9220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pair1.second()</a:t>
            </a:r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6E4CA850-A484-8B50-74F0-8FCB915D66E4}"/>
              </a:ext>
            </a:extLst>
          </p:cNvPr>
          <p:cNvSpPr/>
          <p:nvPr/>
        </p:nvSpPr>
        <p:spPr>
          <a:xfrm>
            <a:off x="2398316" y="1793052"/>
            <a:ext cx="2395192" cy="51298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120" name="TextBox 224">
            <a:extLst>
              <a:ext uri="{FF2B5EF4-FFF2-40B4-BE49-F238E27FC236}">
                <a16:creationId xmlns:a16="http://schemas.microsoft.com/office/drawing/2014/main" id="{EDA6B145-08BE-9712-29CF-AC8E883E772F}"/>
              </a:ext>
            </a:extLst>
          </p:cNvPr>
          <p:cNvSpPr txBox="1"/>
          <p:nvPr/>
        </p:nvSpPr>
        <p:spPr>
          <a:xfrm>
            <a:off x="3131965" y="1770609"/>
            <a:ext cx="922048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pair2.second()</a:t>
            </a: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CE5C861F-9339-528A-7F61-2472E2A3C192}"/>
              </a:ext>
            </a:extLst>
          </p:cNvPr>
          <p:cNvSpPr/>
          <p:nvPr/>
        </p:nvSpPr>
        <p:spPr>
          <a:xfrm>
            <a:off x="2396470" y="628626"/>
            <a:ext cx="2395192" cy="51298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122" name="TextBox 224">
            <a:extLst>
              <a:ext uri="{FF2B5EF4-FFF2-40B4-BE49-F238E27FC236}">
                <a16:creationId xmlns:a16="http://schemas.microsoft.com/office/drawing/2014/main" id="{E4025D7D-F65D-3ED2-6E17-BBF51B64069E}"/>
              </a:ext>
            </a:extLst>
          </p:cNvPr>
          <p:cNvSpPr txBox="1"/>
          <p:nvPr/>
        </p:nvSpPr>
        <p:spPr>
          <a:xfrm>
            <a:off x="3223093" y="606183"/>
            <a:ext cx="736099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pair2.first()</a:t>
            </a:r>
          </a:p>
        </p:txBody>
      </p:sp>
    </p:spTree>
    <p:extLst>
      <p:ext uri="{BB962C8B-B14F-4D97-AF65-F5344CB8AC3E}">
        <p14:creationId xmlns:p14="http://schemas.microsoft.com/office/powerpoint/2010/main" val="411520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74</Words>
  <Application>Microsoft Office PowerPoint</Application>
  <PresentationFormat>自定义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 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5</cp:revision>
  <dcterms:created xsi:type="dcterms:W3CDTF">2022-06-08T06:37:01Z</dcterms:created>
  <dcterms:modified xsi:type="dcterms:W3CDTF">2023-01-10T06:01:34Z</dcterms:modified>
</cp:coreProperties>
</file>