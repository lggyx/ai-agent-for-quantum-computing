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950075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9" autoAdjust="0"/>
    <p:restoredTop sz="94660"/>
  </p:normalViewPr>
  <p:slideViewPr>
    <p:cSldViewPr snapToGrid="0">
      <p:cViewPr varScale="1">
        <p:scale>
          <a:sx n="99" d="100"/>
          <a:sy n="99" d="100"/>
        </p:scale>
        <p:origin x="11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56" y="748242"/>
            <a:ext cx="5907564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760" y="2401359"/>
            <a:ext cx="5212556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8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198" y="1139826"/>
            <a:ext cx="599444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198" y="3059643"/>
            <a:ext cx="599444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818" y="1217083"/>
            <a:ext cx="2953782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8475" y="1217083"/>
            <a:ext cx="2953782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6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243418"/>
            <a:ext cx="599444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8724" y="1120775"/>
            <a:ext cx="294020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724" y="1670050"/>
            <a:ext cx="294020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18476" y="1120775"/>
            <a:ext cx="295468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18476" y="1670050"/>
            <a:ext cx="295468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5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5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304800"/>
            <a:ext cx="2241580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4687" y="658285"/>
            <a:ext cx="351847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723" y="1371600"/>
            <a:ext cx="2241580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5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304800"/>
            <a:ext cx="2241580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54687" y="658285"/>
            <a:ext cx="351847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723" y="1371600"/>
            <a:ext cx="2241580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8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4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648" y="243417"/>
            <a:ext cx="1498610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818" y="243417"/>
            <a:ext cx="4408954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2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7818" y="243418"/>
            <a:ext cx="599444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818" y="1217083"/>
            <a:ext cx="599444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7818" y="4237568"/>
            <a:ext cx="1563767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5F630-6708-4E5A-8617-3C9847CAD5C2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02213" y="4237568"/>
            <a:ext cx="23456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8490" y="4237568"/>
            <a:ext cx="1563767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E96FF-6862-4185-A286-992B2B9BB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2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AE6A5B8-72A7-D880-2887-29E292915127}"/>
              </a:ext>
            </a:extLst>
          </p:cNvPr>
          <p:cNvGrpSpPr/>
          <p:nvPr/>
        </p:nvGrpSpPr>
        <p:grpSpPr>
          <a:xfrm>
            <a:off x="2785533" y="1069136"/>
            <a:ext cx="3991165" cy="3032963"/>
            <a:chOff x="2102452" y="1948940"/>
            <a:chExt cx="3657600" cy="2923118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CE0A62F-B466-52E5-8FDC-1C41BEC96A27}"/>
                </a:ext>
              </a:extLst>
            </p:cNvPr>
            <p:cNvSpPr/>
            <p:nvPr/>
          </p:nvSpPr>
          <p:spPr>
            <a:xfrm>
              <a:off x="2102452" y="1948940"/>
              <a:ext cx="731520" cy="73152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27B0B62-74FC-4E8A-8AD9-B93E70AC3E32}"/>
                </a:ext>
              </a:extLst>
            </p:cNvPr>
            <p:cNvSpPr/>
            <p:nvPr/>
          </p:nvSpPr>
          <p:spPr>
            <a:xfrm>
              <a:off x="2833968" y="1948940"/>
              <a:ext cx="731520" cy="7315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90D1EA5-6580-D279-307E-B8EE80FE200A}"/>
                </a:ext>
              </a:extLst>
            </p:cNvPr>
            <p:cNvSpPr/>
            <p:nvPr/>
          </p:nvSpPr>
          <p:spPr>
            <a:xfrm>
              <a:off x="3565492" y="194894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0A2311F-9D4C-67CD-9E20-D591634B72BF}"/>
                </a:ext>
              </a:extLst>
            </p:cNvPr>
            <p:cNvSpPr/>
            <p:nvPr/>
          </p:nvSpPr>
          <p:spPr>
            <a:xfrm>
              <a:off x="4297012" y="194894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7378964-239F-4441-4C20-C52CCF367919}"/>
                </a:ext>
              </a:extLst>
            </p:cNvPr>
            <p:cNvSpPr/>
            <p:nvPr/>
          </p:nvSpPr>
          <p:spPr>
            <a:xfrm>
              <a:off x="5028532" y="194894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8398F2D-A011-8AA4-8D51-50B277A817A7}"/>
                </a:ext>
              </a:extLst>
            </p:cNvPr>
            <p:cNvSpPr/>
            <p:nvPr/>
          </p:nvSpPr>
          <p:spPr>
            <a:xfrm>
              <a:off x="210245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0297AFF-E64A-8768-ADF2-35938CAD33A3}"/>
                </a:ext>
              </a:extLst>
            </p:cNvPr>
            <p:cNvSpPr/>
            <p:nvPr/>
          </p:nvSpPr>
          <p:spPr>
            <a:xfrm>
              <a:off x="283397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1ACE815-9AC5-FA49-A857-82D5377BBC64}"/>
                </a:ext>
              </a:extLst>
            </p:cNvPr>
            <p:cNvSpPr/>
            <p:nvPr/>
          </p:nvSpPr>
          <p:spPr>
            <a:xfrm>
              <a:off x="356549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D3EA960-99D6-5668-C2D9-A17C0F8B5A32}"/>
                </a:ext>
              </a:extLst>
            </p:cNvPr>
            <p:cNvSpPr/>
            <p:nvPr/>
          </p:nvSpPr>
          <p:spPr>
            <a:xfrm>
              <a:off x="429701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8C9B602-FEDA-A473-6DA1-1D95058ED3CA}"/>
                </a:ext>
              </a:extLst>
            </p:cNvPr>
            <p:cNvSpPr/>
            <p:nvPr/>
          </p:nvSpPr>
          <p:spPr>
            <a:xfrm>
              <a:off x="502853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E8AC0DC-CE75-2571-8598-D54775B25E9B}"/>
                </a:ext>
              </a:extLst>
            </p:cNvPr>
            <p:cNvSpPr/>
            <p:nvPr/>
          </p:nvSpPr>
          <p:spPr>
            <a:xfrm>
              <a:off x="210245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A607DD7-28EB-B6CF-78D1-B95C8DA41A28}"/>
                </a:ext>
              </a:extLst>
            </p:cNvPr>
            <p:cNvSpPr/>
            <p:nvPr/>
          </p:nvSpPr>
          <p:spPr>
            <a:xfrm>
              <a:off x="283397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2391167-0CB2-39C5-FA5B-1A8423DE26FA}"/>
                </a:ext>
              </a:extLst>
            </p:cNvPr>
            <p:cNvSpPr/>
            <p:nvPr/>
          </p:nvSpPr>
          <p:spPr>
            <a:xfrm>
              <a:off x="356549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F687513-887F-306A-CA7D-C2E6A24F6E08}"/>
                </a:ext>
              </a:extLst>
            </p:cNvPr>
            <p:cNvSpPr/>
            <p:nvPr/>
          </p:nvSpPr>
          <p:spPr>
            <a:xfrm>
              <a:off x="429701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35AA928-0F96-62C2-D84E-041D7E34A7F9}"/>
                </a:ext>
              </a:extLst>
            </p:cNvPr>
            <p:cNvSpPr/>
            <p:nvPr/>
          </p:nvSpPr>
          <p:spPr>
            <a:xfrm>
              <a:off x="502853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9F40BDA-689A-5D54-63CA-F4D1091FC9B3}"/>
                </a:ext>
              </a:extLst>
            </p:cNvPr>
            <p:cNvSpPr/>
            <p:nvPr/>
          </p:nvSpPr>
          <p:spPr>
            <a:xfrm>
              <a:off x="210245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A43361A-A11E-B2F9-F1F9-A74A2DCF22C0}"/>
                </a:ext>
              </a:extLst>
            </p:cNvPr>
            <p:cNvSpPr/>
            <p:nvPr/>
          </p:nvSpPr>
          <p:spPr>
            <a:xfrm>
              <a:off x="283397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DEA32AE-8A14-329E-BF62-CD906E688376}"/>
                </a:ext>
              </a:extLst>
            </p:cNvPr>
            <p:cNvSpPr/>
            <p:nvPr/>
          </p:nvSpPr>
          <p:spPr>
            <a:xfrm>
              <a:off x="356549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ED5F40D-C7C9-9D67-6E27-F81E0662B533}"/>
                </a:ext>
              </a:extLst>
            </p:cNvPr>
            <p:cNvSpPr/>
            <p:nvPr/>
          </p:nvSpPr>
          <p:spPr>
            <a:xfrm>
              <a:off x="429701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737EA35-B7F2-DA06-0A3E-68D9A8A69225}"/>
                </a:ext>
              </a:extLst>
            </p:cNvPr>
            <p:cNvSpPr/>
            <p:nvPr/>
          </p:nvSpPr>
          <p:spPr>
            <a:xfrm>
              <a:off x="502853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3AED6E9-02AB-F6ED-475C-66F893208813}"/>
              </a:ext>
            </a:extLst>
          </p:cNvPr>
          <p:cNvCxnSpPr/>
          <p:nvPr/>
        </p:nvCxnSpPr>
        <p:spPr>
          <a:xfrm flipV="1">
            <a:off x="2796604" y="622331"/>
            <a:ext cx="971025" cy="43211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3DA7E30-9E8B-1623-6697-1CECE3C9EE63}"/>
              </a:ext>
            </a:extLst>
          </p:cNvPr>
          <p:cNvSpPr txBox="1"/>
          <p:nvPr/>
        </p:nvSpPr>
        <p:spPr>
          <a:xfrm>
            <a:off x="3850614" y="64371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输入</a:t>
            </a:r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: 512CH</a:t>
            </a:r>
          </a:p>
        </p:txBody>
      </p:sp>
      <p:sp>
        <p:nvSpPr>
          <p:cNvPr id="126" name="Arrow: Right 125">
            <a:extLst>
              <a:ext uri="{FF2B5EF4-FFF2-40B4-BE49-F238E27FC236}">
                <a16:creationId xmlns:a16="http://schemas.microsoft.com/office/drawing/2014/main" id="{2E1890E0-4173-7157-C9FF-81508F6C7C07}"/>
              </a:ext>
            </a:extLst>
          </p:cNvPr>
          <p:cNvSpPr/>
          <p:nvPr/>
        </p:nvSpPr>
        <p:spPr>
          <a:xfrm flipH="1">
            <a:off x="2145068" y="660902"/>
            <a:ext cx="731520" cy="37734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A1BDF15-25DB-986E-4523-EB4952939CB4}"/>
              </a:ext>
            </a:extLst>
          </p:cNvPr>
          <p:cNvSpPr txBox="1"/>
          <p:nvPr/>
        </p:nvSpPr>
        <p:spPr>
          <a:xfrm>
            <a:off x="1389794" y="515220"/>
            <a:ext cx="1217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: 256CH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229BE7-403E-AA60-5798-FFE85B02A549}"/>
              </a:ext>
            </a:extLst>
          </p:cNvPr>
          <p:cNvSpPr/>
          <p:nvPr/>
        </p:nvSpPr>
        <p:spPr>
          <a:xfrm>
            <a:off x="211166" y="421791"/>
            <a:ext cx="579106" cy="405851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2E80AF0-0559-3551-C3B6-FB7D66F0ED41}"/>
              </a:ext>
            </a:extLst>
          </p:cNvPr>
          <p:cNvCxnSpPr>
            <a:cxnSpLocks/>
          </p:cNvCxnSpPr>
          <p:nvPr/>
        </p:nvCxnSpPr>
        <p:spPr>
          <a:xfrm>
            <a:off x="1027886" y="421791"/>
            <a:ext cx="0" cy="4058519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A21F79D-97EC-0599-01A2-6E18D26AE8F0}"/>
              </a:ext>
            </a:extLst>
          </p:cNvPr>
          <p:cNvSpPr txBox="1"/>
          <p:nvPr/>
        </p:nvSpPr>
        <p:spPr>
          <a:xfrm>
            <a:off x="81395" y="92551"/>
            <a:ext cx="1613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张量计算核缓冲区</a:t>
            </a:r>
            <a:endParaRPr lang="en-US" altLang="zh-CN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DACF5FC-023F-BF59-DAF7-500FCF849046}"/>
              </a:ext>
            </a:extLst>
          </p:cNvPr>
          <p:cNvSpPr/>
          <p:nvPr/>
        </p:nvSpPr>
        <p:spPr>
          <a:xfrm>
            <a:off x="211167" y="438459"/>
            <a:ext cx="579105" cy="8546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CH0-127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996CC87-8801-86D7-CD34-7A0684670036}"/>
              </a:ext>
            </a:extLst>
          </p:cNvPr>
          <p:cNvSpPr/>
          <p:nvPr/>
        </p:nvSpPr>
        <p:spPr>
          <a:xfrm>
            <a:off x="205281" y="1298819"/>
            <a:ext cx="579105" cy="8546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CH128-255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19721AC-21A8-ADFD-0D9E-735B8C6DC66F}"/>
              </a:ext>
            </a:extLst>
          </p:cNvPr>
          <p:cNvSpPr/>
          <p:nvPr/>
        </p:nvSpPr>
        <p:spPr>
          <a:xfrm>
            <a:off x="206483" y="2159609"/>
            <a:ext cx="579105" cy="8546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CH256-383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A1ABD6D-AA03-5E69-BBA7-28AB62C7AB81}"/>
              </a:ext>
            </a:extLst>
          </p:cNvPr>
          <p:cNvSpPr/>
          <p:nvPr/>
        </p:nvSpPr>
        <p:spPr>
          <a:xfrm>
            <a:off x="211165" y="3014232"/>
            <a:ext cx="579105" cy="8546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CH384-511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1EE58FB-FB28-6CC6-E70F-371C6DC8C2DE}"/>
              </a:ext>
            </a:extLst>
          </p:cNvPr>
          <p:cNvSpPr txBox="1"/>
          <p:nvPr/>
        </p:nvSpPr>
        <p:spPr>
          <a:xfrm>
            <a:off x="1175602" y="260345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256KB</a:t>
            </a:r>
          </a:p>
        </p:txBody>
      </p:sp>
    </p:spTree>
    <p:extLst>
      <p:ext uri="{BB962C8B-B14F-4D97-AF65-F5344CB8AC3E}">
        <p14:creationId xmlns:p14="http://schemas.microsoft.com/office/powerpoint/2010/main" val="80303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115</Words>
  <Application>Microsoft Office PowerPoint</Application>
  <PresentationFormat>自定义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7</cp:revision>
  <dcterms:created xsi:type="dcterms:W3CDTF">2022-06-15T07:27:33Z</dcterms:created>
  <dcterms:modified xsi:type="dcterms:W3CDTF">2022-11-26T02:09:21Z</dcterms:modified>
</cp:coreProperties>
</file>