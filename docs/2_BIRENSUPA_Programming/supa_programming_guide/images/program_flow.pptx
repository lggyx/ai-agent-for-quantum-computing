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notesMasterIdLst>
    <p:notesMasterId r:id="rId3"/>
  </p:notesMasterIdLst>
  <p:sldIdLst>
    <p:sldId id="256" r:id="rId2"/>
  </p:sldIdLst>
  <p:sldSz cx="4114800" cy="5486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5" autoAdjust="0"/>
    <p:restoredTop sz="94903" autoAdjust="0"/>
  </p:normalViewPr>
  <p:slideViewPr>
    <p:cSldViewPr snapToGrid="0">
      <p:cViewPr>
        <p:scale>
          <a:sx n="100" d="100"/>
          <a:sy n="100" d="100"/>
        </p:scale>
        <p:origin x="3212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CA2B30-B807-499C-A320-84F34E29D382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77AB9E-3A0C-431B-80BC-3E0E4269E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1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1pPr>
    <a:lvl2pPr marL="64008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2pPr>
    <a:lvl3pPr marL="128016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3pPr>
    <a:lvl4pPr marL="192024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4pPr>
    <a:lvl5pPr marL="256032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5pPr>
    <a:lvl6pPr marL="320040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6pPr>
    <a:lvl7pPr marL="384048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7pPr>
    <a:lvl8pPr marL="448056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8pPr>
    <a:lvl9pPr marL="512064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77AB9E-3A0C-431B-80BC-3E0E4269EB5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331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8610" y="897890"/>
            <a:ext cx="3497580" cy="1910080"/>
          </a:xfrm>
        </p:spPr>
        <p:txBody>
          <a:bodyPr anchor="b"/>
          <a:lstStyle>
            <a:lvl1pPr algn="ctr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4350" y="2881630"/>
            <a:ext cx="3086100" cy="1324610"/>
          </a:xfrm>
        </p:spPr>
        <p:txBody>
          <a:bodyPr/>
          <a:lstStyle>
            <a:lvl1pPr marL="0" indent="0" algn="ctr">
              <a:buNone/>
              <a:defRPr sz="1080"/>
            </a:lvl1pPr>
            <a:lvl2pPr marL="205740" indent="0" algn="ctr">
              <a:buNone/>
              <a:defRPr sz="900"/>
            </a:lvl2pPr>
            <a:lvl3pPr marL="411480" indent="0" algn="ctr">
              <a:buNone/>
              <a:defRPr sz="810"/>
            </a:lvl3pPr>
            <a:lvl4pPr marL="617220" indent="0" algn="ctr">
              <a:buNone/>
              <a:defRPr sz="720"/>
            </a:lvl4pPr>
            <a:lvl5pPr marL="822960" indent="0" algn="ctr">
              <a:buNone/>
              <a:defRPr sz="720"/>
            </a:lvl5pPr>
            <a:lvl6pPr marL="1028700" indent="0" algn="ctr">
              <a:buNone/>
              <a:defRPr sz="720"/>
            </a:lvl6pPr>
            <a:lvl7pPr marL="1234440" indent="0" algn="ctr">
              <a:buNone/>
              <a:defRPr sz="720"/>
            </a:lvl7pPr>
            <a:lvl8pPr marL="1440180" indent="0" algn="ctr">
              <a:buNone/>
              <a:defRPr sz="720"/>
            </a:lvl8pPr>
            <a:lvl9pPr marL="1645920" indent="0" algn="ctr">
              <a:buNone/>
              <a:defRPr sz="7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41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199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750" y="1367791"/>
            <a:ext cx="3549015" cy="2282190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0750" y="3671571"/>
            <a:ext cx="3549015" cy="1200150"/>
          </a:xfrm>
        </p:spPr>
        <p:txBody>
          <a:bodyPr/>
          <a:lstStyle>
            <a:lvl1pPr marL="0" indent="0">
              <a:buNone/>
              <a:defRPr sz="1080">
                <a:solidFill>
                  <a:schemeClr val="tx1"/>
                </a:solidFill>
              </a:defRPr>
            </a:lvl1pPr>
            <a:lvl2pPr marL="20574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411480" indent="0">
              <a:buNone/>
              <a:defRPr sz="810">
                <a:solidFill>
                  <a:schemeClr val="tx1">
                    <a:tint val="75000"/>
                  </a:schemeClr>
                </a:solidFill>
              </a:defRPr>
            </a:lvl3pPr>
            <a:lvl4pPr marL="61722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4pPr>
            <a:lvl5pPr marL="82296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5pPr>
            <a:lvl6pPr marL="102870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6pPr>
            <a:lvl7pPr marL="123444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7pPr>
            <a:lvl8pPr marL="144018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8pPr>
            <a:lvl9pPr marL="164592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170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2893" y="1460500"/>
            <a:ext cx="174879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3118" y="1460500"/>
            <a:ext cx="174879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775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8" y="292101"/>
            <a:ext cx="3549015" cy="106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3429" y="1344930"/>
            <a:ext cx="1740753" cy="659130"/>
          </a:xfrm>
        </p:spPr>
        <p:txBody>
          <a:bodyPr anchor="b"/>
          <a:lstStyle>
            <a:lvl1pPr marL="0" indent="0">
              <a:buNone/>
              <a:defRPr sz="1080" b="1"/>
            </a:lvl1pPr>
            <a:lvl2pPr marL="205740" indent="0">
              <a:buNone/>
              <a:defRPr sz="900" b="1"/>
            </a:lvl2pPr>
            <a:lvl3pPr marL="411480" indent="0">
              <a:buNone/>
              <a:defRPr sz="810" b="1"/>
            </a:lvl3pPr>
            <a:lvl4pPr marL="617220" indent="0">
              <a:buNone/>
              <a:defRPr sz="720" b="1"/>
            </a:lvl4pPr>
            <a:lvl5pPr marL="822960" indent="0">
              <a:buNone/>
              <a:defRPr sz="720" b="1"/>
            </a:lvl5pPr>
            <a:lvl6pPr marL="1028700" indent="0">
              <a:buNone/>
              <a:defRPr sz="720" b="1"/>
            </a:lvl6pPr>
            <a:lvl7pPr marL="1234440" indent="0">
              <a:buNone/>
              <a:defRPr sz="720" b="1"/>
            </a:lvl7pPr>
            <a:lvl8pPr marL="1440180" indent="0">
              <a:buNone/>
              <a:defRPr sz="720" b="1"/>
            </a:lvl8pPr>
            <a:lvl9pPr marL="1645920" indent="0">
              <a:buNone/>
              <a:defRPr sz="7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3429" y="2004060"/>
            <a:ext cx="1740753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83118" y="1344930"/>
            <a:ext cx="1749326" cy="659130"/>
          </a:xfrm>
        </p:spPr>
        <p:txBody>
          <a:bodyPr anchor="b"/>
          <a:lstStyle>
            <a:lvl1pPr marL="0" indent="0">
              <a:buNone/>
              <a:defRPr sz="1080" b="1"/>
            </a:lvl1pPr>
            <a:lvl2pPr marL="205740" indent="0">
              <a:buNone/>
              <a:defRPr sz="900" b="1"/>
            </a:lvl2pPr>
            <a:lvl3pPr marL="411480" indent="0">
              <a:buNone/>
              <a:defRPr sz="810" b="1"/>
            </a:lvl3pPr>
            <a:lvl4pPr marL="617220" indent="0">
              <a:buNone/>
              <a:defRPr sz="720" b="1"/>
            </a:lvl4pPr>
            <a:lvl5pPr marL="822960" indent="0">
              <a:buNone/>
              <a:defRPr sz="720" b="1"/>
            </a:lvl5pPr>
            <a:lvl6pPr marL="1028700" indent="0">
              <a:buNone/>
              <a:defRPr sz="720" b="1"/>
            </a:lvl6pPr>
            <a:lvl7pPr marL="1234440" indent="0">
              <a:buNone/>
              <a:defRPr sz="720" b="1"/>
            </a:lvl7pPr>
            <a:lvl8pPr marL="1440180" indent="0">
              <a:buNone/>
              <a:defRPr sz="720" b="1"/>
            </a:lvl8pPr>
            <a:lvl9pPr marL="1645920" indent="0">
              <a:buNone/>
              <a:defRPr sz="7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83118" y="2004060"/>
            <a:ext cx="1749326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95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036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413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9" y="365760"/>
            <a:ext cx="1327130" cy="1280160"/>
          </a:xfrm>
        </p:spPr>
        <p:txBody>
          <a:bodyPr anchor="b"/>
          <a:lstStyle>
            <a:lvl1pPr>
              <a:defRPr sz="1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9326" y="789941"/>
            <a:ext cx="2083118" cy="3898900"/>
          </a:xfrm>
        </p:spPr>
        <p:txBody>
          <a:bodyPr/>
          <a:lstStyle>
            <a:lvl1pPr>
              <a:defRPr sz="1440"/>
            </a:lvl1pPr>
            <a:lvl2pPr>
              <a:defRPr sz="1260"/>
            </a:lvl2pPr>
            <a:lvl3pPr>
              <a:defRPr sz="108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3429" y="1645920"/>
            <a:ext cx="1327130" cy="3049270"/>
          </a:xfrm>
        </p:spPr>
        <p:txBody>
          <a:bodyPr/>
          <a:lstStyle>
            <a:lvl1pPr marL="0" indent="0">
              <a:buNone/>
              <a:defRPr sz="720"/>
            </a:lvl1pPr>
            <a:lvl2pPr marL="205740" indent="0">
              <a:buNone/>
              <a:defRPr sz="630"/>
            </a:lvl2pPr>
            <a:lvl3pPr marL="411480" indent="0">
              <a:buNone/>
              <a:defRPr sz="540"/>
            </a:lvl3pPr>
            <a:lvl4pPr marL="617220" indent="0">
              <a:buNone/>
              <a:defRPr sz="450"/>
            </a:lvl4pPr>
            <a:lvl5pPr marL="822960" indent="0">
              <a:buNone/>
              <a:defRPr sz="450"/>
            </a:lvl5pPr>
            <a:lvl6pPr marL="1028700" indent="0">
              <a:buNone/>
              <a:defRPr sz="450"/>
            </a:lvl6pPr>
            <a:lvl7pPr marL="1234440" indent="0">
              <a:buNone/>
              <a:defRPr sz="450"/>
            </a:lvl7pPr>
            <a:lvl8pPr marL="1440180" indent="0">
              <a:buNone/>
              <a:defRPr sz="450"/>
            </a:lvl8pPr>
            <a:lvl9pPr marL="164592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530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9" y="365760"/>
            <a:ext cx="1327130" cy="1280160"/>
          </a:xfrm>
        </p:spPr>
        <p:txBody>
          <a:bodyPr anchor="b"/>
          <a:lstStyle>
            <a:lvl1pPr>
              <a:defRPr sz="1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49326" y="789941"/>
            <a:ext cx="2083118" cy="3898900"/>
          </a:xfrm>
        </p:spPr>
        <p:txBody>
          <a:bodyPr anchor="t"/>
          <a:lstStyle>
            <a:lvl1pPr marL="0" indent="0">
              <a:buNone/>
              <a:defRPr sz="1440"/>
            </a:lvl1pPr>
            <a:lvl2pPr marL="205740" indent="0">
              <a:buNone/>
              <a:defRPr sz="1260"/>
            </a:lvl2pPr>
            <a:lvl3pPr marL="411480" indent="0">
              <a:buNone/>
              <a:defRPr sz="1080"/>
            </a:lvl3pPr>
            <a:lvl4pPr marL="617220" indent="0">
              <a:buNone/>
              <a:defRPr sz="900"/>
            </a:lvl4pPr>
            <a:lvl5pPr marL="822960" indent="0">
              <a:buNone/>
              <a:defRPr sz="900"/>
            </a:lvl5pPr>
            <a:lvl6pPr marL="1028700" indent="0">
              <a:buNone/>
              <a:defRPr sz="900"/>
            </a:lvl6pPr>
            <a:lvl7pPr marL="1234440" indent="0">
              <a:buNone/>
              <a:defRPr sz="900"/>
            </a:lvl7pPr>
            <a:lvl8pPr marL="1440180" indent="0">
              <a:buNone/>
              <a:defRPr sz="900"/>
            </a:lvl8pPr>
            <a:lvl9pPr marL="1645920" indent="0">
              <a:buNone/>
              <a:defRPr sz="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3429" y="1645920"/>
            <a:ext cx="1327130" cy="3049270"/>
          </a:xfrm>
        </p:spPr>
        <p:txBody>
          <a:bodyPr/>
          <a:lstStyle>
            <a:lvl1pPr marL="0" indent="0">
              <a:buNone/>
              <a:defRPr sz="720"/>
            </a:lvl1pPr>
            <a:lvl2pPr marL="205740" indent="0">
              <a:buNone/>
              <a:defRPr sz="630"/>
            </a:lvl2pPr>
            <a:lvl3pPr marL="411480" indent="0">
              <a:buNone/>
              <a:defRPr sz="540"/>
            </a:lvl3pPr>
            <a:lvl4pPr marL="617220" indent="0">
              <a:buNone/>
              <a:defRPr sz="450"/>
            </a:lvl4pPr>
            <a:lvl5pPr marL="822960" indent="0">
              <a:buNone/>
              <a:defRPr sz="450"/>
            </a:lvl5pPr>
            <a:lvl6pPr marL="1028700" indent="0">
              <a:buNone/>
              <a:defRPr sz="450"/>
            </a:lvl6pPr>
            <a:lvl7pPr marL="1234440" indent="0">
              <a:buNone/>
              <a:defRPr sz="450"/>
            </a:lvl7pPr>
            <a:lvl8pPr marL="1440180" indent="0">
              <a:buNone/>
              <a:defRPr sz="450"/>
            </a:lvl8pPr>
            <a:lvl9pPr marL="164592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659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47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44654" y="292100"/>
            <a:ext cx="887254" cy="46494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2893" y="292100"/>
            <a:ext cx="2610326" cy="46494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926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2893" y="292101"/>
            <a:ext cx="3549015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893" y="1460500"/>
            <a:ext cx="3549015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2893" y="5085081"/>
            <a:ext cx="92583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63028" y="5085081"/>
            <a:ext cx="1388745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06078" y="5085081"/>
            <a:ext cx="92583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827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411480" rtl="0" eaLnBrk="1" latinLnBrk="0" hangingPunct="1">
        <a:lnSpc>
          <a:spcPct val="90000"/>
        </a:lnSpc>
        <a:spcBef>
          <a:spcPct val="0"/>
        </a:spcBef>
        <a:buNone/>
        <a:defRPr sz="19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2870" indent="-102870" algn="l" defTabSz="41148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4pPr>
      <a:lvl5pPr marL="92583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5pPr>
      <a:lvl6pPr marL="113157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6pPr>
      <a:lvl7pPr marL="133731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7pPr>
      <a:lvl8pPr marL="154305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8pPr>
      <a:lvl9pPr marL="174879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3pPr>
      <a:lvl4pPr marL="61722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5pPr>
      <a:lvl6pPr marL="102870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6pPr>
      <a:lvl7pPr marL="123444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7pPr>
      <a:lvl8pPr marL="144018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27410" y="44759"/>
            <a:ext cx="4073013" cy="5370634"/>
            <a:chOff x="27410" y="44759"/>
            <a:chExt cx="4073013" cy="5370634"/>
          </a:xfrm>
        </p:grpSpPr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D9DCC677-0B06-486F-8420-FF2BC4C8FAC4}"/>
                </a:ext>
              </a:extLst>
            </p:cNvPr>
            <p:cNvSpPr/>
            <p:nvPr/>
          </p:nvSpPr>
          <p:spPr>
            <a:xfrm>
              <a:off x="2326281" y="293298"/>
              <a:ext cx="1774142" cy="5100600"/>
            </a:xfrm>
            <a:prstGeom prst="rect">
              <a:avLst/>
            </a:prstGeom>
            <a:solidFill>
              <a:schemeClr val="bg1"/>
            </a:solidFill>
            <a:ln w="9525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18288" rIns="91440" bIns="1828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4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设备</a:t>
              </a:r>
              <a:endPara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A1C44270-1ABE-4D55-9868-5E150E5FDBD6}"/>
                </a:ext>
              </a:extLst>
            </p:cNvPr>
            <p:cNvSpPr/>
            <p:nvPr/>
          </p:nvSpPr>
          <p:spPr>
            <a:xfrm>
              <a:off x="1579668" y="293297"/>
              <a:ext cx="664461" cy="5093691"/>
            </a:xfrm>
            <a:prstGeom prst="rect">
              <a:avLst/>
            </a:prstGeom>
            <a:solidFill>
              <a:schemeClr val="bg1"/>
            </a:solidFill>
            <a:ln w="9525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18288" rIns="91440" bIns="1828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DMA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45C873C-28B6-4158-8245-AF513D0D2796}"/>
                </a:ext>
              </a:extLst>
            </p:cNvPr>
            <p:cNvSpPr/>
            <p:nvPr/>
          </p:nvSpPr>
          <p:spPr>
            <a:xfrm>
              <a:off x="864397" y="293298"/>
              <a:ext cx="664461" cy="5093691"/>
            </a:xfrm>
            <a:prstGeom prst="rect">
              <a:avLst/>
            </a:prstGeom>
            <a:solidFill>
              <a:schemeClr val="bg1"/>
            </a:solidFill>
            <a:ln w="9525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288" bIns="18288" rtlCol="0" anchor="t"/>
            <a:lstStyle/>
            <a:p>
              <a:pPr algn="ctr"/>
              <a:r>
                <a:rPr lang="zh-CN" altLang="en-US" sz="14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主机</a:t>
              </a:r>
              <a:endPara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E14D5E3-C11B-4622-AC69-5C441BC7F114}"/>
                </a:ext>
              </a:extLst>
            </p:cNvPr>
            <p:cNvSpPr/>
            <p:nvPr/>
          </p:nvSpPr>
          <p:spPr>
            <a:xfrm>
              <a:off x="2464977" y="1707108"/>
              <a:ext cx="1511066" cy="80731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bIns="9144" rtlCol="0" anchor="t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Grid 0 </a:t>
              </a:r>
              <a:r>
                <a:rPr lang="en-US" sz="8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zh-CN" altLang="en-US" sz="8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内核 </a:t>
              </a:r>
              <a:r>
                <a:rPr lang="en-US" sz="8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94A3755-E983-4C88-AFCD-D11C38395437}"/>
                </a:ext>
              </a:extLst>
            </p:cNvPr>
            <p:cNvSpPr/>
            <p:nvPr/>
          </p:nvSpPr>
          <p:spPr>
            <a:xfrm>
              <a:off x="2440670" y="3304428"/>
              <a:ext cx="1511069" cy="110079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bIns="9144" rtlCol="0" anchor="t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Grid 1 </a:t>
              </a:r>
              <a:r>
                <a:rPr lang="en-US" sz="8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zh-CN" altLang="en-US" sz="8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内核</a:t>
              </a:r>
              <a:r>
                <a:rPr lang="en-US" sz="8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2)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EEF2A7FF-9987-46D8-BAD6-4BB85F413B92}"/>
                </a:ext>
              </a:extLst>
            </p:cNvPr>
            <p:cNvSpPr/>
            <p:nvPr/>
          </p:nvSpPr>
          <p:spPr>
            <a:xfrm>
              <a:off x="1656764" y="986248"/>
              <a:ext cx="492915" cy="43108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7E9A3DDE-3C7D-48BA-9A39-31741F878A93}"/>
                </a:ext>
              </a:extLst>
            </p:cNvPr>
            <p:cNvSpPr txBox="1"/>
            <p:nvPr/>
          </p:nvSpPr>
          <p:spPr>
            <a:xfrm>
              <a:off x="41480" y="525140"/>
              <a:ext cx="917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准备设备资源</a:t>
              </a:r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78895F9A-A2A8-4761-BF4D-702E46F93D73}"/>
                </a:ext>
              </a:extLst>
            </p:cNvPr>
            <p:cNvCxnSpPr>
              <a:cxnSpLocks/>
            </p:cNvCxnSpPr>
            <p:nvPr/>
          </p:nvCxnSpPr>
          <p:spPr>
            <a:xfrm>
              <a:off x="82548" y="321702"/>
              <a:ext cx="0" cy="5093691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3C4FC55B-50DE-4904-849C-D259A3CEF578}"/>
                </a:ext>
              </a:extLst>
            </p:cNvPr>
            <p:cNvSpPr txBox="1"/>
            <p:nvPr/>
          </p:nvSpPr>
          <p:spPr>
            <a:xfrm>
              <a:off x="27410" y="44759"/>
              <a:ext cx="112733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应用程序执行顺序</a:t>
              </a:r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B8991D6-8839-4285-9E24-AF41C584271D}"/>
                </a:ext>
              </a:extLst>
            </p:cNvPr>
            <p:cNvGrpSpPr/>
            <p:nvPr/>
          </p:nvGrpSpPr>
          <p:grpSpPr>
            <a:xfrm>
              <a:off x="2562705" y="1872064"/>
              <a:ext cx="1315606" cy="600043"/>
              <a:chOff x="1280264" y="764460"/>
              <a:chExt cx="1315606" cy="600043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2C5EA4A2-970B-49DA-9E91-640276612319}"/>
                  </a:ext>
                </a:extLst>
              </p:cNvPr>
              <p:cNvSpPr/>
              <p:nvPr/>
            </p:nvSpPr>
            <p:spPr>
              <a:xfrm>
                <a:off x="1280264" y="765995"/>
                <a:ext cx="657803" cy="30076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t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Thread Block(0,0)</a:t>
                </a:r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DFD665E3-987F-48B9-A7B9-29600DD5C30B}"/>
                  </a:ext>
                </a:extLst>
              </p:cNvPr>
              <p:cNvSpPr/>
              <p:nvPr/>
            </p:nvSpPr>
            <p:spPr>
              <a:xfrm>
                <a:off x="1323916" y="883881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4C68FCBE-3804-44BB-8E73-E1DDB49BA229}"/>
                  </a:ext>
                </a:extLst>
              </p:cNvPr>
              <p:cNvSpPr/>
              <p:nvPr/>
            </p:nvSpPr>
            <p:spPr>
              <a:xfrm>
                <a:off x="1373530" y="885416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6CD7C864-1189-4A19-9AB3-18AA0102729D}"/>
                  </a:ext>
                </a:extLst>
              </p:cNvPr>
              <p:cNvSpPr/>
              <p:nvPr/>
            </p:nvSpPr>
            <p:spPr>
              <a:xfrm>
                <a:off x="1431599" y="889862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238B8371-193B-4B1B-955D-6DF356FD8231}"/>
                  </a:ext>
                </a:extLst>
              </p:cNvPr>
              <p:cNvSpPr/>
              <p:nvPr/>
            </p:nvSpPr>
            <p:spPr>
              <a:xfrm>
                <a:off x="1481213" y="891397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D3336547-D9EB-48AB-85FF-A8CDD9F09ABC}"/>
                  </a:ext>
                </a:extLst>
              </p:cNvPr>
              <p:cNvSpPr/>
              <p:nvPr/>
            </p:nvSpPr>
            <p:spPr>
              <a:xfrm>
                <a:off x="1667501" y="883491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F98ECF91-7DFE-49B8-8B19-1B222C72C9DC}"/>
                  </a:ext>
                </a:extLst>
              </p:cNvPr>
              <p:cNvSpPr/>
              <p:nvPr/>
            </p:nvSpPr>
            <p:spPr>
              <a:xfrm>
                <a:off x="1717115" y="885026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B1F116A4-D366-4721-887B-54F07E28694D}"/>
                  </a:ext>
                </a:extLst>
              </p:cNvPr>
              <p:cNvSpPr/>
              <p:nvPr/>
            </p:nvSpPr>
            <p:spPr>
              <a:xfrm>
                <a:off x="1775184" y="889472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AF831476-F6DA-401C-8FA7-E54CC263B252}"/>
                  </a:ext>
                </a:extLst>
              </p:cNvPr>
              <p:cNvSpPr/>
              <p:nvPr/>
            </p:nvSpPr>
            <p:spPr>
              <a:xfrm>
                <a:off x="1824798" y="891007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41D6BDC-B995-4F22-B182-C9D575A492CF}"/>
                  </a:ext>
                </a:extLst>
              </p:cNvPr>
              <p:cNvSpPr txBox="1"/>
              <p:nvPr/>
            </p:nvSpPr>
            <p:spPr>
              <a:xfrm>
                <a:off x="1471370" y="797621"/>
                <a:ext cx="31290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…</a:t>
                </a: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731A302D-3C10-41CC-AB10-9907E4134737}"/>
                  </a:ext>
                </a:extLst>
              </p:cNvPr>
              <p:cNvSpPr/>
              <p:nvPr/>
            </p:nvSpPr>
            <p:spPr>
              <a:xfrm>
                <a:off x="1938067" y="764460"/>
                <a:ext cx="657803" cy="30076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t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Thread Block(0,1)</a:t>
                </a:r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DEF3C1DB-C6AE-49F5-8829-4ACA5B9A0EE5}"/>
                  </a:ext>
                </a:extLst>
              </p:cNvPr>
              <p:cNvSpPr/>
              <p:nvPr/>
            </p:nvSpPr>
            <p:spPr>
              <a:xfrm>
                <a:off x="1981719" y="882346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9B487B96-75A9-47DC-B899-5F56ED2B5220}"/>
                  </a:ext>
                </a:extLst>
              </p:cNvPr>
              <p:cNvSpPr/>
              <p:nvPr/>
            </p:nvSpPr>
            <p:spPr>
              <a:xfrm>
                <a:off x="2031333" y="883881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5BA6EE88-7D67-469B-91B4-43E39E7890EF}"/>
                  </a:ext>
                </a:extLst>
              </p:cNvPr>
              <p:cNvSpPr/>
              <p:nvPr/>
            </p:nvSpPr>
            <p:spPr>
              <a:xfrm>
                <a:off x="2089402" y="888327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1C5DA845-8435-49F3-8957-71BDDB1A8712}"/>
                  </a:ext>
                </a:extLst>
              </p:cNvPr>
              <p:cNvSpPr/>
              <p:nvPr/>
            </p:nvSpPr>
            <p:spPr>
              <a:xfrm>
                <a:off x="2139016" y="889862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C262D937-81B7-4CC2-B12E-5A9E1441CC59}"/>
                  </a:ext>
                </a:extLst>
              </p:cNvPr>
              <p:cNvSpPr/>
              <p:nvPr/>
            </p:nvSpPr>
            <p:spPr>
              <a:xfrm>
                <a:off x="2325304" y="881956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B45E1414-99A3-49F4-BD63-7CE2D301AF0C}"/>
                  </a:ext>
                </a:extLst>
              </p:cNvPr>
              <p:cNvSpPr/>
              <p:nvPr/>
            </p:nvSpPr>
            <p:spPr>
              <a:xfrm>
                <a:off x="2374918" y="883491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F38353DA-DEBF-4913-8C2D-6FC9BDF632E9}"/>
                  </a:ext>
                </a:extLst>
              </p:cNvPr>
              <p:cNvSpPr/>
              <p:nvPr/>
            </p:nvSpPr>
            <p:spPr>
              <a:xfrm>
                <a:off x="2432987" y="887937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1ED69DB2-FFED-4B6B-8828-635D2250F713}"/>
                  </a:ext>
                </a:extLst>
              </p:cNvPr>
              <p:cNvSpPr/>
              <p:nvPr/>
            </p:nvSpPr>
            <p:spPr>
              <a:xfrm>
                <a:off x="2482601" y="889472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878B42F1-D00B-408A-919A-019728ACD623}"/>
                  </a:ext>
                </a:extLst>
              </p:cNvPr>
              <p:cNvSpPr txBox="1"/>
              <p:nvPr/>
            </p:nvSpPr>
            <p:spPr>
              <a:xfrm>
                <a:off x="2129173" y="796086"/>
                <a:ext cx="31290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…</a:t>
                </a: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D8B217F3-F1F7-4AA2-93DA-7056A75F44EA}"/>
                  </a:ext>
                </a:extLst>
              </p:cNvPr>
              <p:cNvSpPr/>
              <p:nvPr/>
            </p:nvSpPr>
            <p:spPr>
              <a:xfrm>
                <a:off x="1280264" y="1063734"/>
                <a:ext cx="657803" cy="30076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t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Thread Block(1,0)</a:t>
                </a:r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C29318E-81FA-431F-9917-3AAE70743AB5}"/>
                  </a:ext>
                </a:extLst>
              </p:cNvPr>
              <p:cNvSpPr/>
              <p:nvPr/>
            </p:nvSpPr>
            <p:spPr>
              <a:xfrm>
                <a:off x="1323916" y="1181620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E2DE8A86-DCF3-4877-910D-27945B2B75BD}"/>
                  </a:ext>
                </a:extLst>
              </p:cNvPr>
              <p:cNvSpPr/>
              <p:nvPr/>
            </p:nvSpPr>
            <p:spPr>
              <a:xfrm>
                <a:off x="1373530" y="1183155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FCB42099-083C-404D-8616-AA5D57B64142}"/>
                  </a:ext>
                </a:extLst>
              </p:cNvPr>
              <p:cNvSpPr/>
              <p:nvPr/>
            </p:nvSpPr>
            <p:spPr>
              <a:xfrm>
                <a:off x="1431599" y="1187601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EA928A0C-92C9-43F0-BB92-6EA745515A95}"/>
                  </a:ext>
                </a:extLst>
              </p:cNvPr>
              <p:cNvSpPr/>
              <p:nvPr/>
            </p:nvSpPr>
            <p:spPr>
              <a:xfrm>
                <a:off x="1481213" y="1189136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6B7FE097-E7AA-41E4-B790-69DB88CEFB91}"/>
                  </a:ext>
                </a:extLst>
              </p:cNvPr>
              <p:cNvSpPr/>
              <p:nvPr/>
            </p:nvSpPr>
            <p:spPr>
              <a:xfrm>
                <a:off x="1667501" y="1181230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E6874BA6-29CD-4F74-BBE8-1F482DDE7D8B}"/>
                  </a:ext>
                </a:extLst>
              </p:cNvPr>
              <p:cNvSpPr/>
              <p:nvPr/>
            </p:nvSpPr>
            <p:spPr>
              <a:xfrm>
                <a:off x="1717115" y="1182765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D6A210DC-B557-455F-AAFF-865E5BAE7537}"/>
                  </a:ext>
                </a:extLst>
              </p:cNvPr>
              <p:cNvSpPr/>
              <p:nvPr/>
            </p:nvSpPr>
            <p:spPr>
              <a:xfrm>
                <a:off x="1775184" y="1187211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AF0EFCE2-C2CF-4CA0-9128-DC2C348F7824}"/>
                  </a:ext>
                </a:extLst>
              </p:cNvPr>
              <p:cNvSpPr/>
              <p:nvPr/>
            </p:nvSpPr>
            <p:spPr>
              <a:xfrm>
                <a:off x="1824798" y="1188746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74C2D09D-7316-4AA8-8E73-F99954C09F7A}"/>
                  </a:ext>
                </a:extLst>
              </p:cNvPr>
              <p:cNvSpPr txBox="1"/>
              <p:nvPr/>
            </p:nvSpPr>
            <p:spPr>
              <a:xfrm>
                <a:off x="1471370" y="1095360"/>
                <a:ext cx="31290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…</a:t>
                </a:r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CA19C247-E2BF-4E55-815B-9282167E2583}"/>
                  </a:ext>
                </a:extLst>
              </p:cNvPr>
              <p:cNvSpPr/>
              <p:nvPr/>
            </p:nvSpPr>
            <p:spPr>
              <a:xfrm>
                <a:off x="1938067" y="1062199"/>
                <a:ext cx="657803" cy="30076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t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Thread Block(1,1)</a:t>
                </a:r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56D3F289-8E34-4FAD-AF23-A4E7976C9F99}"/>
                  </a:ext>
                </a:extLst>
              </p:cNvPr>
              <p:cNvSpPr/>
              <p:nvPr/>
            </p:nvSpPr>
            <p:spPr>
              <a:xfrm>
                <a:off x="1981719" y="1180085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08BCA185-D87E-4047-B230-7207C02A7263}"/>
                  </a:ext>
                </a:extLst>
              </p:cNvPr>
              <p:cNvSpPr/>
              <p:nvPr/>
            </p:nvSpPr>
            <p:spPr>
              <a:xfrm>
                <a:off x="2031333" y="1181620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2A7A23EA-966B-48EF-88D6-99E24F3866E1}"/>
                  </a:ext>
                </a:extLst>
              </p:cNvPr>
              <p:cNvSpPr/>
              <p:nvPr/>
            </p:nvSpPr>
            <p:spPr>
              <a:xfrm>
                <a:off x="2089402" y="1186066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AE910794-4767-4960-AB54-290166EEA5E6}"/>
                  </a:ext>
                </a:extLst>
              </p:cNvPr>
              <p:cNvSpPr/>
              <p:nvPr/>
            </p:nvSpPr>
            <p:spPr>
              <a:xfrm>
                <a:off x="2139016" y="1187601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C0E8B5B9-7791-46F2-ACDA-5DB5DE68F0AF}"/>
                  </a:ext>
                </a:extLst>
              </p:cNvPr>
              <p:cNvSpPr/>
              <p:nvPr/>
            </p:nvSpPr>
            <p:spPr>
              <a:xfrm>
                <a:off x="2325304" y="1179695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4B4F3A88-83D2-4EB4-95D9-4B4B22077AE6}"/>
                  </a:ext>
                </a:extLst>
              </p:cNvPr>
              <p:cNvSpPr/>
              <p:nvPr/>
            </p:nvSpPr>
            <p:spPr>
              <a:xfrm>
                <a:off x="2374918" y="1181230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0D8CA2F5-F8BF-45F5-BDA5-39B276A8C977}"/>
                  </a:ext>
                </a:extLst>
              </p:cNvPr>
              <p:cNvSpPr/>
              <p:nvPr/>
            </p:nvSpPr>
            <p:spPr>
              <a:xfrm>
                <a:off x="2432987" y="1185676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6C1F55FB-D362-4DC5-8632-5EB0A2B4C5ED}"/>
                  </a:ext>
                </a:extLst>
              </p:cNvPr>
              <p:cNvSpPr/>
              <p:nvPr/>
            </p:nvSpPr>
            <p:spPr>
              <a:xfrm>
                <a:off x="2482601" y="1187211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C13A3597-AC23-4C4A-B5F7-D1C0B48EAB75}"/>
                  </a:ext>
                </a:extLst>
              </p:cNvPr>
              <p:cNvSpPr txBox="1"/>
              <p:nvPr/>
            </p:nvSpPr>
            <p:spPr>
              <a:xfrm>
                <a:off x="2129173" y="1093825"/>
                <a:ext cx="31290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…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617B1D5-FACC-432E-B853-F3D7EF03114E}"/>
                </a:ext>
              </a:extLst>
            </p:cNvPr>
            <p:cNvGrpSpPr/>
            <p:nvPr/>
          </p:nvGrpSpPr>
          <p:grpSpPr>
            <a:xfrm>
              <a:off x="2545717" y="3445675"/>
              <a:ext cx="1315606" cy="906562"/>
              <a:chOff x="622461" y="2536615"/>
              <a:chExt cx="1315606" cy="906562"/>
            </a:xfrm>
          </p:grpSpPr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B3F90E72-928E-4C59-87FE-85DD342438FA}"/>
                  </a:ext>
                </a:extLst>
              </p:cNvPr>
              <p:cNvSpPr/>
              <p:nvPr/>
            </p:nvSpPr>
            <p:spPr>
              <a:xfrm>
                <a:off x="622461" y="2543900"/>
                <a:ext cx="657803" cy="30076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t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Thread Block(0,0)</a:t>
                </a:r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E82847B-10D2-4F7E-8E25-237EA513B95A}"/>
                  </a:ext>
                </a:extLst>
              </p:cNvPr>
              <p:cNvSpPr/>
              <p:nvPr/>
            </p:nvSpPr>
            <p:spPr>
              <a:xfrm>
                <a:off x="666113" y="2661786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A85BDFFF-B37E-4267-8CD6-BB9682FFFE9A}"/>
                  </a:ext>
                </a:extLst>
              </p:cNvPr>
              <p:cNvSpPr/>
              <p:nvPr/>
            </p:nvSpPr>
            <p:spPr>
              <a:xfrm>
                <a:off x="715727" y="2663321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E1BD23E1-2788-4987-8F0C-0B9290CD76D9}"/>
                  </a:ext>
                </a:extLst>
              </p:cNvPr>
              <p:cNvSpPr/>
              <p:nvPr/>
            </p:nvSpPr>
            <p:spPr>
              <a:xfrm>
                <a:off x="773796" y="2667767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6021792A-2836-4010-88F3-F8C808A596A3}"/>
                  </a:ext>
                </a:extLst>
              </p:cNvPr>
              <p:cNvSpPr/>
              <p:nvPr/>
            </p:nvSpPr>
            <p:spPr>
              <a:xfrm>
                <a:off x="823410" y="2669302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C3A352CA-FA79-4679-A53F-614578E8AFAA}"/>
                  </a:ext>
                </a:extLst>
              </p:cNvPr>
              <p:cNvSpPr/>
              <p:nvPr/>
            </p:nvSpPr>
            <p:spPr>
              <a:xfrm>
                <a:off x="1009698" y="2661396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AC366AF8-F412-4BD1-9BF2-8D322A677187}"/>
                  </a:ext>
                </a:extLst>
              </p:cNvPr>
              <p:cNvSpPr/>
              <p:nvPr/>
            </p:nvSpPr>
            <p:spPr>
              <a:xfrm>
                <a:off x="1059312" y="2662931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854A4D4B-11BF-474E-AB70-1FCE981DB777}"/>
                  </a:ext>
                </a:extLst>
              </p:cNvPr>
              <p:cNvSpPr/>
              <p:nvPr/>
            </p:nvSpPr>
            <p:spPr>
              <a:xfrm>
                <a:off x="1117381" y="2667377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5FB5EDC1-BF6A-48CC-899A-032445EC37B3}"/>
                  </a:ext>
                </a:extLst>
              </p:cNvPr>
              <p:cNvSpPr/>
              <p:nvPr/>
            </p:nvSpPr>
            <p:spPr>
              <a:xfrm>
                <a:off x="1166995" y="2668912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E80EB1C4-26B1-4392-946F-19663DFA72C3}"/>
                  </a:ext>
                </a:extLst>
              </p:cNvPr>
              <p:cNvSpPr txBox="1"/>
              <p:nvPr/>
            </p:nvSpPr>
            <p:spPr>
              <a:xfrm>
                <a:off x="813567" y="2575526"/>
                <a:ext cx="31290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…</a:t>
                </a:r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6F1615FF-C7AD-4BAF-9F56-E21DE4672710}"/>
                  </a:ext>
                </a:extLst>
              </p:cNvPr>
              <p:cNvSpPr/>
              <p:nvPr/>
            </p:nvSpPr>
            <p:spPr>
              <a:xfrm>
                <a:off x="1280264" y="2536615"/>
                <a:ext cx="657803" cy="30076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t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Thread Block(0,1)</a:t>
                </a:r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66DCD5FF-A5E4-4796-9A1D-22284EB8C592}"/>
                  </a:ext>
                </a:extLst>
              </p:cNvPr>
              <p:cNvSpPr/>
              <p:nvPr/>
            </p:nvSpPr>
            <p:spPr>
              <a:xfrm>
                <a:off x="1323916" y="2654501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06C90A9F-C67D-4841-BBAE-459A262BC736}"/>
                  </a:ext>
                </a:extLst>
              </p:cNvPr>
              <p:cNvSpPr/>
              <p:nvPr/>
            </p:nvSpPr>
            <p:spPr>
              <a:xfrm>
                <a:off x="1373530" y="2656036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5799A894-8916-4471-BBC8-CE112F75FFB6}"/>
                  </a:ext>
                </a:extLst>
              </p:cNvPr>
              <p:cNvSpPr/>
              <p:nvPr/>
            </p:nvSpPr>
            <p:spPr>
              <a:xfrm>
                <a:off x="1431599" y="2660482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3B0A3E0D-1218-4256-BCC0-846EDA24CF03}"/>
                  </a:ext>
                </a:extLst>
              </p:cNvPr>
              <p:cNvSpPr/>
              <p:nvPr/>
            </p:nvSpPr>
            <p:spPr>
              <a:xfrm>
                <a:off x="1481213" y="2662017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4137E24-B589-44B7-B44D-140B7D06EAFF}"/>
                  </a:ext>
                </a:extLst>
              </p:cNvPr>
              <p:cNvSpPr/>
              <p:nvPr/>
            </p:nvSpPr>
            <p:spPr>
              <a:xfrm>
                <a:off x="1667501" y="2654111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0943F79-F5B1-4596-86DC-A121041FA74D}"/>
                  </a:ext>
                </a:extLst>
              </p:cNvPr>
              <p:cNvSpPr/>
              <p:nvPr/>
            </p:nvSpPr>
            <p:spPr>
              <a:xfrm>
                <a:off x="1717115" y="2655646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E4878BFA-649A-40C7-8764-12920157434E}"/>
                  </a:ext>
                </a:extLst>
              </p:cNvPr>
              <p:cNvSpPr/>
              <p:nvPr/>
            </p:nvSpPr>
            <p:spPr>
              <a:xfrm>
                <a:off x="1775184" y="2660092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C60FFA13-BFEB-490F-BB30-4498B8744C18}"/>
                  </a:ext>
                </a:extLst>
              </p:cNvPr>
              <p:cNvSpPr/>
              <p:nvPr/>
            </p:nvSpPr>
            <p:spPr>
              <a:xfrm>
                <a:off x="1824798" y="2661627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4A024410-8CB5-4294-9588-C78B33175124}"/>
                  </a:ext>
                </a:extLst>
              </p:cNvPr>
              <p:cNvSpPr txBox="1"/>
              <p:nvPr/>
            </p:nvSpPr>
            <p:spPr>
              <a:xfrm>
                <a:off x="1471370" y="2568241"/>
                <a:ext cx="31290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…</a:t>
                </a:r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4535CCD4-B26E-4801-A112-0C0120C1DB39}"/>
                  </a:ext>
                </a:extLst>
              </p:cNvPr>
              <p:cNvSpPr/>
              <p:nvPr/>
            </p:nvSpPr>
            <p:spPr>
              <a:xfrm>
                <a:off x="622461" y="2841639"/>
                <a:ext cx="657803" cy="30076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t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Thread Block(1,0)</a:t>
                </a:r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7F128D8D-2E47-4CFB-9358-85D93B06043F}"/>
                  </a:ext>
                </a:extLst>
              </p:cNvPr>
              <p:cNvSpPr/>
              <p:nvPr/>
            </p:nvSpPr>
            <p:spPr>
              <a:xfrm>
                <a:off x="666113" y="2959525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2D43E3C6-415E-4649-9AA3-E68ABA468030}"/>
                  </a:ext>
                </a:extLst>
              </p:cNvPr>
              <p:cNvSpPr/>
              <p:nvPr/>
            </p:nvSpPr>
            <p:spPr>
              <a:xfrm>
                <a:off x="715727" y="2961060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DC923718-A792-4339-8849-4258F3F8B1D4}"/>
                  </a:ext>
                </a:extLst>
              </p:cNvPr>
              <p:cNvSpPr/>
              <p:nvPr/>
            </p:nvSpPr>
            <p:spPr>
              <a:xfrm>
                <a:off x="773796" y="2965506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DEA36F03-DBA7-402E-B01B-AE4A320B117B}"/>
                  </a:ext>
                </a:extLst>
              </p:cNvPr>
              <p:cNvSpPr/>
              <p:nvPr/>
            </p:nvSpPr>
            <p:spPr>
              <a:xfrm>
                <a:off x="823410" y="2967041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F172A676-6AE5-4EED-8C9E-7964DC7F0445}"/>
                  </a:ext>
                </a:extLst>
              </p:cNvPr>
              <p:cNvSpPr/>
              <p:nvPr/>
            </p:nvSpPr>
            <p:spPr>
              <a:xfrm>
                <a:off x="1009698" y="2959135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3A9A3BBB-D046-4C39-B218-4BC9E9EADEB2}"/>
                  </a:ext>
                </a:extLst>
              </p:cNvPr>
              <p:cNvSpPr/>
              <p:nvPr/>
            </p:nvSpPr>
            <p:spPr>
              <a:xfrm>
                <a:off x="1059312" y="2960670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D3288CE9-D338-4F7F-B4A1-11A315197C01}"/>
                  </a:ext>
                </a:extLst>
              </p:cNvPr>
              <p:cNvSpPr/>
              <p:nvPr/>
            </p:nvSpPr>
            <p:spPr>
              <a:xfrm>
                <a:off x="1117381" y="2965116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4525D476-F114-4BBD-987D-5881756D6FE3}"/>
                  </a:ext>
                </a:extLst>
              </p:cNvPr>
              <p:cNvSpPr/>
              <p:nvPr/>
            </p:nvSpPr>
            <p:spPr>
              <a:xfrm>
                <a:off x="1166995" y="2966651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60662F0E-EF14-4D8F-BF39-777663A5D178}"/>
                  </a:ext>
                </a:extLst>
              </p:cNvPr>
              <p:cNvSpPr txBox="1"/>
              <p:nvPr/>
            </p:nvSpPr>
            <p:spPr>
              <a:xfrm>
                <a:off x="813567" y="2873265"/>
                <a:ext cx="31290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…</a:t>
                </a:r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DC1040B7-3DAC-46AD-AE97-CDBB3B3D9391}"/>
                  </a:ext>
                </a:extLst>
              </p:cNvPr>
              <p:cNvSpPr/>
              <p:nvPr/>
            </p:nvSpPr>
            <p:spPr>
              <a:xfrm>
                <a:off x="1280264" y="2834354"/>
                <a:ext cx="657803" cy="30076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t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Thread Block(1,1)</a:t>
                </a:r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B9E0FD9-0360-44B9-BA15-252497680612}"/>
                  </a:ext>
                </a:extLst>
              </p:cNvPr>
              <p:cNvSpPr/>
              <p:nvPr/>
            </p:nvSpPr>
            <p:spPr>
              <a:xfrm>
                <a:off x="1323916" y="2952240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73FE9255-AECE-479C-A467-144D8836024D}"/>
                  </a:ext>
                </a:extLst>
              </p:cNvPr>
              <p:cNvSpPr/>
              <p:nvPr/>
            </p:nvSpPr>
            <p:spPr>
              <a:xfrm>
                <a:off x="1373530" y="2953775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F900423C-D2DF-4B06-8F5B-572A60F1D659}"/>
                  </a:ext>
                </a:extLst>
              </p:cNvPr>
              <p:cNvSpPr/>
              <p:nvPr/>
            </p:nvSpPr>
            <p:spPr>
              <a:xfrm>
                <a:off x="1431599" y="2958221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3E8B7193-744D-4F29-A92C-C2A279134C5C}"/>
                  </a:ext>
                </a:extLst>
              </p:cNvPr>
              <p:cNvSpPr/>
              <p:nvPr/>
            </p:nvSpPr>
            <p:spPr>
              <a:xfrm>
                <a:off x="1481213" y="2959756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FEF8E49E-08AA-4278-98AE-5FF4E35D2B3D}"/>
                  </a:ext>
                </a:extLst>
              </p:cNvPr>
              <p:cNvSpPr/>
              <p:nvPr/>
            </p:nvSpPr>
            <p:spPr>
              <a:xfrm>
                <a:off x="1667501" y="2951850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A53D182A-7418-4E4D-8E37-2986F8973103}"/>
                  </a:ext>
                </a:extLst>
              </p:cNvPr>
              <p:cNvSpPr/>
              <p:nvPr/>
            </p:nvSpPr>
            <p:spPr>
              <a:xfrm>
                <a:off x="1717115" y="2953385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DAAE1ACD-46EE-4E5C-828D-30DEBFD4B9A5}"/>
                  </a:ext>
                </a:extLst>
              </p:cNvPr>
              <p:cNvSpPr/>
              <p:nvPr/>
            </p:nvSpPr>
            <p:spPr>
              <a:xfrm>
                <a:off x="1775184" y="2957831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ED8097CA-B3D3-427A-B357-229907CE6A30}"/>
                  </a:ext>
                </a:extLst>
              </p:cNvPr>
              <p:cNvSpPr/>
              <p:nvPr/>
            </p:nvSpPr>
            <p:spPr>
              <a:xfrm>
                <a:off x="1824798" y="2959366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84B3C8AD-1191-4886-AE54-466DBE858D31}"/>
                  </a:ext>
                </a:extLst>
              </p:cNvPr>
              <p:cNvSpPr txBox="1"/>
              <p:nvPr/>
            </p:nvSpPr>
            <p:spPr>
              <a:xfrm>
                <a:off x="1471370" y="2865980"/>
                <a:ext cx="31290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…</a:t>
                </a:r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4DA8FBA1-778E-4262-B605-F69A5B14B534}"/>
                  </a:ext>
                </a:extLst>
              </p:cNvPr>
              <p:cNvSpPr/>
              <p:nvPr/>
            </p:nvSpPr>
            <p:spPr>
              <a:xfrm>
                <a:off x="622461" y="3142408"/>
                <a:ext cx="657803" cy="30076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t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Thread Block(2,0)</a:t>
                </a:r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EC5C892E-2787-46BF-844F-06A9BFA999DB}"/>
                  </a:ext>
                </a:extLst>
              </p:cNvPr>
              <p:cNvSpPr/>
              <p:nvPr/>
            </p:nvSpPr>
            <p:spPr>
              <a:xfrm>
                <a:off x="666113" y="3260294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E2FA5C7D-B1DC-42CF-9500-4036AA3EEA29}"/>
                  </a:ext>
                </a:extLst>
              </p:cNvPr>
              <p:cNvSpPr/>
              <p:nvPr/>
            </p:nvSpPr>
            <p:spPr>
              <a:xfrm>
                <a:off x="715727" y="3261829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4A13147F-3B04-4389-8C56-131FE7A16FF4}"/>
                  </a:ext>
                </a:extLst>
              </p:cNvPr>
              <p:cNvSpPr/>
              <p:nvPr/>
            </p:nvSpPr>
            <p:spPr>
              <a:xfrm>
                <a:off x="773796" y="3266275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4158EAB6-5A16-4FD5-B211-8D09DD3B7BD9}"/>
                  </a:ext>
                </a:extLst>
              </p:cNvPr>
              <p:cNvSpPr/>
              <p:nvPr/>
            </p:nvSpPr>
            <p:spPr>
              <a:xfrm>
                <a:off x="823410" y="3267810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1B65F80C-7561-4BC7-8B3E-B2FBD1A5D04C}"/>
                  </a:ext>
                </a:extLst>
              </p:cNvPr>
              <p:cNvSpPr/>
              <p:nvPr/>
            </p:nvSpPr>
            <p:spPr>
              <a:xfrm>
                <a:off x="1009698" y="3259904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3054EA21-B9A5-45EF-B335-0AEC63CADF85}"/>
                  </a:ext>
                </a:extLst>
              </p:cNvPr>
              <p:cNvSpPr/>
              <p:nvPr/>
            </p:nvSpPr>
            <p:spPr>
              <a:xfrm>
                <a:off x="1059312" y="3261439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DBA78784-8DF8-4A32-A19B-C885D4EE0E65}"/>
                  </a:ext>
                </a:extLst>
              </p:cNvPr>
              <p:cNvSpPr/>
              <p:nvPr/>
            </p:nvSpPr>
            <p:spPr>
              <a:xfrm>
                <a:off x="1117381" y="3265885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4115C984-808B-467B-B44D-4D95E001A0CD}"/>
                  </a:ext>
                </a:extLst>
              </p:cNvPr>
              <p:cNvSpPr/>
              <p:nvPr/>
            </p:nvSpPr>
            <p:spPr>
              <a:xfrm>
                <a:off x="1166995" y="3267420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16C17798-4BE4-4423-80E7-5E85D75B8CE2}"/>
                  </a:ext>
                </a:extLst>
              </p:cNvPr>
              <p:cNvSpPr txBox="1"/>
              <p:nvPr/>
            </p:nvSpPr>
            <p:spPr>
              <a:xfrm>
                <a:off x="813567" y="3174034"/>
                <a:ext cx="31290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…</a:t>
                </a:r>
              </a:p>
            </p:txBody>
          </p:sp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16336328-D141-4BC1-AACE-A0AD3018DFE6}"/>
                  </a:ext>
                </a:extLst>
              </p:cNvPr>
              <p:cNvSpPr/>
              <p:nvPr/>
            </p:nvSpPr>
            <p:spPr>
              <a:xfrm>
                <a:off x="1280264" y="3135123"/>
                <a:ext cx="657803" cy="30076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9144" bIns="9144" rtlCol="0" anchor="t"/>
              <a:lstStyle/>
              <a:p>
                <a:pPr algn="ctr"/>
                <a:r>
                  <a:rPr lang="en-US" sz="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Thread Block(2,1)</a:t>
                </a:r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8C7578F8-FF3C-4A10-9F91-E1D3081CB99A}"/>
                  </a:ext>
                </a:extLst>
              </p:cNvPr>
              <p:cNvSpPr/>
              <p:nvPr/>
            </p:nvSpPr>
            <p:spPr>
              <a:xfrm>
                <a:off x="1323916" y="3253009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8EE8F2FF-BABB-4F5D-8487-0292F49431EF}"/>
                  </a:ext>
                </a:extLst>
              </p:cNvPr>
              <p:cNvSpPr/>
              <p:nvPr/>
            </p:nvSpPr>
            <p:spPr>
              <a:xfrm>
                <a:off x="1373530" y="3254544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91336DAE-D35C-4378-8178-95E2D6FC1921}"/>
                  </a:ext>
                </a:extLst>
              </p:cNvPr>
              <p:cNvSpPr/>
              <p:nvPr/>
            </p:nvSpPr>
            <p:spPr>
              <a:xfrm>
                <a:off x="1431599" y="3258990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B295FD2A-E808-41CE-A8D6-AE02D1A9E74E}"/>
                  </a:ext>
                </a:extLst>
              </p:cNvPr>
              <p:cNvSpPr/>
              <p:nvPr/>
            </p:nvSpPr>
            <p:spPr>
              <a:xfrm>
                <a:off x="1481213" y="3260525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B9801323-D262-4F7B-8C0D-903D69D24F89}"/>
                  </a:ext>
                </a:extLst>
              </p:cNvPr>
              <p:cNvSpPr/>
              <p:nvPr/>
            </p:nvSpPr>
            <p:spPr>
              <a:xfrm>
                <a:off x="1667501" y="3252619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36931662-7E3D-4392-A1C0-321EA4C14A27}"/>
                  </a:ext>
                </a:extLst>
              </p:cNvPr>
              <p:cNvSpPr/>
              <p:nvPr/>
            </p:nvSpPr>
            <p:spPr>
              <a:xfrm>
                <a:off x="1717115" y="3254154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CA7D1418-3A67-48CF-BA6A-23239B078CD2}"/>
                  </a:ext>
                </a:extLst>
              </p:cNvPr>
              <p:cNvSpPr/>
              <p:nvPr/>
            </p:nvSpPr>
            <p:spPr>
              <a:xfrm>
                <a:off x="1775184" y="3258600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4800953B-0366-4F1A-827B-52365E98EFA4}"/>
                  </a:ext>
                </a:extLst>
              </p:cNvPr>
              <p:cNvSpPr/>
              <p:nvPr/>
            </p:nvSpPr>
            <p:spPr>
              <a:xfrm>
                <a:off x="1824798" y="3260135"/>
                <a:ext cx="45719" cy="137160"/>
              </a:xfrm>
              <a:custGeom>
                <a:avLst/>
                <a:gdLst>
                  <a:gd name="connsiteX0" fmla="*/ 40220 w 76643"/>
                  <a:gd name="connsiteY0" fmla="*/ 0 h 356103"/>
                  <a:gd name="connsiteX1" fmla="*/ 989 w 76643"/>
                  <a:gd name="connsiteY1" fmla="*/ 126749 h 356103"/>
                  <a:gd name="connsiteX2" fmla="*/ 76434 w 76643"/>
                  <a:gd name="connsiteY2" fmla="*/ 220301 h 356103"/>
                  <a:gd name="connsiteX3" fmla="*/ 19095 w 76643"/>
                  <a:gd name="connsiteY3" fmla="*/ 356103 h 356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643" h="356103">
                    <a:moveTo>
                      <a:pt x="40220" y="0"/>
                    </a:moveTo>
                    <a:cubicBezTo>
                      <a:pt x="17586" y="45016"/>
                      <a:pt x="-5047" y="90032"/>
                      <a:pt x="989" y="126749"/>
                    </a:cubicBezTo>
                    <a:cubicBezTo>
                      <a:pt x="7025" y="163466"/>
                      <a:pt x="73416" y="182075"/>
                      <a:pt x="76434" y="220301"/>
                    </a:cubicBezTo>
                    <a:cubicBezTo>
                      <a:pt x="79452" y="258527"/>
                      <a:pt x="49273" y="307315"/>
                      <a:pt x="19095" y="356103"/>
                    </a:cubicBezTo>
                  </a:path>
                </a:pathLst>
              </a:custGeom>
              <a:noFill/>
              <a:ln>
                <a:tailEnd type="triangl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93E5229F-4E72-4285-80F2-430B3E3A44F6}"/>
                  </a:ext>
                </a:extLst>
              </p:cNvPr>
              <p:cNvSpPr txBox="1"/>
              <p:nvPr/>
            </p:nvSpPr>
            <p:spPr>
              <a:xfrm>
                <a:off x="1471370" y="3166749"/>
                <a:ext cx="31290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…</a:t>
                </a: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9DBF022-964F-459D-BC98-3C80724C58BE}"/>
                </a:ext>
              </a:extLst>
            </p:cNvPr>
            <p:cNvSpPr/>
            <p:nvPr/>
          </p:nvSpPr>
          <p:spPr>
            <a:xfrm>
              <a:off x="921746" y="550061"/>
              <a:ext cx="553226" cy="3385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3EF57CBF-3128-477F-8492-29387ED95034}"/>
                </a:ext>
              </a:extLst>
            </p:cNvPr>
            <p:cNvSpPr/>
            <p:nvPr/>
          </p:nvSpPr>
          <p:spPr>
            <a:xfrm>
              <a:off x="1170851" y="616054"/>
              <a:ext cx="72456" cy="252338"/>
            </a:xfrm>
            <a:custGeom>
              <a:avLst/>
              <a:gdLst>
                <a:gd name="connsiteX0" fmla="*/ 40220 w 76643"/>
                <a:gd name="connsiteY0" fmla="*/ 0 h 356103"/>
                <a:gd name="connsiteX1" fmla="*/ 989 w 76643"/>
                <a:gd name="connsiteY1" fmla="*/ 126749 h 356103"/>
                <a:gd name="connsiteX2" fmla="*/ 76434 w 76643"/>
                <a:gd name="connsiteY2" fmla="*/ 220301 h 356103"/>
                <a:gd name="connsiteX3" fmla="*/ 19095 w 76643"/>
                <a:gd name="connsiteY3" fmla="*/ 356103 h 356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643" h="356103">
                  <a:moveTo>
                    <a:pt x="40220" y="0"/>
                  </a:moveTo>
                  <a:cubicBezTo>
                    <a:pt x="17586" y="45016"/>
                    <a:pt x="-5047" y="90032"/>
                    <a:pt x="989" y="126749"/>
                  </a:cubicBezTo>
                  <a:cubicBezTo>
                    <a:pt x="7025" y="163466"/>
                    <a:pt x="73416" y="182075"/>
                    <a:pt x="76434" y="220301"/>
                  </a:cubicBezTo>
                  <a:cubicBezTo>
                    <a:pt x="79452" y="258527"/>
                    <a:pt x="49273" y="307315"/>
                    <a:pt x="19095" y="356103"/>
                  </a:cubicBezTo>
                </a:path>
              </a:pathLst>
            </a:custGeom>
            <a:noFill/>
            <a:ln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8" name="Arrow: Right 187">
              <a:extLst>
                <a:ext uri="{FF2B5EF4-FFF2-40B4-BE49-F238E27FC236}">
                  <a16:creationId xmlns:a16="http://schemas.microsoft.com/office/drawing/2014/main" id="{F7BBD7BD-2C68-4643-B4B2-CD36C3D3B87A}"/>
                </a:ext>
              </a:extLst>
            </p:cNvPr>
            <p:cNvSpPr/>
            <p:nvPr/>
          </p:nvSpPr>
          <p:spPr>
            <a:xfrm>
              <a:off x="1726739" y="1214664"/>
              <a:ext cx="370918" cy="162238"/>
            </a:xfrm>
            <a:prstGeom prst="rightArrow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5A4845D1-2FE9-4E95-A830-7A20E20146C0}"/>
                </a:ext>
              </a:extLst>
            </p:cNvPr>
            <p:cNvSpPr/>
            <p:nvPr/>
          </p:nvSpPr>
          <p:spPr>
            <a:xfrm>
              <a:off x="1689312" y="2705089"/>
              <a:ext cx="492915" cy="43108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0" name="Arrow: Right 189">
              <a:extLst>
                <a:ext uri="{FF2B5EF4-FFF2-40B4-BE49-F238E27FC236}">
                  <a16:creationId xmlns:a16="http://schemas.microsoft.com/office/drawing/2014/main" id="{4A0F4991-EEB5-4742-A91D-521B47954B33}"/>
                </a:ext>
              </a:extLst>
            </p:cNvPr>
            <p:cNvSpPr/>
            <p:nvPr/>
          </p:nvSpPr>
          <p:spPr>
            <a:xfrm>
              <a:off x="1745996" y="2938072"/>
              <a:ext cx="370918" cy="162238"/>
            </a:xfrm>
            <a:prstGeom prst="rightArrow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3B9DB856-CDDF-4CE8-8914-0D9524826165}"/>
                </a:ext>
              </a:extLst>
            </p:cNvPr>
            <p:cNvSpPr/>
            <p:nvPr/>
          </p:nvSpPr>
          <p:spPr>
            <a:xfrm>
              <a:off x="1684998" y="4584684"/>
              <a:ext cx="492915" cy="37763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Arrow: Right 191">
              <a:extLst>
                <a:ext uri="{FF2B5EF4-FFF2-40B4-BE49-F238E27FC236}">
                  <a16:creationId xmlns:a16="http://schemas.microsoft.com/office/drawing/2014/main" id="{0BA2E39D-B3B3-4A46-898B-18435F0BCC01}"/>
                </a:ext>
              </a:extLst>
            </p:cNvPr>
            <p:cNvSpPr/>
            <p:nvPr/>
          </p:nvSpPr>
          <p:spPr>
            <a:xfrm flipH="1">
              <a:off x="1791648" y="4795078"/>
              <a:ext cx="280629" cy="157955"/>
            </a:xfrm>
            <a:prstGeom prst="rightArrow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B95410C2-5544-42A0-A758-1C06AA12E4E1}"/>
                </a:ext>
              </a:extLst>
            </p:cNvPr>
            <p:cNvSpPr/>
            <p:nvPr/>
          </p:nvSpPr>
          <p:spPr>
            <a:xfrm>
              <a:off x="917098" y="5022559"/>
              <a:ext cx="553226" cy="3044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72291165-1B37-4790-AF92-067BF81A07F4}"/>
                </a:ext>
              </a:extLst>
            </p:cNvPr>
            <p:cNvSpPr/>
            <p:nvPr/>
          </p:nvSpPr>
          <p:spPr>
            <a:xfrm>
              <a:off x="1170851" y="5057065"/>
              <a:ext cx="72456" cy="252338"/>
            </a:xfrm>
            <a:custGeom>
              <a:avLst/>
              <a:gdLst>
                <a:gd name="connsiteX0" fmla="*/ 40220 w 76643"/>
                <a:gd name="connsiteY0" fmla="*/ 0 h 356103"/>
                <a:gd name="connsiteX1" fmla="*/ 989 w 76643"/>
                <a:gd name="connsiteY1" fmla="*/ 126749 h 356103"/>
                <a:gd name="connsiteX2" fmla="*/ 76434 w 76643"/>
                <a:gd name="connsiteY2" fmla="*/ 220301 h 356103"/>
                <a:gd name="connsiteX3" fmla="*/ 19095 w 76643"/>
                <a:gd name="connsiteY3" fmla="*/ 356103 h 356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643" h="356103">
                  <a:moveTo>
                    <a:pt x="40220" y="0"/>
                  </a:moveTo>
                  <a:cubicBezTo>
                    <a:pt x="17586" y="45016"/>
                    <a:pt x="-5047" y="90032"/>
                    <a:pt x="989" y="126749"/>
                  </a:cubicBezTo>
                  <a:cubicBezTo>
                    <a:pt x="7025" y="163466"/>
                    <a:pt x="73416" y="182075"/>
                    <a:pt x="76434" y="220301"/>
                  </a:cubicBezTo>
                  <a:cubicBezTo>
                    <a:pt x="79452" y="258527"/>
                    <a:pt x="49273" y="307315"/>
                    <a:pt x="19095" y="356103"/>
                  </a:cubicBezTo>
                </a:path>
              </a:pathLst>
            </a:custGeom>
            <a:noFill/>
            <a:ln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A174C9A3-BC73-423A-B77C-E782E26EBE40}"/>
                </a:ext>
              </a:extLst>
            </p:cNvPr>
            <p:cNvSpPr txBox="1"/>
            <p:nvPr/>
          </p:nvSpPr>
          <p:spPr>
            <a:xfrm>
              <a:off x="127718" y="1045387"/>
              <a:ext cx="7177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将数据</a:t>
              </a:r>
              <a:r>
                <a:rPr lang="en-US" altLang="zh-CN" sz="8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拷贝到设备</a:t>
              </a:r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549ACBF8-1A69-4927-A189-26EB13186D97}"/>
                </a:ext>
              </a:extLst>
            </p:cNvPr>
            <p:cNvSpPr txBox="1"/>
            <p:nvPr/>
          </p:nvSpPr>
          <p:spPr>
            <a:xfrm>
              <a:off x="158293" y="1425178"/>
              <a:ext cx="619965" cy="3355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启动并运行内核</a:t>
              </a:r>
              <a:r>
                <a:rPr lang="en-US" altLang="zh-CN" sz="8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8C2326D9-1B0A-4CBE-B64F-A019E04A46CF}"/>
                </a:ext>
              </a:extLst>
            </p:cNvPr>
            <p:cNvSpPr/>
            <p:nvPr/>
          </p:nvSpPr>
          <p:spPr>
            <a:xfrm>
              <a:off x="930466" y="1454679"/>
              <a:ext cx="553226" cy="1728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A14632E8-FBEB-4206-9DCA-72F16D557E73}"/>
                </a:ext>
              </a:extLst>
            </p:cNvPr>
            <p:cNvSpPr/>
            <p:nvPr/>
          </p:nvSpPr>
          <p:spPr>
            <a:xfrm>
              <a:off x="1208231" y="1498830"/>
              <a:ext cx="45719" cy="128688"/>
            </a:xfrm>
            <a:custGeom>
              <a:avLst/>
              <a:gdLst>
                <a:gd name="connsiteX0" fmla="*/ 40220 w 76643"/>
                <a:gd name="connsiteY0" fmla="*/ 0 h 356103"/>
                <a:gd name="connsiteX1" fmla="*/ 989 w 76643"/>
                <a:gd name="connsiteY1" fmla="*/ 126749 h 356103"/>
                <a:gd name="connsiteX2" fmla="*/ 76434 w 76643"/>
                <a:gd name="connsiteY2" fmla="*/ 220301 h 356103"/>
                <a:gd name="connsiteX3" fmla="*/ 19095 w 76643"/>
                <a:gd name="connsiteY3" fmla="*/ 356103 h 356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643" h="356103">
                  <a:moveTo>
                    <a:pt x="40220" y="0"/>
                  </a:moveTo>
                  <a:cubicBezTo>
                    <a:pt x="17586" y="45016"/>
                    <a:pt x="-5047" y="90032"/>
                    <a:pt x="989" y="126749"/>
                  </a:cubicBezTo>
                  <a:cubicBezTo>
                    <a:pt x="7025" y="163466"/>
                    <a:pt x="73416" y="182075"/>
                    <a:pt x="76434" y="220301"/>
                  </a:cubicBezTo>
                  <a:cubicBezTo>
                    <a:pt x="79452" y="258527"/>
                    <a:pt x="49273" y="307315"/>
                    <a:pt x="19095" y="356103"/>
                  </a:cubicBezTo>
                </a:path>
              </a:pathLst>
            </a:custGeom>
            <a:noFill/>
            <a:ln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D2D1D21C-BBA4-4875-95DF-5A9C48588FDA}"/>
                </a:ext>
              </a:extLst>
            </p:cNvPr>
            <p:cNvSpPr txBox="1"/>
            <p:nvPr/>
          </p:nvSpPr>
          <p:spPr>
            <a:xfrm>
              <a:off x="87416" y="2471468"/>
              <a:ext cx="74951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准备数据</a:t>
              </a:r>
              <a:r>
                <a:rPr lang="en-US" altLang="zh-CN" sz="8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并拷贝到设备</a:t>
              </a:r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8FE027B2-D419-4884-8130-D656BC1D7AD0}"/>
                </a:ext>
              </a:extLst>
            </p:cNvPr>
            <p:cNvSpPr/>
            <p:nvPr/>
          </p:nvSpPr>
          <p:spPr>
            <a:xfrm>
              <a:off x="917683" y="2532250"/>
              <a:ext cx="553226" cy="1728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1872BED4-B862-4453-8EC7-34A54B45F01C}"/>
                </a:ext>
              </a:extLst>
            </p:cNvPr>
            <p:cNvSpPr/>
            <p:nvPr/>
          </p:nvSpPr>
          <p:spPr>
            <a:xfrm>
              <a:off x="1195448" y="2576401"/>
              <a:ext cx="45719" cy="128688"/>
            </a:xfrm>
            <a:custGeom>
              <a:avLst/>
              <a:gdLst>
                <a:gd name="connsiteX0" fmla="*/ 40220 w 76643"/>
                <a:gd name="connsiteY0" fmla="*/ 0 h 356103"/>
                <a:gd name="connsiteX1" fmla="*/ 989 w 76643"/>
                <a:gd name="connsiteY1" fmla="*/ 126749 h 356103"/>
                <a:gd name="connsiteX2" fmla="*/ 76434 w 76643"/>
                <a:gd name="connsiteY2" fmla="*/ 220301 h 356103"/>
                <a:gd name="connsiteX3" fmla="*/ 19095 w 76643"/>
                <a:gd name="connsiteY3" fmla="*/ 356103 h 356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643" h="356103">
                  <a:moveTo>
                    <a:pt x="40220" y="0"/>
                  </a:moveTo>
                  <a:cubicBezTo>
                    <a:pt x="17586" y="45016"/>
                    <a:pt x="-5047" y="90032"/>
                    <a:pt x="989" y="126749"/>
                  </a:cubicBezTo>
                  <a:cubicBezTo>
                    <a:pt x="7025" y="163466"/>
                    <a:pt x="73416" y="182075"/>
                    <a:pt x="76434" y="220301"/>
                  </a:cubicBezTo>
                  <a:cubicBezTo>
                    <a:pt x="79452" y="258527"/>
                    <a:pt x="49273" y="307315"/>
                    <a:pt x="19095" y="356103"/>
                  </a:cubicBezTo>
                </a:path>
              </a:pathLst>
            </a:custGeom>
            <a:noFill/>
            <a:ln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3791EAF1-3967-4D60-9FFE-3449408C6EB8}"/>
                </a:ext>
              </a:extLst>
            </p:cNvPr>
            <p:cNvSpPr/>
            <p:nvPr/>
          </p:nvSpPr>
          <p:spPr>
            <a:xfrm>
              <a:off x="918835" y="3173578"/>
              <a:ext cx="553226" cy="1728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1112AB1-155A-43EC-8C56-9A85FDF198A8}"/>
                </a:ext>
              </a:extLst>
            </p:cNvPr>
            <p:cNvSpPr/>
            <p:nvPr/>
          </p:nvSpPr>
          <p:spPr>
            <a:xfrm>
              <a:off x="1196600" y="3217729"/>
              <a:ext cx="45719" cy="128688"/>
            </a:xfrm>
            <a:custGeom>
              <a:avLst/>
              <a:gdLst>
                <a:gd name="connsiteX0" fmla="*/ 40220 w 76643"/>
                <a:gd name="connsiteY0" fmla="*/ 0 h 356103"/>
                <a:gd name="connsiteX1" fmla="*/ 989 w 76643"/>
                <a:gd name="connsiteY1" fmla="*/ 126749 h 356103"/>
                <a:gd name="connsiteX2" fmla="*/ 76434 w 76643"/>
                <a:gd name="connsiteY2" fmla="*/ 220301 h 356103"/>
                <a:gd name="connsiteX3" fmla="*/ 19095 w 76643"/>
                <a:gd name="connsiteY3" fmla="*/ 356103 h 356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643" h="356103">
                  <a:moveTo>
                    <a:pt x="40220" y="0"/>
                  </a:moveTo>
                  <a:cubicBezTo>
                    <a:pt x="17586" y="45016"/>
                    <a:pt x="-5047" y="90032"/>
                    <a:pt x="989" y="126749"/>
                  </a:cubicBezTo>
                  <a:cubicBezTo>
                    <a:pt x="7025" y="163466"/>
                    <a:pt x="73416" y="182075"/>
                    <a:pt x="76434" y="220301"/>
                  </a:cubicBezTo>
                  <a:cubicBezTo>
                    <a:pt x="79452" y="258527"/>
                    <a:pt x="49273" y="307315"/>
                    <a:pt x="19095" y="356103"/>
                  </a:cubicBezTo>
                </a:path>
              </a:pathLst>
            </a:custGeom>
            <a:noFill/>
            <a:ln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0B2B8837-3FEA-4C57-BF11-1CA85414F47C}"/>
                </a:ext>
              </a:extLst>
            </p:cNvPr>
            <p:cNvSpPr txBox="1"/>
            <p:nvPr/>
          </p:nvSpPr>
          <p:spPr>
            <a:xfrm>
              <a:off x="171570" y="3069869"/>
              <a:ext cx="6135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启动并运行内核</a:t>
              </a:r>
              <a:r>
                <a:rPr lang="en-US" altLang="zh-CN" sz="8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00598F96-BD80-41A9-A9CE-E9C53EB5CC00}"/>
                </a:ext>
              </a:extLst>
            </p:cNvPr>
            <p:cNvSpPr/>
            <p:nvPr/>
          </p:nvSpPr>
          <p:spPr>
            <a:xfrm>
              <a:off x="917098" y="4441013"/>
              <a:ext cx="553226" cy="1728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A4B3FE17-6149-45B6-B8D0-F5A7028869B2}"/>
                </a:ext>
              </a:extLst>
            </p:cNvPr>
            <p:cNvSpPr/>
            <p:nvPr/>
          </p:nvSpPr>
          <p:spPr>
            <a:xfrm>
              <a:off x="1194863" y="4485164"/>
              <a:ext cx="45719" cy="128688"/>
            </a:xfrm>
            <a:custGeom>
              <a:avLst/>
              <a:gdLst>
                <a:gd name="connsiteX0" fmla="*/ 40220 w 76643"/>
                <a:gd name="connsiteY0" fmla="*/ 0 h 356103"/>
                <a:gd name="connsiteX1" fmla="*/ 989 w 76643"/>
                <a:gd name="connsiteY1" fmla="*/ 126749 h 356103"/>
                <a:gd name="connsiteX2" fmla="*/ 76434 w 76643"/>
                <a:gd name="connsiteY2" fmla="*/ 220301 h 356103"/>
                <a:gd name="connsiteX3" fmla="*/ 19095 w 76643"/>
                <a:gd name="connsiteY3" fmla="*/ 356103 h 356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643" h="356103">
                  <a:moveTo>
                    <a:pt x="40220" y="0"/>
                  </a:moveTo>
                  <a:cubicBezTo>
                    <a:pt x="17586" y="45016"/>
                    <a:pt x="-5047" y="90032"/>
                    <a:pt x="989" y="126749"/>
                  </a:cubicBezTo>
                  <a:cubicBezTo>
                    <a:pt x="7025" y="163466"/>
                    <a:pt x="73416" y="182075"/>
                    <a:pt x="76434" y="220301"/>
                  </a:cubicBezTo>
                  <a:cubicBezTo>
                    <a:pt x="79452" y="258527"/>
                    <a:pt x="49273" y="307315"/>
                    <a:pt x="19095" y="356103"/>
                  </a:cubicBezTo>
                </a:path>
              </a:pathLst>
            </a:custGeom>
            <a:noFill/>
            <a:ln>
              <a:tailEnd type="triangl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D6172E13-C769-4048-B28F-0A06CD8D5DD7}"/>
                </a:ext>
              </a:extLst>
            </p:cNvPr>
            <p:cNvSpPr txBox="1"/>
            <p:nvPr/>
          </p:nvSpPr>
          <p:spPr>
            <a:xfrm>
              <a:off x="182362" y="4316621"/>
              <a:ext cx="6389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请求将计算结果拷贝到主机</a:t>
              </a:r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93E200FA-2ABB-4E20-998A-82C203ED1A17}"/>
                </a:ext>
              </a:extLst>
            </p:cNvPr>
            <p:cNvSpPr txBox="1"/>
            <p:nvPr/>
          </p:nvSpPr>
          <p:spPr>
            <a:xfrm>
              <a:off x="158293" y="5057065"/>
              <a:ext cx="73429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最终处理</a:t>
              </a:r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1597617" y="960304"/>
              <a:ext cx="6285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700" dirty="0">
                  <a:latin typeface="+mn-ea"/>
                </a:rPr>
                <a:t>数据</a:t>
              </a:r>
              <a:r>
                <a:rPr lang="en-US" altLang="zh-CN" sz="700" dirty="0" smtClean="0">
                  <a:latin typeface="+mn-ea"/>
                </a:rPr>
                <a:t>1</a:t>
              </a:r>
            </a:p>
            <a:p>
              <a:pPr algn="ctr"/>
              <a:r>
                <a:rPr lang="zh-CN" altLang="en-US" sz="700" dirty="0" smtClean="0">
                  <a:latin typeface="+mn-ea"/>
                </a:rPr>
                <a:t>主机</a:t>
              </a:r>
              <a:r>
                <a:rPr lang="zh-CN" altLang="en-US" sz="700" dirty="0">
                  <a:latin typeface="+mn-ea"/>
                </a:rPr>
                <a:t>→设备</a:t>
              </a:r>
            </a:p>
          </p:txBody>
        </p:sp>
        <p:sp>
          <p:nvSpPr>
            <p:cNvPr id="174" name="文本框 173"/>
            <p:cNvSpPr txBox="1"/>
            <p:nvPr/>
          </p:nvSpPr>
          <p:spPr>
            <a:xfrm>
              <a:off x="1617850" y="2671528"/>
              <a:ext cx="6285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700" dirty="0" smtClean="0">
                  <a:latin typeface="+mn-ea"/>
                </a:rPr>
                <a:t>数据</a:t>
              </a:r>
              <a:r>
                <a:rPr lang="en-US" altLang="zh-CN" sz="700" dirty="0" smtClean="0">
                  <a:latin typeface="+mn-ea"/>
                </a:rPr>
                <a:t>2</a:t>
              </a:r>
            </a:p>
            <a:p>
              <a:pPr algn="ctr"/>
              <a:r>
                <a:rPr lang="zh-CN" altLang="en-US" sz="700" dirty="0" smtClean="0">
                  <a:latin typeface="+mn-ea"/>
                </a:rPr>
                <a:t>主机</a:t>
              </a:r>
              <a:r>
                <a:rPr lang="zh-CN" altLang="en-US" sz="700" dirty="0">
                  <a:latin typeface="+mn-ea"/>
                </a:rPr>
                <a:t>→设备</a:t>
              </a:r>
            </a:p>
          </p:txBody>
        </p:sp>
        <p:sp>
          <p:nvSpPr>
            <p:cNvPr id="175" name="文本框 174"/>
            <p:cNvSpPr txBox="1"/>
            <p:nvPr/>
          </p:nvSpPr>
          <p:spPr>
            <a:xfrm>
              <a:off x="1617336" y="4535993"/>
              <a:ext cx="6285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700" dirty="0" smtClean="0">
                  <a:latin typeface="+mn-ea"/>
                </a:rPr>
                <a:t>结果</a:t>
              </a:r>
              <a:endParaRPr lang="en-US" altLang="zh-CN" sz="700" dirty="0" smtClean="0">
                <a:latin typeface="+mn-ea"/>
              </a:endParaRPr>
            </a:p>
            <a:p>
              <a:pPr algn="ctr"/>
              <a:r>
                <a:rPr lang="zh-CN" altLang="en-US" sz="700" dirty="0" smtClean="0">
                  <a:latin typeface="+mn-ea"/>
                </a:rPr>
                <a:t>设备→主机</a:t>
              </a:r>
              <a:endParaRPr lang="zh-CN" altLang="en-US" sz="70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195</TotalTime>
  <Words>107</Words>
  <Application>Microsoft Office PowerPoint</Application>
  <PresentationFormat>自定义</PresentationFormat>
  <Paragraphs>40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Amy Zhao(赵明宇)</cp:lastModifiedBy>
  <cp:revision>26</cp:revision>
  <dcterms:created xsi:type="dcterms:W3CDTF">2020-03-18T02:10:58Z</dcterms:created>
  <dcterms:modified xsi:type="dcterms:W3CDTF">2022-07-20T10:05:59Z</dcterms:modified>
</cp:coreProperties>
</file>