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56" r:id="rId2"/>
  </p:sldIdLst>
  <p:sldSz cx="7315200" cy="2286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81" d="100"/>
          <a:sy n="181" d="100"/>
        </p:scale>
        <p:origin x="104" y="7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374121"/>
            <a:ext cx="5486400" cy="795867"/>
          </a:xfrm>
        </p:spPr>
        <p:txBody>
          <a:bodyPr anchor="b"/>
          <a:lstStyle>
            <a:lvl1pPr algn="ctr"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1200679"/>
            <a:ext cx="5486400" cy="551921"/>
          </a:xfrm>
        </p:spPr>
        <p:txBody>
          <a:bodyPr/>
          <a:lstStyle>
            <a:lvl1pPr marL="0" indent="0" algn="ctr">
              <a:buNone/>
              <a:defRPr sz="800"/>
            </a:lvl1pPr>
            <a:lvl2pPr marL="152385" indent="0" algn="ctr">
              <a:buNone/>
              <a:defRPr sz="667"/>
            </a:lvl2pPr>
            <a:lvl3pPr marL="304770" indent="0" algn="ctr">
              <a:buNone/>
              <a:defRPr sz="600"/>
            </a:lvl3pPr>
            <a:lvl4pPr marL="457154" indent="0" algn="ctr">
              <a:buNone/>
              <a:defRPr sz="533"/>
            </a:lvl4pPr>
            <a:lvl5pPr marL="609539" indent="0" algn="ctr">
              <a:buNone/>
              <a:defRPr sz="533"/>
            </a:lvl5pPr>
            <a:lvl6pPr marL="761924" indent="0" algn="ctr">
              <a:buNone/>
              <a:defRPr sz="533"/>
            </a:lvl6pPr>
            <a:lvl7pPr marL="914309" indent="0" algn="ctr">
              <a:buNone/>
              <a:defRPr sz="533"/>
            </a:lvl7pPr>
            <a:lvl8pPr marL="1066693" indent="0" algn="ctr">
              <a:buNone/>
              <a:defRPr sz="533"/>
            </a:lvl8pPr>
            <a:lvl9pPr marL="1219078" indent="0" algn="ctr">
              <a:buNone/>
              <a:defRPr sz="53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7/21/2022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8923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7/21/2022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0435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9110" y="569913"/>
            <a:ext cx="6309360" cy="950912"/>
          </a:xfrm>
        </p:spPr>
        <p:txBody>
          <a:bodyPr anchor="b"/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9110" y="1529821"/>
            <a:ext cx="6309360" cy="500062"/>
          </a:xfrm>
        </p:spPr>
        <p:txBody>
          <a:bodyPr/>
          <a:lstStyle>
            <a:lvl1pPr marL="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  <a:lvl2pPr marL="152385" indent="0">
              <a:buNone/>
              <a:defRPr sz="667">
                <a:solidFill>
                  <a:schemeClr val="tx1">
                    <a:tint val="75000"/>
                  </a:schemeClr>
                </a:solidFill>
              </a:defRPr>
            </a:lvl2pPr>
            <a:lvl3pPr marL="304770" indent="0">
              <a:buNone/>
              <a:defRPr sz="600">
                <a:solidFill>
                  <a:schemeClr val="tx1">
                    <a:tint val="75000"/>
                  </a:schemeClr>
                </a:solidFill>
              </a:defRPr>
            </a:lvl3pPr>
            <a:lvl4pPr marL="457154" indent="0">
              <a:buNone/>
              <a:defRPr sz="533">
                <a:solidFill>
                  <a:schemeClr val="tx1">
                    <a:tint val="75000"/>
                  </a:schemeClr>
                </a:solidFill>
              </a:defRPr>
            </a:lvl4pPr>
            <a:lvl5pPr marL="609539" indent="0">
              <a:buNone/>
              <a:defRPr sz="533">
                <a:solidFill>
                  <a:schemeClr val="tx1">
                    <a:tint val="75000"/>
                  </a:schemeClr>
                </a:solidFill>
              </a:defRPr>
            </a:lvl5pPr>
            <a:lvl6pPr marL="761924" indent="0">
              <a:buNone/>
              <a:defRPr sz="533">
                <a:solidFill>
                  <a:schemeClr val="tx1">
                    <a:tint val="75000"/>
                  </a:schemeClr>
                </a:solidFill>
              </a:defRPr>
            </a:lvl6pPr>
            <a:lvl7pPr marL="914309" indent="0">
              <a:buNone/>
              <a:defRPr sz="533">
                <a:solidFill>
                  <a:schemeClr val="tx1">
                    <a:tint val="75000"/>
                  </a:schemeClr>
                </a:solidFill>
              </a:defRPr>
            </a:lvl7pPr>
            <a:lvl8pPr marL="1066693" indent="0">
              <a:buNone/>
              <a:defRPr sz="533">
                <a:solidFill>
                  <a:schemeClr val="tx1">
                    <a:tint val="75000"/>
                  </a:schemeClr>
                </a:solidFill>
              </a:defRPr>
            </a:lvl8pPr>
            <a:lvl9pPr marL="1219078" indent="0">
              <a:buNone/>
              <a:defRPr sz="5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7/21/2022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7070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2920" y="608542"/>
            <a:ext cx="3108960" cy="14504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703320" y="608542"/>
            <a:ext cx="3108960" cy="14504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7/21/2022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724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873" y="121709"/>
            <a:ext cx="6309360" cy="44185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3873" y="560388"/>
            <a:ext cx="3094672" cy="274637"/>
          </a:xfrm>
        </p:spPr>
        <p:txBody>
          <a:bodyPr anchor="b"/>
          <a:lstStyle>
            <a:lvl1pPr marL="0" indent="0">
              <a:buNone/>
              <a:defRPr sz="800" b="1"/>
            </a:lvl1pPr>
            <a:lvl2pPr marL="152385" indent="0">
              <a:buNone/>
              <a:defRPr sz="667" b="1"/>
            </a:lvl2pPr>
            <a:lvl3pPr marL="304770" indent="0">
              <a:buNone/>
              <a:defRPr sz="600" b="1"/>
            </a:lvl3pPr>
            <a:lvl4pPr marL="457154" indent="0">
              <a:buNone/>
              <a:defRPr sz="533" b="1"/>
            </a:lvl4pPr>
            <a:lvl5pPr marL="609539" indent="0">
              <a:buNone/>
              <a:defRPr sz="533" b="1"/>
            </a:lvl5pPr>
            <a:lvl6pPr marL="761924" indent="0">
              <a:buNone/>
              <a:defRPr sz="533" b="1"/>
            </a:lvl6pPr>
            <a:lvl7pPr marL="914309" indent="0">
              <a:buNone/>
              <a:defRPr sz="533" b="1"/>
            </a:lvl7pPr>
            <a:lvl8pPr marL="1066693" indent="0">
              <a:buNone/>
              <a:defRPr sz="533" b="1"/>
            </a:lvl8pPr>
            <a:lvl9pPr marL="1219078" indent="0">
              <a:buNone/>
              <a:defRPr sz="5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3873" y="835025"/>
            <a:ext cx="3094672" cy="12281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703320" y="560388"/>
            <a:ext cx="3109913" cy="274637"/>
          </a:xfrm>
        </p:spPr>
        <p:txBody>
          <a:bodyPr anchor="b"/>
          <a:lstStyle>
            <a:lvl1pPr marL="0" indent="0">
              <a:buNone/>
              <a:defRPr sz="800" b="1"/>
            </a:lvl1pPr>
            <a:lvl2pPr marL="152385" indent="0">
              <a:buNone/>
              <a:defRPr sz="667" b="1"/>
            </a:lvl2pPr>
            <a:lvl3pPr marL="304770" indent="0">
              <a:buNone/>
              <a:defRPr sz="600" b="1"/>
            </a:lvl3pPr>
            <a:lvl4pPr marL="457154" indent="0">
              <a:buNone/>
              <a:defRPr sz="533" b="1"/>
            </a:lvl4pPr>
            <a:lvl5pPr marL="609539" indent="0">
              <a:buNone/>
              <a:defRPr sz="533" b="1"/>
            </a:lvl5pPr>
            <a:lvl6pPr marL="761924" indent="0">
              <a:buNone/>
              <a:defRPr sz="533" b="1"/>
            </a:lvl6pPr>
            <a:lvl7pPr marL="914309" indent="0">
              <a:buNone/>
              <a:defRPr sz="533" b="1"/>
            </a:lvl7pPr>
            <a:lvl8pPr marL="1066693" indent="0">
              <a:buNone/>
              <a:defRPr sz="533" b="1"/>
            </a:lvl8pPr>
            <a:lvl9pPr marL="1219078" indent="0">
              <a:buNone/>
              <a:defRPr sz="5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703320" y="835025"/>
            <a:ext cx="3109913" cy="12281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7/21/2022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01305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7/21/2022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5912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7/21/2022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2350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873" y="152400"/>
            <a:ext cx="2359342" cy="533400"/>
          </a:xfrm>
        </p:spPr>
        <p:txBody>
          <a:bodyPr anchor="b"/>
          <a:lstStyle>
            <a:lvl1pPr>
              <a:defRPr sz="10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09913" y="329142"/>
            <a:ext cx="3703320" cy="1624542"/>
          </a:xfrm>
        </p:spPr>
        <p:txBody>
          <a:bodyPr/>
          <a:lstStyle>
            <a:lvl1pPr>
              <a:defRPr sz="1067"/>
            </a:lvl1pPr>
            <a:lvl2pPr>
              <a:defRPr sz="933"/>
            </a:lvl2pPr>
            <a:lvl3pPr>
              <a:defRPr sz="800"/>
            </a:lvl3pPr>
            <a:lvl4pPr>
              <a:defRPr sz="667"/>
            </a:lvl4pPr>
            <a:lvl5pPr>
              <a:defRPr sz="667"/>
            </a:lvl5pPr>
            <a:lvl6pPr>
              <a:defRPr sz="667"/>
            </a:lvl6pPr>
            <a:lvl7pPr>
              <a:defRPr sz="667"/>
            </a:lvl7pPr>
            <a:lvl8pPr>
              <a:defRPr sz="667"/>
            </a:lvl8pPr>
            <a:lvl9pPr>
              <a:defRPr sz="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3873" y="685800"/>
            <a:ext cx="2359342" cy="1270529"/>
          </a:xfrm>
        </p:spPr>
        <p:txBody>
          <a:bodyPr/>
          <a:lstStyle>
            <a:lvl1pPr marL="0" indent="0">
              <a:buNone/>
              <a:defRPr sz="533"/>
            </a:lvl1pPr>
            <a:lvl2pPr marL="152385" indent="0">
              <a:buNone/>
              <a:defRPr sz="467"/>
            </a:lvl2pPr>
            <a:lvl3pPr marL="304770" indent="0">
              <a:buNone/>
              <a:defRPr sz="400"/>
            </a:lvl3pPr>
            <a:lvl4pPr marL="457154" indent="0">
              <a:buNone/>
              <a:defRPr sz="333"/>
            </a:lvl4pPr>
            <a:lvl5pPr marL="609539" indent="0">
              <a:buNone/>
              <a:defRPr sz="333"/>
            </a:lvl5pPr>
            <a:lvl6pPr marL="761924" indent="0">
              <a:buNone/>
              <a:defRPr sz="333"/>
            </a:lvl6pPr>
            <a:lvl7pPr marL="914309" indent="0">
              <a:buNone/>
              <a:defRPr sz="333"/>
            </a:lvl7pPr>
            <a:lvl8pPr marL="1066693" indent="0">
              <a:buNone/>
              <a:defRPr sz="333"/>
            </a:lvl8pPr>
            <a:lvl9pPr marL="1219078" indent="0">
              <a:buNone/>
              <a:defRPr sz="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7/21/2022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3748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873" y="152400"/>
            <a:ext cx="2359342" cy="533400"/>
          </a:xfrm>
        </p:spPr>
        <p:txBody>
          <a:bodyPr anchor="b"/>
          <a:lstStyle>
            <a:lvl1pPr>
              <a:defRPr sz="10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109913" y="329142"/>
            <a:ext cx="3703320" cy="1624542"/>
          </a:xfrm>
        </p:spPr>
        <p:txBody>
          <a:bodyPr anchor="t"/>
          <a:lstStyle>
            <a:lvl1pPr marL="0" indent="0">
              <a:buNone/>
              <a:defRPr sz="1067"/>
            </a:lvl1pPr>
            <a:lvl2pPr marL="152385" indent="0">
              <a:buNone/>
              <a:defRPr sz="933"/>
            </a:lvl2pPr>
            <a:lvl3pPr marL="304770" indent="0">
              <a:buNone/>
              <a:defRPr sz="800"/>
            </a:lvl3pPr>
            <a:lvl4pPr marL="457154" indent="0">
              <a:buNone/>
              <a:defRPr sz="667"/>
            </a:lvl4pPr>
            <a:lvl5pPr marL="609539" indent="0">
              <a:buNone/>
              <a:defRPr sz="667"/>
            </a:lvl5pPr>
            <a:lvl6pPr marL="761924" indent="0">
              <a:buNone/>
              <a:defRPr sz="667"/>
            </a:lvl6pPr>
            <a:lvl7pPr marL="914309" indent="0">
              <a:buNone/>
              <a:defRPr sz="667"/>
            </a:lvl7pPr>
            <a:lvl8pPr marL="1066693" indent="0">
              <a:buNone/>
              <a:defRPr sz="667"/>
            </a:lvl8pPr>
            <a:lvl9pPr marL="1219078" indent="0">
              <a:buNone/>
              <a:defRPr sz="6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3873" y="685800"/>
            <a:ext cx="2359342" cy="1270529"/>
          </a:xfrm>
        </p:spPr>
        <p:txBody>
          <a:bodyPr/>
          <a:lstStyle>
            <a:lvl1pPr marL="0" indent="0">
              <a:buNone/>
              <a:defRPr sz="533"/>
            </a:lvl1pPr>
            <a:lvl2pPr marL="152385" indent="0">
              <a:buNone/>
              <a:defRPr sz="467"/>
            </a:lvl2pPr>
            <a:lvl3pPr marL="304770" indent="0">
              <a:buNone/>
              <a:defRPr sz="400"/>
            </a:lvl3pPr>
            <a:lvl4pPr marL="457154" indent="0">
              <a:buNone/>
              <a:defRPr sz="333"/>
            </a:lvl4pPr>
            <a:lvl5pPr marL="609539" indent="0">
              <a:buNone/>
              <a:defRPr sz="333"/>
            </a:lvl5pPr>
            <a:lvl6pPr marL="761924" indent="0">
              <a:buNone/>
              <a:defRPr sz="333"/>
            </a:lvl6pPr>
            <a:lvl7pPr marL="914309" indent="0">
              <a:buNone/>
              <a:defRPr sz="333"/>
            </a:lvl7pPr>
            <a:lvl8pPr marL="1066693" indent="0">
              <a:buNone/>
              <a:defRPr sz="333"/>
            </a:lvl8pPr>
            <a:lvl9pPr marL="1219078" indent="0">
              <a:buNone/>
              <a:defRPr sz="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7/21/2022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0186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7/21/2022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75726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234940" y="121709"/>
            <a:ext cx="1577340" cy="19372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2920" y="121709"/>
            <a:ext cx="4640580" cy="19372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7/21/2022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0000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2920" y="121709"/>
            <a:ext cx="6309360" cy="4418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2920" y="608542"/>
            <a:ext cx="6309360" cy="14504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2920" y="2118784"/>
            <a:ext cx="1645920" cy="1217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60EC89-F888-4496-B433-B8B27B9209F0}" type="datetimeFigureOut">
              <a:rPr lang="en-US" smtClean="0"/>
              <a:t>7/21/2022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423160" y="2118784"/>
            <a:ext cx="2468880" cy="1217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166360" y="2118784"/>
            <a:ext cx="1645920" cy="1217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076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304770" rtl="0" eaLnBrk="1" latinLnBrk="0" hangingPunct="1">
        <a:lnSpc>
          <a:spcPct val="90000"/>
        </a:lnSpc>
        <a:spcBef>
          <a:spcPct val="0"/>
        </a:spcBef>
        <a:buNone/>
        <a:defRPr sz="14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6192" indent="-76192" algn="l" defTabSz="30477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933" kern="1200">
          <a:solidFill>
            <a:schemeClr val="tx1"/>
          </a:solidFill>
          <a:latin typeface="+mn-lt"/>
          <a:ea typeface="+mn-ea"/>
          <a:cs typeface="+mn-cs"/>
        </a:defRPr>
      </a:lvl1pPr>
      <a:lvl2pPr marL="228577" indent="-76192" algn="l" defTabSz="30477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2pPr>
      <a:lvl3pPr marL="380962" indent="-76192" algn="l" defTabSz="30477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67" kern="1200">
          <a:solidFill>
            <a:schemeClr val="tx1"/>
          </a:solidFill>
          <a:latin typeface="+mn-lt"/>
          <a:ea typeface="+mn-ea"/>
          <a:cs typeface="+mn-cs"/>
        </a:defRPr>
      </a:lvl3pPr>
      <a:lvl4pPr marL="533347" indent="-76192" algn="l" defTabSz="30477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00" kern="1200">
          <a:solidFill>
            <a:schemeClr val="tx1"/>
          </a:solidFill>
          <a:latin typeface="+mn-lt"/>
          <a:ea typeface="+mn-ea"/>
          <a:cs typeface="+mn-cs"/>
        </a:defRPr>
      </a:lvl4pPr>
      <a:lvl5pPr marL="685731" indent="-76192" algn="l" defTabSz="30477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00" kern="1200">
          <a:solidFill>
            <a:schemeClr val="tx1"/>
          </a:solidFill>
          <a:latin typeface="+mn-lt"/>
          <a:ea typeface="+mn-ea"/>
          <a:cs typeface="+mn-cs"/>
        </a:defRPr>
      </a:lvl5pPr>
      <a:lvl6pPr marL="838116" indent="-76192" algn="l" defTabSz="30477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00" kern="1200">
          <a:solidFill>
            <a:schemeClr val="tx1"/>
          </a:solidFill>
          <a:latin typeface="+mn-lt"/>
          <a:ea typeface="+mn-ea"/>
          <a:cs typeface="+mn-cs"/>
        </a:defRPr>
      </a:lvl6pPr>
      <a:lvl7pPr marL="990501" indent="-76192" algn="l" defTabSz="30477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00" kern="1200">
          <a:solidFill>
            <a:schemeClr val="tx1"/>
          </a:solidFill>
          <a:latin typeface="+mn-lt"/>
          <a:ea typeface="+mn-ea"/>
          <a:cs typeface="+mn-cs"/>
        </a:defRPr>
      </a:lvl7pPr>
      <a:lvl8pPr marL="1142886" indent="-76192" algn="l" defTabSz="30477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00" kern="1200">
          <a:solidFill>
            <a:schemeClr val="tx1"/>
          </a:solidFill>
          <a:latin typeface="+mn-lt"/>
          <a:ea typeface="+mn-ea"/>
          <a:cs typeface="+mn-cs"/>
        </a:defRPr>
      </a:lvl8pPr>
      <a:lvl9pPr marL="1295270" indent="-76192" algn="l" defTabSz="30477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1pPr>
      <a:lvl2pPr marL="152385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2pPr>
      <a:lvl3pPr marL="304770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3pPr>
      <a:lvl4pPr marL="457154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4pPr>
      <a:lvl5pPr marL="609539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5pPr>
      <a:lvl6pPr marL="761924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6pPr>
      <a:lvl7pPr marL="914309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7pPr>
      <a:lvl8pPr marL="1066693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8pPr>
      <a:lvl9pPr marL="1219078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-80353" y="-14818"/>
            <a:ext cx="7398955" cy="2234530"/>
            <a:chOff x="-80353" y="-14818"/>
            <a:chExt cx="7398955" cy="2234530"/>
          </a:xfrm>
        </p:grpSpPr>
        <p:sp>
          <p:nvSpPr>
            <p:cNvPr id="205" name="TextBox 204">
              <a:extLst>
                <a:ext uri="{FF2B5EF4-FFF2-40B4-BE49-F238E27FC236}">
                  <a16:creationId xmlns:a16="http://schemas.microsoft.com/office/drawing/2014/main" id="{9740C682-3EEC-44AA-8778-0C4C5881BBCC}"/>
                </a:ext>
              </a:extLst>
            </p:cNvPr>
            <p:cNvSpPr txBox="1"/>
            <p:nvPr/>
          </p:nvSpPr>
          <p:spPr>
            <a:xfrm>
              <a:off x="271247" y="-14818"/>
              <a:ext cx="3098925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b="1" dirty="0">
                  <a:latin typeface="Arial" panose="020B0604020202020204" pitchFamily="34" charset="0"/>
                  <a:cs typeface="Arial" panose="020B0604020202020204" pitchFamily="34" charset="0"/>
                </a:rPr>
                <a:t>共享</a:t>
              </a:r>
              <a:r>
                <a:rPr lang="zh-CN" altLang="en-US" b="1" dirty="0" smtClean="0">
                  <a:latin typeface="Arial" panose="020B0604020202020204" pitchFamily="34" charset="0"/>
                  <a:cs typeface="Arial" panose="020B0604020202020204" pitchFamily="34" charset="0"/>
                </a:rPr>
                <a:t>数据</a:t>
              </a:r>
              <a:endParaRPr lang="en-US" altLang="zh-CN" b="1" dirty="0" smtClean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r>
                <a:rPr lang="en-US" sz="1400" dirty="0" smtClean="0">
                  <a:latin typeface="Arial" panose="020B0604020202020204" pitchFamily="34" charset="0"/>
                  <a:cs typeface="Arial" panose="020B0604020202020204" pitchFamily="34" charset="0"/>
                </a:rPr>
                <a:t>e.g</a:t>
              </a:r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. weight, image shared by kernels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6" name="TextBox 205">
              <a:extLst>
                <a:ext uri="{FF2B5EF4-FFF2-40B4-BE49-F238E27FC236}">
                  <a16:creationId xmlns:a16="http://schemas.microsoft.com/office/drawing/2014/main" id="{44B99CF7-6949-4F88-83CE-FACC5FD0EF67}"/>
                </a:ext>
              </a:extLst>
            </p:cNvPr>
            <p:cNvSpPr txBox="1"/>
            <p:nvPr/>
          </p:nvSpPr>
          <p:spPr>
            <a:xfrm>
              <a:off x="4129909" y="3471"/>
              <a:ext cx="3188693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b="1" dirty="0">
                  <a:latin typeface="Arial" panose="020B0604020202020204" pitchFamily="34" charset="0"/>
                  <a:cs typeface="Arial" panose="020B0604020202020204" pitchFamily="34" charset="0"/>
                </a:rPr>
                <a:t>本地</a:t>
              </a:r>
              <a:r>
                <a:rPr lang="zh-CN" altLang="en-US" b="1" dirty="0" smtClean="0">
                  <a:latin typeface="Arial" panose="020B0604020202020204" pitchFamily="34" charset="0"/>
                  <a:cs typeface="Arial" panose="020B0604020202020204" pitchFamily="34" charset="0"/>
                </a:rPr>
                <a:t>数据</a:t>
              </a:r>
              <a:endParaRPr lang="en-US" altLang="zh-CN" b="1" dirty="0" smtClean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r>
                <a:rPr lang="en-US" sz="1400" dirty="0" smtClean="0">
                  <a:latin typeface="Arial" panose="020B0604020202020204" pitchFamily="34" charset="0"/>
                  <a:cs typeface="Arial" panose="020B0604020202020204" pitchFamily="34" charset="0"/>
                </a:rPr>
                <a:t>Activation </a:t>
              </a:r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data, per kernel temp result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7" name="Rectangle 206">
              <a:extLst>
                <a:ext uri="{FF2B5EF4-FFF2-40B4-BE49-F238E27FC236}">
                  <a16:creationId xmlns:a16="http://schemas.microsoft.com/office/drawing/2014/main" id="{116F25A2-3879-43B2-A971-686FBDFC7C91}"/>
                </a:ext>
              </a:extLst>
            </p:cNvPr>
            <p:cNvSpPr/>
            <p:nvPr/>
          </p:nvSpPr>
          <p:spPr>
            <a:xfrm>
              <a:off x="547892" y="1837416"/>
              <a:ext cx="603720" cy="382296"/>
            </a:xfrm>
            <a:prstGeom prst="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SPC0</a:t>
              </a:r>
            </a:p>
          </p:txBody>
        </p:sp>
        <p:sp>
          <p:nvSpPr>
            <p:cNvPr id="208" name="Rectangle 207">
              <a:extLst>
                <a:ext uri="{FF2B5EF4-FFF2-40B4-BE49-F238E27FC236}">
                  <a16:creationId xmlns:a16="http://schemas.microsoft.com/office/drawing/2014/main" id="{610A14D6-DFDE-4A6C-9EFB-EF9F36FBE93F}"/>
                </a:ext>
              </a:extLst>
            </p:cNvPr>
            <p:cNvSpPr/>
            <p:nvPr/>
          </p:nvSpPr>
          <p:spPr>
            <a:xfrm>
              <a:off x="1264297" y="1837416"/>
              <a:ext cx="603720" cy="382296"/>
            </a:xfrm>
            <a:prstGeom prst="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SPC1</a:t>
              </a:r>
            </a:p>
          </p:txBody>
        </p:sp>
        <p:sp>
          <p:nvSpPr>
            <p:cNvPr id="209" name="Rectangle 208">
              <a:extLst>
                <a:ext uri="{FF2B5EF4-FFF2-40B4-BE49-F238E27FC236}">
                  <a16:creationId xmlns:a16="http://schemas.microsoft.com/office/drawing/2014/main" id="{A6BA968D-3DEF-482E-985F-B1BCF0027451}"/>
                </a:ext>
              </a:extLst>
            </p:cNvPr>
            <p:cNvSpPr/>
            <p:nvPr/>
          </p:nvSpPr>
          <p:spPr>
            <a:xfrm>
              <a:off x="1980702" y="1837416"/>
              <a:ext cx="603720" cy="382296"/>
            </a:xfrm>
            <a:prstGeom prst="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SPC2</a:t>
              </a:r>
            </a:p>
          </p:txBody>
        </p:sp>
        <p:sp>
          <p:nvSpPr>
            <p:cNvPr id="210" name="Rectangle 209">
              <a:extLst>
                <a:ext uri="{FF2B5EF4-FFF2-40B4-BE49-F238E27FC236}">
                  <a16:creationId xmlns:a16="http://schemas.microsoft.com/office/drawing/2014/main" id="{2F581EE9-2941-4054-9A73-0ECD61DF9703}"/>
                </a:ext>
              </a:extLst>
            </p:cNvPr>
            <p:cNvSpPr/>
            <p:nvPr/>
          </p:nvSpPr>
          <p:spPr>
            <a:xfrm>
              <a:off x="2771147" y="1837416"/>
              <a:ext cx="603720" cy="382296"/>
            </a:xfrm>
            <a:prstGeom prst="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SPC3</a:t>
              </a:r>
            </a:p>
          </p:txBody>
        </p:sp>
        <p:sp>
          <p:nvSpPr>
            <p:cNvPr id="211" name="Rectangle 210">
              <a:extLst>
                <a:ext uri="{FF2B5EF4-FFF2-40B4-BE49-F238E27FC236}">
                  <a16:creationId xmlns:a16="http://schemas.microsoft.com/office/drawing/2014/main" id="{74EC1904-3A1B-405F-BF83-921E9DCC925F}"/>
                </a:ext>
              </a:extLst>
            </p:cNvPr>
            <p:cNvSpPr/>
            <p:nvPr/>
          </p:nvSpPr>
          <p:spPr>
            <a:xfrm>
              <a:off x="547891" y="995133"/>
              <a:ext cx="716405" cy="316259"/>
            </a:xfrm>
            <a:prstGeom prst="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Chunk1</a:t>
              </a:r>
            </a:p>
          </p:txBody>
        </p:sp>
        <p:sp>
          <p:nvSpPr>
            <p:cNvPr id="212" name="Rectangle 211">
              <a:extLst>
                <a:ext uri="{FF2B5EF4-FFF2-40B4-BE49-F238E27FC236}">
                  <a16:creationId xmlns:a16="http://schemas.microsoft.com/office/drawing/2014/main" id="{6C2E29DE-AA81-430F-A01B-7324E8BF50BF}"/>
                </a:ext>
              </a:extLst>
            </p:cNvPr>
            <p:cNvSpPr/>
            <p:nvPr/>
          </p:nvSpPr>
          <p:spPr>
            <a:xfrm>
              <a:off x="1264297" y="995133"/>
              <a:ext cx="716405" cy="316259"/>
            </a:xfrm>
            <a:prstGeom prst="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Chunk2</a:t>
              </a:r>
            </a:p>
          </p:txBody>
        </p:sp>
        <p:sp>
          <p:nvSpPr>
            <p:cNvPr id="213" name="Rectangle 212">
              <a:extLst>
                <a:ext uri="{FF2B5EF4-FFF2-40B4-BE49-F238E27FC236}">
                  <a16:creationId xmlns:a16="http://schemas.microsoft.com/office/drawing/2014/main" id="{3E0A60F5-E04D-4802-B26E-AE242C14A8D7}"/>
                </a:ext>
              </a:extLst>
            </p:cNvPr>
            <p:cNvSpPr/>
            <p:nvPr/>
          </p:nvSpPr>
          <p:spPr>
            <a:xfrm>
              <a:off x="1980702" y="995132"/>
              <a:ext cx="716405" cy="316259"/>
            </a:xfrm>
            <a:prstGeom prst="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Chunk3</a:t>
              </a:r>
            </a:p>
          </p:txBody>
        </p:sp>
        <p:sp>
          <p:nvSpPr>
            <p:cNvPr id="214" name="Rectangle 213">
              <a:extLst>
                <a:ext uri="{FF2B5EF4-FFF2-40B4-BE49-F238E27FC236}">
                  <a16:creationId xmlns:a16="http://schemas.microsoft.com/office/drawing/2014/main" id="{F455DA13-0108-407B-832A-3708EF130835}"/>
                </a:ext>
              </a:extLst>
            </p:cNvPr>
            <p:cNvSpPr/>
            <p:nvPr/>
          </p:nvSpPr>
          <p:spPr>
            <a:xfrm>
              <a:off x="2697107" y="995131"/>
              <a:ext cx="716405" cy="316259"/>
            </a:xfrm>
            <a:prstGeom prst="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Chunk4</a:t>
              </a:r>
            </a:p>
          </p:txBody>
        </p:sp>
        <p:sp>
          <p:nvSpPr>
            <p:cNvPr id="215" name="Rectangle 214">
              <a:extLst>
                <a:ext uri="{FF2B5EF4-FFF2-40B4-BE49-F238E27FC236}">
                  <a16:creationId xmlns:a16="http://schemas.microsoft.com/office/drawing/2014/main" id="{5BBC897B-7EDC-4C5F-95FB-A4FDEB565297}"/>
                </a:ext>
              </a:extLst>
            </p:cNvPr>
            <p:cNvSpPr/>
            <p:nvPr/>
          </p:nvSpPr>
          <p:spPr>
            <a:xfrm>
              <a:off x="26201" y="546096"/>
              <a:ext cx="135078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One data,</a:t>
              </a:r>
              <a:b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one VA pointer</a:t>
              </a:r>
              <a:endParaRPr lang="en-US" sz="1000" i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216" name="Straight Arrow Connector 215">
              <a:extLst>
                <a:ext uri="{FF2B5EF4-FFF2-40B4-BE49-F238E27FC236}">
                  <a16:creationId xmlns:a16="http://schemas.microsoft.com/office/drawing/2014/main" id="{490D63D3-478F-41D6-B76F-500BB3CCE4A3}"/>
                </a:ext>
              </a:extLst>
            </p:cNvPr>
            <p:cNvCxnSpPr/>
            <p:nvPr/>
          </p:nvCxnSpPr>
          <p:spPr>
            <a:xfrm>
              <a:off x="155667" y="1007487"/>
              <a:ext cx="355965" cy="12443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Arrow Connector 216">
              <a:extLst>
                <a:ext uri="{FF2B5EF4-FFF2-40B4-BE49-F238E27FC236}">
                  <a16:creationId xmlns:a16="http://schemas.microsoft.com/office/drawing/2014/main" id="{63B54F75-C113-46D9-94C8-6B49533E182D}"/>
                </a:ext>
              </a:extLst>
            </p:cNvPr>
            <p:cNvCxnSpPr>
              <a:cxnSpLocks/>
              <a:stCxn id="207" idx="0"/>
              <a:endCxn id="211" idx="2"/>
            </p:cNvCxnSpPr>
            <p:nvPr/>
          </p:nvCxnSpPr>
          <p:spPr>
            <a:xfrm flipV="1">
              <a:off x="849752" y="1311392"/>
              <a:ext cx="56342" cy="526024"/>
            </a:xfrm>
            <a:prstGeom prst="straightConnector1">
              <a:avLst/>
            </a:prstGeom>
            <a:ln w="12700"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Arrow Connector 217">
              <a:extLst>
                <a:ext uri="{FF2B5EF4-FFF2-40B4-BE49-F238E27FC236}">
                  <a16:creationId xmlns:a16="http://schemas.microsoft.com/office/drawing/2014/main" id="{BE18E3DE-A286-44B1-8941-C3C42DE70FA5}"/>
                </a:ext>
              </a:extLst>
            </p:cNvPr>
            <p:cNvCxnSpPr>
              <a:cxnSpLocks/>
              <a:stCxn id="207" idx="0"/>
              <a:endCxn id="212" idx="2"/>
            </p:cNvCxnSpPr>
            <p:nvPr/>
          </p:nvCxnSpPr>
          <p:spPr>
            <a:xfrm flipV="1">
              <a:off x="849752" y="1311392"/>
              <a:ext cx="772748" cy="526024"/>
            </a:xfrm>
            <a:prstGeom prst="straightConnector1">
              <a:avLst/>
            </a:prstGeom>
            <a:ln w="12700"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Arrow Connector 218">
              <a:extLst>
                <a:ext uri="{FF2B5EF4-FFF2-40B4-BE49-F238E27FC236}">
                  <a16:creationId xmlns:a16="http://schemas.microsoft.com/office/drawing/2014/main" id="{DF7BC506-EBB2-4B25-BCF1-9BAE60D937C4}"/>
                </a:ext>
              </a:extLst>
            </p:cNvPr>
            <p:cNvCxnSpPr>
              <a:cxnSpLocks/>
              <a:stCxn id="207" idx="0"/>
              <a:endCxn id="213" idx="2"/>
            </p:cNvCxnSpPr>
            <p:nvPr/>
          </p:nvCxnSpPr>
          <p:spPr>
            <a:xfrm flipV="1">
              <a:off x="849752" y="1311391"/>
              <a:ext cx="1489153" cy="526025"/>
            </a:xfrm>
            <a:prstGeom prst="straightConnector1">
              <a:avLst/>
            </a:prstGeom>
            <a:ln w="12700"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Arrow Connector 219">
              <a:extLst>
                <a:ext uri="{FF2B5EF4-FFF2-40B4-BE49-F238E27FC236}">
                  <a16:creationId xmlns:a16="http://schemas.microsoft.com/office/drawing/2014/main" id="{EC5D444C-D4E3-4D2A-901A-3551636BDEB1}"/>
                </a:ext>
              </a:extLst>
            </p:cNvPr>
            <p:cNvCxnSpPr>
              <a:cxnSpLocks/>
              <a:stCxn id="207" idx="0"/>
              <a:endCxn id="214" idx="2"/>
            </p:cNvCxnSpPr>
            <p:nvPr/>
          </p:nvCxnSpPr>
          <p:spPr>
            <a:xfrm flipV="1">
              <a:off x="849752" y="1311390"/>
              <a:ext cx="2205558" cy="526026"/>
            </a:xfrm>
            <a:prstGeom prst="straightConnector1">
              <a:avLst/>
            </a:prstGeom>
            <a:ln w="12700"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1" name="Rectangle 220">
              <a:extLst>
                <a:ext uri="{FF2B5EF4-FFF2-40B4-BE49-F238E27FC236}">
                  <a16:creationId xmlns:a16="http://schemas.microsoft.com/office/drawing/2014/main" id="{25849E19-A3EB-4332-9020-0EE8AD4BFEB5}"/>
                </a:ext>
              </a:extLst>
            </p:cNvPr>
            <p:cNvSpPr/>
            <p:nvPr/>
          </p:nvSpPr>
          <p:spPr>
            <a:xfrm>
              <a:off x="-80353" y="1455297"/>
              <a:ext cx="919252" cy="56938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050" i="1" dirty="0">
                  <a:latin typeface="Arial" panose="020B0604020202020204" pitchFamily="34" charset="0"/>
                  <a:cs typeface="Arial" panose="020B0604020202020204" pitchFamily="34" charset="0"/>
                </a:rPr>
                <a:t>May access all chunks</a:t>
              </a:r>
              <a:endParaRPr lang="en-US" sz="800" i="1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endParaRPr lang="en-US" sz="1000" i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222" name="Straight Arrow Connector 221">
              <a:extLst>
                <a:ext uri="{FF2B5EF4-FFF2-40B4-BE49-F238E27FC236}">
                  <a16:creationId xmlns:a16="http://schemas.microsoft.com/office/drawing/2014/main" id="{9E2A7EA9-4FBF-4B77-89F0-7AA9DC2CBC3B}"/>
                </a:ext>
              </a:extLst>
            </p:cNvPr>
            <p:cNvCxnSpPr>
              <a:cxnSpLocks/>
              <a:stCxn id="208" idx="0"/>
            </p:cNvCxnSpPr>
            <p:nvPr/>
          </p:nvCxnSpPr>
          <p:spPr>
            <a:xfrm flipH="1" flipV="1">
              <a:off x="917104" y="1346213"/>
              <a:ext cx="649053" cy="491203"/>
            </a:xfrm>
            <a:prstGeom prst="straightConnector1">
              <a:avLst/>
            </a:prstGeom>
            <a:ln w="12700"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Arrow Connector 222">
              <a:extLst>
                <a:ext uri="{FF2B5EF4-FFF2-40B4-BE49-F238E27FC236}">
                  <a16:creationId xmlns:a16="http://schemas.microsoft.com/office/drawing/2014/main" id="{E97553A6-543E-4381-9F30-967E8B43B1D5}"/>
                </a:ext>
              </a:extLst>
            </p:cNvPr>
            <p:cNvCxnSpPr>
              <a:cxnSpLocks/>
              <a:stCxn id="209" idx="0"/>
              <a:endCxn id="212" idx="2"/>
            </p:cNvCxnSpPr>
            <p:nvPr/>
          </p:nvCxnSpPr>
          <p:spPr>
            <a:xfrm flipH="1" flipV="1">
              <a:off x="1622500" y="1311392"/>
              <a:ext cx="660062" cy="526024"/>
            </a:xfrm>
            <a:prstGeom prst="straightConnector1">
              <a:avLst/>
            </a:prstGeom>
            <a:ln w="12700"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Arrow Connector 223">
              <a:extLst>
                <a:ext uri="{FF2B5EF4-FFF2-40B4-BE49-F238E27FC236}">
                  <a16:creationId xmlns:a16="http://schemas.microsoft.com/office/drawing/2014/main" id="{B3F3AA4C-1C37-40EE-8C08-3C5DF7DB8C24}"/>
                </a:ext>
              </a:extLst>
            </p:cNvPr>
            <p:cNvCxnSpPr>
              <a:cxnSpLocks/>
              <a:stCxn id="210" idx="0"/>
              <a:endCxn id="213" idx="2"/>
            </p:cNvCxnSpPr>
            <p:nvPr/>
          </p:nvCxnSpPr>
          <p:spPr>
            <a:xfrm flipH="1" flipV="1">
              <a:off x="2338905" y="1311391"/>
              <a:ext cx="734102" cy="526025"/>
            </a:xfrm>
            <a:prstGeom prst="straightConnector1">
              <a:avLst/>
            </a:prstGeom>
            <a:ln w="12700"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Arrow Connector 224">
              <a:extLst>
                <a:ext uri="{FF2B5EF4-FFF2-40B4-BE49-F238E27FC236}">
                  <a16:creationId xmlns:a16="http://schemas.microsoft.com/office/drawing/2014/main" id="{F03E7B5F-7ED4-4DA3-9AC9-AB2B9710710F}"/>
                </a:ext>
              </a:extLst>
            </p:cNvPr>
            <p:cNvCxnSpPr>
              <a:cxnSpLocks/>
              <a:stCxn id="210" idx="0"/>
              <a:endCxn id="214" idx="2"/>
            </p:cNvCxnSpPr>
            <p:nvPr/>
          </p:nvCxnSpPr>
          <p:spPr>
            <a:xfrm flipH="1" flipV="1">
              <a:off x="3055310" y="1311390"/>
              <a:ext cx="17697" cy="526026"/>
            </a:xfrm>
            <a:prstGeom prst="straightConnector1">
              <a:avLst/>
            </a:prstGeom>
            <a:ln w="12700"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Arrow Connector 225">
              <a:extLst>
                <a:ext uri="{FF2B5EF4-FFF2-40B4-BE49-F238E27FC236}">
                  <a16:creationId xmlns:a16="http://schemas.microsoft.com/office/drawing/2014/main" id="{10EB48D5-56BC-4914-8235-43EDF4E143E6}"/>
                </a:ext>
              </a:extLst>
            </p:cNvPr>
            <p:cNvCxnSpPr>
              <a:cxnSpLocks/>
              <a:stCxn id="210" idx="0"/>
              <a:endCxn id="212" idx="2"/>
            </p:cNvCxnSpPr>
            <p:nvPr/>
          </p:nvCxnSpPr>
          <p:spPr>
            <a:xfrm flipH="1" flipV="1">
              <a:off x="1622500" y="1311392"/>
              <a:ext cx="1450507" cy="526024"/>
            </a:xfrm>
            <a:prstGeom prst="straightConnector1">
              <a:avLst/>
            </a:prstGeom>
            <a:ln w="12700"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Straight Arrow Connector 226">
              <a:extLst>
                <a:ext uri="{FF2B5EF4-FFF2-40B4-BE49-F238E27FC236}">
                  <a16:creationId xmlns:a16="http://schemas.microsoft.com/office/drawing/2014/main" id="{FECD34BF-C067-4744-B520-6DDFAE369275}"/>
                </a:ext>
              </a:extLst>
            </p:cNvPr>
            <p:cNvCxnSpPr>
              <a:cxnSpLocks/>
              <a:stCxn id="210" idx="0"/>
            </p:cNvCxnSpPr>
            <p:nvPr/>
          </p:nvCxnSpPr>
          <p:spPr>
            <a:xfrm flipH="1" flipV="1">
              <a:off x="962436" y="1346213"/>
              <a:ext cx="2110571" cy="491203"/>
            </a:xfrm>
            <a:prstGeom prst="straightConnector1">
              <a:avLst/>
            </a:prstGeom>
            <a:ln w="12700"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Straight Arrow Connector 227">
              <a:extLst>
                <a:ext uri="{FF2B5EF4-FFF2-40B4-BE49-F238E27FC236}">
                  <a16:creationId xmlns:a16="http://schemas.microsoft.com/office/drawing/2014/main" id="{0022D9E6-962B-4109-B80E-BFD0029DDD2B}"/>
                </a:ext>
              </a:extLst>
            </p:cNvPr>
            <p:cNvCxnSpPr>
              <a:cxnSpLocks/>
              <a:stCxn id="209" idx="0"/>
              <a:endCxn id="213" idx="2"/>
            </p:cNvCxnSpPr>
            <p:nvPr/>
          </p:nvCxnSpPr>
          <p:spPr>
            <a:xfrm flipV="1">
              <a:off x="2282562" y="1311391"/>
              <a:ext cx="56343" cy="526025"/>
            </a:xfrm>
            <a:prstGeom prst="straightConnector1">
              <a:avLst/>
            </a:prstGeom>
            <a:ln w="12700"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Straight Arrow Connector 228">
              <a:extLst>
                <a:ext uri="{FF2B5EF4-FFF2-40B4-BE49-F238E27FC236}">
                  <a16:creationId xmlns:a16="http://schemas.microsoft.com/office/drawing/2014/main" id="{A70ED9B6-7381-400E-9FB4-38E32EFBEDAA}"/>
                </a:ext>
              </a:extLst>
            </p:cNvPr>
            <p:cNvCxnSpPr>
              <a:cxnSpLocks/>
              <a:stCxn id="209" idx="0"/>
              <a:endCxn id="214" idx="2"/>
            </p:cNvCxnSpPr>
            <p:nvPr/>
          </p:nvCxnSpPr>
          <p:spPr>
            <a:xfrm flipV="1">
              <a:off x="2282562" y="1311390"/>
              <a:ext cx="772748" cy="526026"/>
            </a:xfrm>
            <a:prstGeom prst="straightConnector1">
              <a:avLst/>
            </a:prstGeom>
            <a:ln w="12700"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Straight Arrow Connector 229">
              <a:extLst>
                <a:ext uri="{FF2B5EF4-FFF2-40B4-BE49-F238E27FC236}">
                  <a16:creationId xmlns:a16="http://schemas.microsoft.com/office/drawing/2014/main" id="{ED508E55-845C-45B9-9530-BC8D67E4F8E2}"/>
                </a:ext>
              </a:extLst>
            </p:cNvPr>
            <p:cNvCxnSpPr>
              <a:cxnSpLocks/>
              <a:stCxn id="209" idx="0"/>
              <a:endCxn id="211" idx="2"/>
            </p:cNvCxnSpPr>
            <p:nvPr/>
          </p:nvCxnSpPr>
          <p:spPr>
            <a:xfrm flipH="1" flipV="1">
              <a:off x="906094" y="1311392"/>
              <a:ext cx="1376468" cy="526024"/>
            </a:xfrm>
            <a:prstGeom prst="straightConnector1">
              <a:avLst/>
            </a:prstGeom>
            <a:ln w="12700"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" name="Straight Arrow Connector 230">
              <a:extLst>
                <a:ext uri="{FF2B5EF4-FFF2-40B4-BE49-F238E27FC236}">
                  <a16:creationId xmlns:a16="http://schemas.microsoft.com/office/drawing/2014/main" id="{2BCD2F77-9C36-4517-85F3-35E1808F4202}"/>
                </a:ext>
              </a:extLst>
            </p:cNvPr>
            <p:cNvCxnSpPr>
              <a:cxnSpLocks/>
              <a:stCxn id="208" idx="0"/>
              <a:endCxn id="212" idx="2"/>
            </p:cNvCxnSpPr>
            <p:nvPr/>
          </p:nvCxnSpPr>
          <p:spPr>
            <a:xfrm flipV="1">
              <a:off x="1566157" y="1311392"/>
              <a:ext cx="56343" cy="526024"/>
            </a:xfrm>
            <a:prstGeom prst="straightConnector1">
              <a:avLst/>
            </a:prstGeom>
            <a:ln w="12700"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Straight Arrow Connector 231">
              <a:extLst>
                <a:ext uri="{FF2B5EF4-FFF2-40B4-BE49-F238E27FC236}">
                  <a16:creationId xmlns:a16="http://schemas.microsoft.com/office/drawing/2014/main" id="{029141FF-4F0E-4805-8B65-E09F37247E1B}"/>
                </a:ext>
              </a:extLst>
            </p:cNvPr>
            <p:cNvCxnSpPr>
              <a:cxnSpLocks/>
              <a:stCxn id="208" idx="0"/>
              <a:endCxn id="213" idx="2"/>
            </p:cNvCxnSpPr>
            <p:nvPr/>
          </p:nvCxnSpPr>
          <p:spPr>
            <a:xfrm flipV="1">
              <a:off x="1566157" y="1311391"/>
              <a:ext cx="772748" cy="526025"/>
            </a:xfrm>
            <a:prstGeom prst="straightConnector1">
              <a:avLst/>
            </a:prstGeom>
            <a:ln w="12700"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Straight Arrow Connector 232">
              <a:extLst>
                <a:ext uri="{FF2B5EF4-FFF2-40B4-BE49-F238E27FC236}">
                  <a16:creationId xmlns:a16="http://schemas.microsoft.com/office/drawing/2014/main" id="{2F129C10-999F-45D5-8DEB-35A432D05A7A}"/>
                </a:ext>
              </a:extLst>
            </p:cNvPr>
            <p:cNvCxnSpPr>
              <a:cxnSpLocks/>
              <a:stCxn id="208" idx="0"/>
              <a:endCxn id="214" idx="2"/>
            </p:cNvCxnSpPr>
            <p:nvPr/>
          </p:nvCxnSpPr>
          <p:spPr>
            <a:xfrm flipV="1">
              <a:off x="1566157" y="1311390"/>
              <a:ext cx="1489153" cy="526026"/>
            </a:xfrm>
            <a:prstGeom prst="straightConnector1">
              <a:avLst/>
            </a:prstGeom>
            <a:ln w="12700"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4" name="Rectangle 233">
              <a:extLst>
                <a:ext uri="{FF2B5EF4-FFF2-40B4-BE49-F238E27FC236}">
                  <a16:creationId xmlns:a16="http://schemas.microsoft.com/office/drawing/2014/main" id="{7185B5DD-C2D9-410A-8EAF-3FB57CF7AD6A}"/>
                </a:ext>
              </a:extLst>
            </p:cNvPr>
            <p:cNvSpPr/>
            <p:nvPr/>
          </p:nvSpPr>
          <p:spPr>
            <a:xfrm>
              <a:off x="5927663" y="1837416"/>
              <a:ext cx="603720" cy="382296"/>
            </a:xfrm>
            <a:prstGeom prst="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SPC2</a:t>
              </a:r>
            </a:p>
          </p:txBody>
        </p:sp>
        <p:sp>
          <p:nvSpPr>
            <p:cNvPr id="235" name="Rectangle 234">
              <a:extLst>
                <a:ext uri="{FF2B5EF4-FFF2-40B4-BE49-F238E27FC236}">
                  <a16:creationId xmlns:a16="http://schemas.microsoft.com/office/drawing/2014/main" id="{A4A4659C-E3B7-4D1B-A7FC-FD75A95D6CAF}"/>
                </a:ext>
              </a:extLst>
            </p:cNvPr>
            <p:cNvSpPr/>
            <p:nvPr/>
          </p:nvSpPr>
          <p:spPr>
            <a:xfrm>
              <a:off x="6678091" y="1837305"/>
              <a:ext cx="603720" cy="382296"/>
            </a:xfrm>
            <a:prstGeom prst="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SPC3</a:t>
              </a:r>
            </a:p>
          </p:txBody>
        </p:sp>
        <p:sp>
          <p:nvSpPr>
            <p:cNvPr id="236" name="Rectangle 235">
              <a:extLst>
                <a:ext uri="{FF2B5EF4-FFF2-40B4-BE49-F238E27FC236}">
                  <a16:creationId xmlns:a16="http://schemas.microsoft.com/office/drawing/2014/main" id="{D7DDC744-8D27-4F67-B4B6-9E9D89978561}"/>
                </a:ext>
              </a:extLst>
            </p:cNvPr>
            <p:cNvSpPr/>
            <p:nvPr/>
          </p:nvSpPr>
          <p:spPr>
            <a:xfrm>
              <a:off x="5927663" y="1025484"/>
              <a:ext cx="603720" cy="316259"/>
            </a:xfrm>
            <a:prstGeom prst="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4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data</a:t>
              </a:r>
            </a:p>
          </p:txBody>
        </p:sp>
        <p:sp>
          <p:nvSpPr>
            <p:cNvPr id="237" name="Rectangle 236">
              <a:extLst>
                <a:ext uri="{FF2B5EF4-FFF2-40B4-BE49-F238E27FC236}">
                  <a16:creationId xmlns:a16="http://schemas.microsoft.com/office/drawing/2014/main" id="{1816BE52-A701-4C33-A6AD-8AE095129AF1}"/>
                </a:ext>
              </a:extLst>
            </p:cNvPr>
            <p:cNvSpPr/>
            <p:nvPr/>
          </p:nvSpPr>
          <p:spPr>
            <a:xfrm>
              <a:off x="6675366" y="1020749"/>
              <a:ext cx="603720" cy="316259"/>
            </a:xfrm>
            <a:prstGeom prst="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4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data</a:t>
              </a:r>
            </a:p>
          </p:txBody>
        </p:sp>
        <p:sp>
          <p:nvSpPr>
            <p:cNvPr id="238" name="Rectangle 237">
              <a:extLst>
                <a:ext uri="{FF2B5EF4-FFF2-40B4-BE49-F238E27FC236}">
                  <a16:creationId xmlns:a16="http://schemas.microsoft.com/office/drawing/2014/main" id="{1C12ED9B-DFBA-4F75-9555-C1D6875F837E}"/>
                </a:ext>
              </a:extLst>
            </p:cNvPr>
            <p:cNvSpPr/>
            <p:nvPr/>
          </p:nvSpPr>
          <p:spPr>
            <a:xfrm>
              <a:off x="3723982" y="1370576"/>
              <a:ext cx="1092218" cy="56938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050" i="1" dirty="0">
                  <a:latin typeface="Arial" panose="020B0604020202020204" pitchFamily="34" charset="0"/>
                  <a:cs typeface="Arial" panose="020B0604020202020204" pitchFamily="34" charset="0"/>
                </a:rPr>
                <a:t>Mainly access its own region</a:t>
              </a:r>
              <a:endParaRPr lang="en-US" sz="800" i="1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endParaRPr lang="en-US" sz="1000" i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239" name="Straight Arrow Connector 238">
              <a:extLst>
                <a:ext uri="{FF2B5EF4-FFF2-40B4-BE49-F238E27FC236}">
                  <a16:creationId xmlns:a16="http://schemas.microsoft.com/office/drawing/2014/main" id="{18A12735-FBF7-4F83-9BCA-F01293422202}"/>
                </a:ext>
              </a:extLst>
            </p:cNvPr>
            <p:cNvCxnSpPr>
              <a:cxnSpLocks/>
              <a:stCxn id="235" idx="0"/>
            </p:cNvCxnSpPr>
            <p:nvPr/>
          </p:nvCxnSpPr>
          <p:spPr>
            <a:xfrm flipV="1">
              <a:off x="6979951" y="1337008"/>
              <a:ext cx="0" cy="500297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Straight Arrow Connector 239">
              <a:extLst>
                <a:ext uri="{FF2B5EF4-FFF2-40B4-BE49-F238E27FC236}">
                  <a16:creationId xmlns:a16="http://schemas.microsoft.com/office/drawing/2014/main" id="{5DAF9440-9ED9-4373-908E-06C03F06258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22448" y="1337008"/>
              <a:ext cx="0" cy="500297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1" name="Rectangle 240">
              <a:extLst>
                <a:ext uri="{FF2B5EF4-FFF2-40B4-BE49-F238E27FC236}">
                  <a16:creationId xmlns:a16="http://schemas.microsoft.com/office/drawing/2014/main" id="{B26BA519-A0E3-4BB1-8085-4009344F5757}"/>
                </a:ext>
              </a:extLst>
            </p:cNvPr>
            <p:cNvSpPr/>
            <p:nvPr/>
          </p:nvSpPr>
          <p:spPr>
            <a:xfrm>
              <a:off x="4406632" y="1833054"/>
              <a:ext cx="603720" cy="382296"/>
            </a:xfrm>
            <a:prstGeom prst="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SPC0</a:t>
              </a:r>
            </a:p>
          </p:txBody>
        </p:sp>
        <p:sp>
          <p:nvSpPr>
            <p:cNvPr id="242" name="Rectangle 241">
              <a:extLst>
                <a:ext uri="{FF2B5EF4-FFF2-40B4-BE49-F238E27FC236}">
                  <a16:creationId xmlns:a16="http://schemas.microsoft.com/office/drawing/2014/main" id="{F37F7A30-6D1B-4945-9140-4AECA0884345}"/>
                </a:ext>
              </a:extLst>
            </p:cNvPr>
            <p:cNvSpPr/>
            <p:nvPr/>
          </p:nvSpPr>
          <p:spPr>
            <a:xfrm>
              <a:off x="5196888" y="1835379"/>
              <a:ext cx="603720" cy="382296"/>
            </a:xfrm>
            <a:prstGeom prst="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SPC1</a:t>
              </a:r>
            </a:p>
          </p:txBody>
        </p:sp>
        <p:sp>
          <p:nvSpPr>
            <p:cNvPr id="243" name="Rectangle 242">
              <a:extLst>
                <a:ext uri="{FF2B5EF4-FFF2-40B4-BE49-F238E27FC236}">
                  <a16:creationId xmlns:a16="http://schemas.microsoft.com/office/drawing/2014/main" id="{4DF281BC-67C7-4B00-AC14-8920A5AF61BA}"/>
                </a:ext>
              </a:extLst>
            </p:cNvPr>
            <p:cNvSpPr/>
            <p:nvPr/>
          </p:nvSpPr>
          <p:spPr>
            <a:xfrm>
              <a:off x="4428172" y="1023558"/>
              <a:ext cx="603720" cy="316259"/>
            </a:xfrm>
            <a:prstGeom prst="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4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data</a:t>
              </a:r>
            </a:p>
          </p:txBody>
        </p:sp>
        <p:sp>
          <p:nvSpPr>
            <p:cNvPr id="244" name="Rectangle 243">
              <a:extLst>
                <a:ext uri="{FF2B5EF4-FFF2-40B4-BE49-F238E27FC236}">
                  <a16:creationId xmlns:a16="http://schemas.microsoft.com/office/drawing/2014/main" id="{D448C2AD-A6C3-49D6-B232-3E24BA4903D4}"/>
                </a:ext>
              </a:extLst>
            </p:cNvPr>
            <p:cNvSpPr/>
            <p:nvPr/>
          </p:nvSpPr>
          <p:spPr>
            <a:xfrm>
              <a:off x="5194163" y="1018823"/>
              <a:ext cx="603720" cy="316259"/>
            </a:xfrm>
            <a:prstGeom prst="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4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data</a:t>
              </a:r>
            </a:p>
          </p:txBody>
        </p:sp>
        <p:cxnSp>
          <p:nvCxnSpPr>
            <p:cNvPr id="245" name="Straight Arrow Connector 244">
              <a:extLst>
                <a:ext uri="{FF2B5EF4-FFF2-40B4-BE49-F238E27FC236}">
                  <a16:creationId xmlns:a16="http://schemas.microsoft.com/office/drawing/2014/main" id="{BDDD110B-97A3-4F72-BB89-4EA9FC4046E3}"/>
                </a:ext>
              </a:extLst>
            </p:cNvPr>
            <p:cNvCxnSpPr>
              <a:cxnSpLocks/>
              <a:stCxn id="242" idx="0"/>
            </p:cNvCxnSpPr>
            <p:nvPr/>
          </p:nvCxnSpPr>
          <p:spPr>
            <a:xfrm flipV="1">
              <a:off x="5498748" y="1335082"/>
              <a:ext cx="0" cy="500297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Straight Arrow Connector 245">
              <a:extLst>
                <a:ext uri="{FF2B5EF4-FFF2-40B4-BE49-F238E27FC236}">
                  <a16:creationId xmlns:a16="http://schemas.microsoft.com/office/drawing/2014/main" id="{FCFE4F76-40BE-41DE-AAE3-EDDD4EA8926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22957" y="1335082"/>
              <a:ext cx="0" cy="500297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770047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59</TotalTime>
  <Words>47</Words>
  <Application>Microsoft Office PowerPoint</Application>
  <PresentationFormat>自定义</PresentationFormat>
  <Paragraphs>23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Arial</vt:lpstr>
      <vt:lpstr>Calibri</vt:lpstr>
      <vt:lpstr>Calibri Light</vt:lpstr>
      <vt:lpstr>Office Theme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Haichuan Wang(王海川)</dc:creator>
  <cp:lastModifiedBy>Amy Zhao(赵明宇)</cp:lastModifiedBy>
  <cp:revision>10</cp:revision>
  <dcterms:created xsi:type="dcterms:W3CDTF">2020-03-18T02:10:58Z</dcterms:created>
  <dcterms:modified xsi:type="dcterms:W3CDTF">2022-07-21T02:47:39Z</dcterms:modified>
</cp:coreProperties>
</file>