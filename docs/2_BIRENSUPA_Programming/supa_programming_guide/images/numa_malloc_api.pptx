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</p:sldIdLst>
  <p:sldSz cx="5486400" cy="2468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5" autoAdjust="0"/>
    <p:restoredTop sz="94903" autoAdjust="0"/>
  </p:normalViewPr>
  <p:slideViewPr>
    <p:cSldViewPr snapToGrid="0">
      <p:cViewPr varScale="1">
        <p:scale>
          <a:sx n="153" d="100"/>
          <a:sy n="153" d="100"/>
        </p:scale>
        <p:origin x="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03999"/>
            <a:ext cx="4114800" cy="859426"/>
          </a:xfrm>
        </p:spPr>
        <p:txBody>
          <a:bodyPr anchor="b"/>
          <a:lstStyle>
            <a:lvl1pPr algn="ctr">
              <a:defRPr sz="2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296567"/>
            <a:ext cx="4114800" cy="595998"/>
          </a:xfrm>
        </p:spPr>
        <p:txBody>
          <a:bodyPr/>
          <a:lstStyle>
            <a:lvl1pPr marL="0" indent="0" algn="ctr">
              <a:buNone/>
              <a:defRPr sz="864"/>
            </a:lvl1pPr>
            <a:lvl2pPr marL="164592" indent="0" algn="ctr">
              <a:buNone/>
              <a:defRPr sz="720"/>
            </a:lvl2pPr>
            <a:lvl3pPr marL="329184" indent="0" algn="ctr">
              <a:buNone/>
              <a:defRPr sz="648"/>
            </a:lvl3pPr>
            <a:lvl4pPr marL="493776" indent="0" algn="ctr">
              <a:buNone/>
              <a:defRPr sz="576"/>
            </a:lvl4pPr>
            <a:lvl5pPr marL="658368" indent="0" algn="ctr">
              <a:buNone/>
              <a:defRPr sz="576"/>
            </a:lvl5pPr>
            <a:lvl6pPr marL="822960" indent="0" algn="ctr">
              <a:buNone/>
              <a:defRPr sz="576"/>
            </a:lvl6pPr>
            <a:lvl7pPr marL="987552" indent="0" algn="ctr">
              <a:buNone/>
              <a:defRPr sz="576"/>
            </a:lvl7pPr>
            <a:lvl8pPr marL="1152144" indent="0" algn="ctr">
              <a:buNone/>
              <a:defRPr sz="576"/>
            </a:lvl8pPr>
            <a:lvl9pPr marL="1316736" indent="0" algn="ctr">
              <a:buNone/>
              <a:defRPr sz="5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68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83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615427"/>
            <a:ext cx="4732020" cy="1026853"/>
          </a:xfrm>
        </p:spPr>
        <p:txBody>
          <a:bodyPr anchor="b"/>
          <a:lstStyle>
            <a:lvl1pPr>
              <a:defRPr sz="2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1651995"/>
            <a:ext cx="4732020" cy="539998"/>
          </a:xfrm>
        </p:spPr>
        <p:txBody>
          <a:bodyPr/>
          <a:lstStyle>
            <a:lvl1pPr marL="0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1pPr>
            <a:lvl2pPr marL="164592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2pPr>
            <a:lvl3pPr marL="329184" indent="0">
              <a:buNone/>
              <a:defRPr sz="648">
                <a:solidFill>
                  <a:schemeClr val="tx1">
                    <a:tint val="75000"/>
                  </a:schemeClr>
                </a:solidFill>
              </a:defRPr>
            </a:lvl3pPr>
            <a:lvl4pPr marL="493776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4pPr>
            <a:lvl5pPr marL="658368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5pPr>
            <a:lvl6pPr marL="822960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6pPr>
            <a:lvl7pPr marL="987552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7pPr>
            <a:lvl8pPr marL="1152144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8pPr>
            <a:lvl9pPr marL="1316736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36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657140"/>
            <a:ext cx="2331720" cy="156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657140"/>
            <a:ext cx="2331720" cy="156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31429"/>
            <a:ext cx="4732020" cy="4771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605141"/>
            <a:ext cx="2321004" cy="296570"/>
          </a:xfrm>
        </p:spPr>
        <p:txBody>
          <a:bodyPr anchor="b"/>
          <a:lstStyle>
            <a:lvl1pPr marL="0" indent="0">
              <a:buNone/>
              <a:defRPr sz="864" b="1"/>
            </a:lvl1pPr>
            <a:lvl2pPr marL="164592" indent="0">
              <a:buNone/>
              <a:defRPr sz="720" b="1"/>
            </a:lvl2pPr>
            <a:lvl3pPr marL="329184" indent="0">
              <a:buNone/>
              <a:defRPr sz="648" b="1"/>
            </a:lvl3pPr>
            <a:lvl4pPr marL="493776" indent="0">
              <a:buNone/>
              <a:defRPr sz="576" b="1"/>
            </a:lvl4pPr>
            <a:lvl5pPr marL="658368" indent="0">
              <a:buNone/>
              <a:defRPr sz="576" b="1"/>
            </a:lvl5pPr>
            <a:lvl6pPr marL="822960" indent="0">
              <a:buNone/>
              <a:defRPr sz="576" b="1"/>
            </a:lvl6pPr>
            <a:lvl7pPr marL="987552" indent="0">
              <a:buNone/>
              <a:defRPr sz="576" b="1"/>
            </a:lvl7pPr>
            <a:lvl8pPr marL="1152144" indent="0">
              <a:buNone/>
              <a:defRPr sz="576" b="1"/>
            </a:lvl8pPr>
            <a:lvl9pPr marL="1316736" indent="0">
              <a:buNone/>
              <a:defRPr sz="5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901711"/>
            <a:ext cx="2321004" cy="132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605141"/>
            <a:ext cx="2332435" cy="296570"/>
          </a:xfrm>
        </p:spPr>
        <p:txBody>
          <a:bodyPr anchor="b"/>
          <a:lstStyle>
            <a:lvl1pPr marL="0" indent="0">
              <a:buNone/>
              <a:defRPr sz="864" b="1"/>
            </a:lvl1pPr>
            <a:lvl2pPr marL="164592" indent="0">
              <a:buNone/>
              <a:defRPr sz="720" b="1"/>
            </a:lvl2pPr>
            <a:lvl3pPr marL="329184" indent="0">
              <a:buNone/>
              <a:defRPr sz="648" b="1"/>
            </a:lvl3pPr>
            <a:lvl4pPr marL="493776" indent="0">
              <a:buNone/>
              <a:defRPr sz="576" b="1"/>
            </a:lvl4pPr>
            <a:lvl5pPr marL="658368" indent="0">
              <a:buNone/>
              <a:defRPr sz="576" b="1"/>
            </a:lvl5pPr>
            <a:lvl6pPr marL="822960" indent="0">
              <a:buNone/>
              <a:defRPr sz="576" b="1"/>
            </a:lvl6pPr>
            <a:lvl7pPr marL="987552" indent="0">
              <a:buNone/>
              <a:defRPr sz="576" b="1"/>
            </a:lvl7pPr>
            <a:lvl8pPr marL="1152144" indent="0">
              <a:buNone/>
              <a:defRPr sz="576" b="1"/>
            </a:lvl8pPr>
            <a:lvl9pPr marL="1316736" indent="0">
              <a:buNone/>
              <a:defRPr sz="5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901711"/>
            <a:ext cx="2332435" cy="132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655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72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65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64571"/>
            <a:ext cx="1769507" cy="575998"/>
          </a:xfrm>
        </p:spPr>
        <p:txBody>
          <a:bodyPr anchor="b"/>
          <a:lstStyle>
            <a:lvl1pPr>
              <a:defRPr sz="11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355427"/>
            <a:ext cx="2777490" cy="1754280"/>
          </a:xfrm>
        </p:spPr>
        <p:txBody>
          <a:bodyPr/>
          <a:lstStyle>
            <a:lvl1pPr>
              <a:defRPr sz="1152"/>
            </a:lvl1pPr>
            <a:lvl2pPr>
              <a:defRPr sz="1008"/>
            </a:lvl2pPr>
            <a:lvl3pPr>
              <a:defRPr sz="864"/>
            </a:lvl3pPr>
            <a:lvl4pPr>
              <a:defRPr sz="720"/>
            </a:lvl4pPr>
            <a:lvl5pPr>
              <a:defRPr sz="720"/>
            </a:lvl5pPr>
            <a:lvl6pPr>
              <a:defRPr sz="720"/>
            </a:lvl6pPr>
            <a:lvl7pPr>
              <a:defRPr sz="720"/>
            </a:lvl7pPr>
            <a:lvl8pPr>
              <a:defRPr sz="720"/>
            </a:lvl8pPr>
            <a:lvl9pPr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740569"/>
            <a:ext cx="1769507" cy="1371995"/>
          </a:xfrm>
        </p:spPr>
        <p:txBody>
          <a:bodyPr/>
          <a:lstStyle>
            <a:lvl1pPr marL="0" indent="0">
              <a:buNone/>
              <a:defRPr sz="576"/>
            </a:lvl1pPr>
            <a:lvl2pPr marL="164592" indent="0">
              <a:buNone/>
              <a:defRPr sz="504"/>
            </a:lvl2pPr>
            <a:lvl3pPr marL="329184" indent="0">
              <a:buNone/>
              <a:defRPr sz="432"/>
            </a:lvl3pPr>
            <a:lvl4pPr marL="493776" indent="0">
              <a:buNone/>
              <a:defRPr sz="360"/>
            </a:lvl4pPr>
            <a:lvl5pPr marL="658368" indent="0">
              <a:buNone/>
              <a:defRPr sz="360"/>
            </a:lvl5pPr>
            <a:lvl6pPr marL="822960" indent="0">
              <a:buNone/>
              <a:defRPr sz="360"/>
            </a:lvl6pPr>
            <a:lvl7pPr marL="987552" indent="0">
              <a:buNone/>
              <a:defRPr sz="360"/>
            </a:lvl7pPr>
            <a:lvl8pPr marL="1152144" indent="0">
              <a:buNone/>
              <a:defRPr sz="360"/>
            </a:lvl8pPr>
            <a:lvl9pPr marL="1316736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64571"/>
            <a:ext cx="1769507" cy="575998"/>
          </a:xfrm>
        </p:spPr>
        <p:txBody>
          <a:bodyPr anchor="b"/>
          <a:lstStyle>
            <a:lvl1pPr>
              <a:defRPr sz="11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355427"/>
            <a:ext cx="2777490" cy="1754280"/>
          </a:xfrm>
        </p:spPr>
        <p:txBody>
          <a:bodyPr anchor="t"/>
          <a:lstStyle>
            <a:lvl1pPr marL="0" indent="0">
              <a:buNone/>
              <a:defRPr sz="1152"/>
            </a:lvl1pPr>
            <a:lvl2pPr marL="164592" indent="0">
              <a:buNone/>
              <a:defRPr sz="1008"/>
            </a:lvl2pPr>
            <a:lvl3pPr marL="329184" indent="0">
              <a:buNone/>
              <a:defRPr sz="864"/>
            </a:lvl3pPr>
            <a:lvl4pPr marL="493776" indent="0">
              <a:buNone/>
              <a:defRPr sz="720"/>
            </a:lvl4pPr>
            <a:lvl5pPr marL="658368" indent="0">
              <a:buNone/>
              <a:defRPr sz="720"/>
            </a:lvl5pPr>
            <a:lvl6pPr marL="822960" indent="0">
              <a:buNone/>
              <a:defRPr sz="720"/>
            </a:lvl6pPr>
            <a:lvl7pPr marL="987552" indent="0">
              <a:buNone/>
              <a:defRPr sz="720"/>
            </a:lvl7pPr>
            <a:lvl8pPr marL="1152144" indent="0">
              <a:buNone/>
              <a:defRPr sz="720"/>
            </a:lvl8pPr>
            <a:lvl9pPr marL="1316736" indent="0">
              <a:buNone/>
              <a:defRPr sz="7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740569"/>
            <a:ext cx="1769507" cy="1371995"/>
          </a:xfrm>
        </p:spPr>
        <p:txBody>
          <a:bodyPr/>
          <a:lstStyle>
            <a:lvl1pPr marL="0" indent="0">
              <a:buNone/>
              <a:defRPr sz="576"/>
            </a:lvl1pPr>
            <a:lvl2pPr marL="164592" indent="0">
              <a:buNone/>
              <a:defRPr sz="504"/>
            </a:lvl2pPr>
            <a:lvl3pPr marL="329184" indent="0">
              <a:buNone/>
              <a:defRPr sz="432"/>
            </a:lvl3pPr>
            <a:lvl4pPr marL="493776" indent="0">
              <a:buNone/>
              <a:defRPr sz="360"/>
            </a:lvl4pPr>
            <a:lvl5pPr marL="658368" indent="0">
              <a:buNone/>
              <a:defRPr sz="360"/>
            </a:lvl5pPr>
            <a:lvl6pPr marL="822960" indent="0">
              <a:buNone/>
              <a:defRPr sz="360"/>
            </a:lvl6pPr>
            <a:lvl7pPr marL="987552" indent="0">
              <a:buNone/>
              <a:defRPr sz="360"/>
            </a:lvl7pPr>
            <a:lvl8pPr marL="1152144" indent="0">
              <a:buNone/>
              <a:defRPr sz="360"/>
            </a:lvl8pPr>
            <a:lvl9pPr marL="1316736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4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3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131428"/>
            <a:ext cx="1183005" cy="20919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131428"/>
            <a:ext cx="3480435" cy="20919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94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131429"/>
            <a:ext cx="4732020" cy="477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657140"/>
            <a:ext cx="4732020" cy="1566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2287992"/>
            <a:ext cx="1234440" cy="131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2287992"/>
            <a:ext cx="1851660" cy="131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2287992"/>
            <a:ext cx="1234440" cy="131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1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329184" rtl="0" eaLnBrk="1" latinLnBrk="0" hangingPunct="1">
        <a:lnSpc>
          <a:spcPct val="90000"/>
        </a:lnSpc>
        <a:spcBef>
          <a:spcPct val="0"/>
        </a:spcBef>
        <a:buNone/>
        <a:defRPr sz="15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" indent="-82296" algn="l" defTabSz="329184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32">
            <a:extLst>
              <a:ext uri="{FF2B5EF4-FFF2-40B4-BE49-F238E27FC236}">
                <a16:creationId xmlns:a16="http://schemas.microsoft.com/office/drawing/2014/main" id="{05BE6088-F1D4-440D-A5B0-A7E45BB653C9}"/>
              </a:ext>
            </a:extLst>
          </p:cNvPr>
          <p:cNvSpPr/>
          <p:nvPr/>
        </p:nvSpPr>
        <p:spPr>
          <a:xfrm>
            <a:off x="3438" y="1616809"/>
            <a:ext cx="1051033" cy="25869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NUMA Region 0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22E7D83-6D33-4BFD-861A-3C30E8AEC370}"/>
              </a:ext>
            </a:extLst>
          </p:cNvPr>
          <p:cNvSpPr txBox="1"/>
          <p:nvPr/>
        </p:nvSpPr>
        <p:spPr>
          <a:xfrm>
            <a:off x="10931" y="557738"/>
            <a:ext cx="667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pData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BA7347C1-A5EC-46AC-8751-1825819CEC9B}"/>
              </a:ext>
            </a:extLst>
          </p:cNvPr>
          <p:cNvCxnSpPr/>
          <p:nvPr/>
        </p:nvCxnSpPr>
        <p:spPr>
          <a:xfrm>
            <a:off x="577841" y="711627"/>
            <a:ext cx="30729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AF92C6AF-1321-41F2-9CC9-37CA991BB6F5}"/>
              </a:ext>
            </a:extLst>
          </p:cNvPr>
          <p:cNvSpPr/>
          <p:nvPr/>
        </p:nvSpPr>
        <p:spPr>
          <a:xfrm>
            <a:off x="877438" y="711627"/>
            <a:ext cx="950688" cy="25869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 0</a:t>
            </a:r>
            <a:endParaRPr lang="en-US" sz="90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CF1F848-6C6B-443F-86AD-899750485D7F}"/>
              </a:ext>
            </a:extLst>
          </p:cNvPr>
          <p:cNvSpPr/>
          <p:nvPr/>
        </p:nvSpPr>
        <p:spPr>
          <a:xfrm>
            <a:off x="1360394" y="1616809"/>
            <a:ext cx="1051033" cy="25869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NUMA Region 1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7ECA01F-BE49-43E3-87FC-A42967F7AEFE}"/>
              </a:ext>
            </a:extLst>
          </p:cNvPr>
          <p:cNvSpPr/>
          <p:nvPr/>
        </p:nvSpPr>
        <p:spPr>
          <a:xfrm>
            <a:off x="2719700" y="1616809"/>
            <a:ext cx="1051033" cy="25869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NUMA Region 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E650D6C-1D02-4D14-BCD5-54065514B1D2}"/>
              </a:ext>
            </a:extLst>
          </p:cNvPr>
          <p:cNvSpPr/>
          <p:nvPr/>
        </p:nvSpPr>
        <p:spPr>
          <a:xfrm>
            <a:off x="4393034" y="1616809"/>
            <a:ext cx="1051033" cy="25869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NUMA Region N-1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B7A2415-F559-40B0-9A00-58E01582023C}"/>
              </a:ext>
            </a:extLst>
          </p:cNvPr>
          <p:cNvSpPr/>
          <p:nvPr/>
        </p:nvSpPr>
        <p:spPr>
          <a:xfrm>
            <a:off x="1828126" y="712089"/>
            <a:ext cx="950688" cy="25869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 1</a:t>
            </a:r>
            <a:endParaRPr lang="en-US" sz="90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9D2C52A-AD96-4F30-A09B-4E5983D6C1B0}"/>
              </a:ext>
            </a:extLst>
          </p:cNvPr>
          <p:cNvSpPr/>
          <p:nvPr/>
        </p:nvSpPr>
        <p:spPr>
          <a:xfrm>
            <a:off x="2778814" y="711627"/>
            <a:ext cx="950688" cy="25869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 2</a:t>
            </a:r>
            <a:endParaRPr lang="en-US" sz="90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65C28BD-C332-492C-BAB3-4B794AD27D37}"/>
              </a:ext>
            </a:extLst>
          </p:cNvPr>
          <p:cNvSpPr/>
          <p:nvPr/>
        </p:nvSpPr>
        <p:spPr>
          <a:xfrm>
            <a:off x="4314465" y="704704"/>
            <a:ext cx="950688" cy="25869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 N-1</a:t>
            </a:r>
            <a:endParaRPr lang="en-US" sz="90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20BC24AD-1B34-4919-B0EB-1E0B77C6794B}"/>
              </a:ext>
            </a:extLst>
          </p:cNvPr>
          <p:cNvCxnSpPr>
            <a:cxnSpLocks/>
            <a:stCxn id="136" idx="2"/>
            <a:endCxn id="133" idx="0"/>
          </p:cNvCxnSpPr>
          <p:nvPr/>
        </p:nvCxnSpPr>
        <p:spPr>
          <a:xfrm flipH="1">
            <a:off x="528955" y="970324"/>
            <a:ext cx="823827" cy="646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789A58E-36FD-404B-8557-73CAB2E65218}"/>
              </a:ext>
            </a:extLst>
          </p:cNvPr>
          <p:cNvCxnSpPr>
            <a:cxnSpLocks/>
            <a:stCxn id="140" idx="2"/>
            <a:endCxn id="137" idx="0"/>
          </p:cNvCxnSpPr>
          <p:nvPr/>
        </p:nvCxnSpPr>
        <p:spPr>
          <a:xfrm flipH="1">
            <a:off x="1885911" y="970786"/>
            <a:ext cx="417559" cy="646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200D3B48-8142-4C1C-BB6C-1932BBD9A4FF}"/>
              </a:ext>
            </a:extLst>
          </p:cNvPr>
          <p:cNvCxnSpPr>
            <a:cxnSpLocks/>
            <a:stCxn id="141" idx="2"/>
            <a:endCxn id="138" idx="0"/>
          </p:cNvCxnSpPr>
          <p:nvPr/>
        </p:nvCxnSpPr>
        <p:spPr>
          <a:xfrm flipH="1">
            <a:off x="3245217" y="970324"/>
            <a:ext cx="8941" cy="646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8B10F31-7B2E-4CEA-B3F6-916EB2F06CAF}"/>
              </a:ext>
            </a:extLst>
          </p:cNvPr>
          <p:cNvCxnSpPr>
            <a:cxnSpLocks/>
            <a:stCxn id="142" idx="2"/>
            <a:endCxn id="139" idx="0"/>
          </p:cNvCxnSpPr>
          <p:nvPr/>
        </p:nvCxnSpPr>
        <p:spPr>
          <a:xfrm>
            <a:off x="4789809" y="963401"/>
            <a:ext cx="128742" cy="653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185165EF-AE2A-4534-B52B-E0317E354B2C}"/>
              </a:ext>
            </a:extLst>
          </p:cNvPr>
          <p:cNvSpPr txBox="1"/>
          <p:nvPr/>
        </p:nvSpPr>
        <p:spPr>
          <a:xfrm>
            <a:off x="3222097" y="1077601"/>
            <a:ext cx="1556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映射到不同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NUMA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区域的物理地址。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360B0FDF-3519-478D-A161-E1B3A2C9CAD7}"/>
              </a:ext>
            </a:extLst>
          </p:cNvPr>
          <p:cNvSpPr/>
          <p:nvPr/>
        </p:nvSpPr>
        <p:spPr>
          <a:xfrm>
            <a:off x="425962" y="-14616"/>
            <a:ext cx="48718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suNumaMallocDevice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(&amp;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pData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&amp;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sizePitch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numRegions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sizeRegion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2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D584CA5-2C12-4290-9EB4-C8F7B3B0DA4C}"/>
              </a:ext>
            </a:extLst>
          </p:cNvPr>
          <p:cNvSpPr txBox="1"/>
          <p:nvPr/>
        </p:nvSpPr>
        <p:spPr>
          <a:xfrm>
            <a:off x="3863908" y="589144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...</a:t>
            </a: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5C7787D7-BD18-4646-A7A5-6253FD8C6CC2}"/>
              </a:ext>
            </a:extLst>
          </p:cNvPr>
          <p:cNvCxnSpPr>
            <a:cxnSpLocks/>
          </p:cNvCxnSpPr>
          <p:nvPr/>
        </p:nvCxnSpPr>
        <p:spPr>
          <a:xfrm>
            <a:off x="877438" y="420660"/>
            <a:ext cx="0" cy="274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662D4368-B3BE-403A-845F-4488CD12A968}"/>
              </a:ext>
            </a:extLst>
          </p:cNvPr>
          <p:cNvCxnSpPr>
            <a:cxnSpLocks/>
          </p:cNvCxnSpPr>
          <p:nvPr/>
        </p:nvCxnSpPr>
        <p:spPr>
          <a:xfrm>
            <a:off x="1626738" y="557738"/>
            <a:ext cx="0" cy="153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8FEBC5F-C55A-4A15-9DDF-1B3E8AAB9E5A}"/>
              </a:ext>
            </a:extLst>
          </p:cNvPr>
          <p:cNvCxnSpPr>
            <a:cxnSpLocks/>
            <a:endCxn id="136" idx="3"/>
          </p:cNvCxnSpPr>
          <p:nvPr/>
        </p:nvCxnSpPr>
        <p:spPr>
          <a:xfrm>
            <a:off x="1828126" y="420660"/>
            <a:ext cx="0" cy="420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922E02E6-0CA7-43D4-B3A0-42E0898EF24D}"/>
              </a:ext>
            </a:extLst>
          </p:cNvPr>
          <p:cNvCxnSpPr/>
          <p:nvPr/>
        </p:nvCxnSpPr>
        <p:spPr>
          <a:xfrm>
            <a:off x="885139" y="477410"/>
            <a:ext cx="94298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4A69EB28-70D2-4655-9653-EB54DA382227}"/>
              </a:ext>
            </a:extLst>
          </p:cNvPr>
          <p:cNvCxnSpPr>
            <a:cxnSpLocks/>
          </p:cNvCxnSpPr>
          <p:nvPr/>
        </p:nvCxnSpPr>
        <p:spPr>
          <a:xfrm>
            <a:off x="885139" y="656216"/>
            <a:ext cx="7415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6A3A2B9-E06F-440A-8688-8ADFE8902946}"/>
              </a:ext>
            </a:extLst>
          </p:cNvPr>
          <p:cNvSpPr/>
          <p:nvPr/>
        </p:nvSpPr>
        <p:spPr>
          <a:xfrm>
            <a:off x="912961" y="476249"/>
            <a:ext cx="69442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sizeRegion</a:t>
            </a:r>
            <a:endParaRPr lang="en-US" sz="900"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981DBB64-4573-4827-8315-0461630FE2D3}"/>
              </a:ext>
            </a:extLst>
          </p:cNvPr>
          <p:cNvSpPr/>
          <p:nvPr/>
        </p:nvSpPr>
        <p:spPr>
          <a:xfrm>
            <a:off x="1037228" y="260729"/>
            <a:ext cx="59663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sizePitch</a:t>
            </a:r>
            <a:endParaRPr lang="en-US" sz="80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FDC7109D-020A-4109-A93F-7FC72B8F7EF5}"/>
              </a:ext>
            </a:extLst>
          </p:cNvPr>
          <p:cNvSpPr/>
          <p:nvPr/>
        </p:nvSpPr>
        <p:spPr>
          <a:xfrm>
            <a:off x="191860" y="2199261"/>
            <a:ext cx="667312" cy="2586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 0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A5BE0CA-D404-45E9-BD39-43D821DD36F3}"/>
              </a:ext>
            </a:extLst>
          </p:cNvPr>
          <p:cNvSpPr/>
          <p:nvPr/>
        </p:nvSpPr>
        <p:spPr>
          <a:xfrm>
            <a:off x="1552254" y="2199261"/>
            <a:ext cx="667312" cy="2586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 1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AFCC06A-7842-4621-9099-CF8D94A3B3C1}"/>
              </a:ext>
            </a:extLst>
          </p:cNvPr>
          <p:cNvSpPr/>
          <p:nvPr/>
        </p:nvSpPr>
        <p:spPr>
          <a:xfrm>
            <a:off x="2911560" y="2199260"/>
            <a:ext cx="667312" cy="2586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 2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D233055-BD3D-47A6-8985-748A8AD67786}"/>
              </a:ext>
            </a:extLst>
          </p:cNvPr>
          <p:cNvSpPr/>
          <p:nvPr/>
        </p:nvSpPr>
        <p:spPr>
          <a:xfrm>
            <a:off x="4584894" y="2182085"/>
            <a:ext cx="667312" cy="2586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 N-1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598077A7-722E-4044-9B6E-FAB4C4C96226}"/>
              </a:ext>
            </a:extLst>
          </p:cNvPr>
          <p:cNvCxnSpPr>
            <a:cxnSpLocks/>
            <a:stCxn id="133" idx="2"/>
            <a:endCxn id="157" idx="0"/>
          </p:cNvCxnSpPr>
          <p:nvPr/>
        </p:nvCxnSpPr>
        <p:spPr>
          <a:xfrm flipH="1">
            <a:off x="525516" y="1875506"/>
            <a:ext cx="3439" cy="323755"/>
          </a:xfrm>
          <a:prstGeom prst="straightConnector1">
            <a:avLst/>
          </a:prstGeom>
          <a:ln w="28575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402E9A53-9E08-4875-95BB-346E518E748C}"/>
              </a:ext>
            </a:extLst>
          </p:cNvPr>
          <p:cNvCxnSpPr>
            <a:cxnSpLocks/>
            <a:stCxn id="137" idx="2"/>
            <a:endCxn id="158" idx="0"/>
          </p:cNvCxnSpPr>
          <p:nvPr/>
        </p:nvCxnSpPr>
        <p:spPr>
          <a:xfrm flipH="1">
            <a:off x="1885910" y="1875506"/>
            <a:ext cx="1" cy="323755"/>
          </a:xfrm>
          <a:prstGeom prst="straightConnector1">
            <a:avLst/>
          </a:prstGeom>
          <a:ln w="28575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364F365F-BBAA-4E27-A8DE-CEDD0C75C5D3}"/>
              </a:ext>
            </a:extLst>
          </p:cNvPr>
          <p:cNvCxnSpPr>
            <a:cxnSpLocks/>
            <a:stCxn id="138" idx="2"/>
            <a:endCxn id="159" idx="0"/>
          </p:cNvCxnSpPr>
          <p:nvPr/>
        </p:nvCxnSpPr>
        <p:spPr>
          <a:xfrm flipH="1">
            <a:off x="3245216" y="1875506"/>
            <a:ext cx="1" cy="323754"/>
          </a:xfrm>
          <a:prstGeom prst="straightConnector1">
            <a:avLst/>
          </a:prstGeom>
          <a:ln w="28575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B9111F47-A237-4AC1-BFD2-09E4DFCE9CDA}"/>
              </a:ext>
            </a:extLst>
          </p:cNvPr>
          <p:cNvCxnSpPr>
            <a:cxnSpLocks/>
            <a:stCxn id="139" idx="2"/>
            <a:endCxn id="160" idx="0"/>
          </p:cNvCxnSpPr>
          <p:nvPr/>
        </p:nvCxnSpPr>
        <p:spPr>
          <a:xfrm flipH="1">
            <a:off x="4918550" y="1875506"/>
            <a:ext cx="1" cy="306579"/>
          </a:xfrm>
          <a:prstGeom prst="straightConnector1">
            <a:avLst/>
          </a:prstGeom>
          <a:ln w="28575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AD7B6E3A-20B6-4B8F-A448-E3069CB9C768}"/>
              </a:ext>
            </a:extLst>
          </p:cNvPr>
          <p:cNvSpPr txBox="1"/>
          <p:nvPr/>
        </p:nvSpPr>
        <p:spPr>
          <a:xfrm>
            <a:off x="523984" y="1902631"/>
            <a:ext cx="6703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close to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E420FB95-C48C-4A96-A48E-2FBD3BCC288D}"/>
              </a:ext>
            </a:extLst>
          </p:cNvPr>
          <p:cNvSpPr txBox="1"/>
          <p:nvPr/>
        </p:nvSpPr>
        <p:spPr>
          <a:xfrm>
            <a:off x="1829816" y="1918206"/>
            <a:ext cx="6703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close to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3E12397-001A-478B-A5D2-CBA7FF8F30B2}"/>
              </a:ext>
            </a:extLst>
          </p:cNvPr>
          <p:cNvSpPr txBox="1"/>
          <p:nvPr/>
        </p:nvSpPr>
        <p:spPr>
          <a:xfrm>
            <a:off x="3235181" y="1914388"/>
            <a:ext cx="6495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close to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29FA5A1-A872-4D74-9272-21483260B521}"/>
              </a:ext>
            </a:extLst>
          </p:cNvPr>
          <p:cNvSpPr txBox="1"/>
          <p:nvPr/>
        </p:nvSpPr>
        <p:spPr>
          <a:xfrm>
            <a:off x="4879496" y="1901837"/>
            <a:ext cx="6495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close to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6C707F8-2F47-4F21-8FB3-926C2143FB3D}"/>
              </a:ext>
            </a:extLst>
          </p:cNvPr>
          <p:cNvCxnSpPr>
            <a:cxnSpLocks/>
          </p:cNvCxnSpPr>
          <p:nvPr/>
        </p:nvCxnSpPr>
        <p:spPr>
          <a:xfrm flipH="1">
            <a:off x="2778813" y="521158"/>
            <a:ext cx="48097" cy="19517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1165BD2-C86F-423A-983A-973801EEE2F9}"/>
              </a:ext>
            </a:extLst>
          </p:cNvPr>
          <p:cNvSpPr txBox="1"/>
          <p:nvPr/>
        </p:nvSpPr>
        <p:spPr>
          <a:xfrm>
            <a:off x="2747587" y="345130"/>
            <a:ext cx="15568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pData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+ 2*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sizePitch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</TotalTime>
  <Words>65</Words>
  <Application>Microsoft Office PowerPoint</Application>
  <PresentationFormat>自定义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Jirong Li(李季戎)</cp:lastModifiedBy>
  <cp:revision>28</cp:revision>
  <dcterms:created xsi:type="dcterms:W3CDTF">2020-03-18T02:10:58Z</dcterms:created>
  <dcterms:modified xsi:type="dcterms:W3CDTF">2023-09-05T11:04:08Z</dcterms:modified>
</cp:coreProperties>
</file>