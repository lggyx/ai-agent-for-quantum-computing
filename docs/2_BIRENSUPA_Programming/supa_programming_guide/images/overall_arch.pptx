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4864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1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4121"/>
            <a:ext cx="41148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200679"/>
            <a:ext cx="41148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8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569913"/>
            <a:ext cx="473202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529821"/>
            <a:ext cx="473202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4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608542"/>
            <a:ext cx="233172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608542"/>
            <a:ext cx="233172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7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21709"/>
            <a:ext cx="473202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560388"/>
            <a:ext cx="2321004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835025"/>
            <a:ext cx="2321004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560388"/>
            <a:ext cx="233243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835025"/>
            <a:ext cx="233243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1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8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6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52400"/>
            <a:ext cx="1769507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29142"/>
            <a:ext cx="277749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685800"/>
            <a:ext cx="1769507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52400"/>
            <a:ext cx="1769507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29142"/>
            <a:ext cx="277749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685800"/>
            <a:ext cx="1769507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0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21709"/>
            <a:ext cx="1183005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21709"/>
            <a:ext cx="3480435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21709"/>
            <a:ext cx="473202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608542"/>
            <a:ext cx="473202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118784"/>
            <a:ext cx="12344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118784"/>
            <a:ext cx="185166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118784"/>
            <a:ext cx="12344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8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13AFF5B-0823-48ED-86F9-E87CAA6CD91B}"/>
              </a:ext>
            </a:extLst>
          </p:cNvPr>
          <p:cNvCxnSpPr/>
          <p:nvPr/>
        </p:nvCxnSpPr>
        <p:spPr>
          <a:xfrm>
            <a:off x="517685" y="1939909"/>
            <a:ext cx="4331855" cy="0"/>
          </a:xfrm>
          <a:prstGeom prst="line">
            <a:avLst/>
          </a:prstGeom>
          <a:ln w="95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93A88EA-3C85-4190-9126-D9E0D3BFB47A}"/>
              </a:ext>
            </a:extLst>
          </p:cNvPr>
          <p:cNvSpPr/>
          <p:nvPr/>
        </p:nvSpPr>
        <p:spPr>
          <a:xfrm>
            <a:off x="808636" y="1985708"/>
            <a:ext cx="3809996" cy="2493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硬件设备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ABC1FB-723F-4224-AEA8-C628D5475079}"/>
              </a:ext>
            </a:extLst>
          </p:cNvPr>
          <p:cNvSpPr/>
          <p:nvPr/>
        </p:nvSpPr>
        <p:spPr>
          <a:xfrm>
            <a:off x="808635" y="1631454"/>
            <a:ext cx="3809996" cy="2493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驱动</a:t>
            </a: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DBAFA3-4276-4EF7-AD63-3E0393CF7FD9}"/>
              </a:ext>
            </a:extLst>
          </p:cNvPr>
          <p:cNvSpPr/>
          <p:nvPr/>
        </p:nvSpPr>
        <p:spPr>
          <a:xfrm>
            <a:off x="808634" y="381989"/>
            <a:ext cx="3794547" cy="2516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机器学习框架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(TF, </a:t>
            </a:r>
            <a:r>
              <a:rPr lang="en-US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F559C4-E708-489A-BDEC-1C5A4343B6D8}"/>
              </a:ext>
            </a:extLst>
          </p:cNvPr>
          <p:cNvSpPr/>
          <p:nvPr/>
        </p:nvSpPr>
        <p:spPr>
          <a:xfrm>
            <a:off x="2167728" y="739576"/>
            <a:ext cx="1175995" cy="434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加速库</a:t>
            </a:r>
            <a:endParaRPr lang="en-US" altLang="zh-CN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DNN</a:t>
            </a:r>
            <a:r>
              <a:rPr lang="zh-CN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BLAS,, </a:t>
            </a:r>
            <a:r>
              <a:rPr lang="en-US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3099E0-E6D4-4468-AB6E-F2F66F4B6985}"/>
              </a:ext>
            </a:extLst>
          </p:cNvPr>
          <p:cNvCxnSpPr/>
          <p:nvPr/>
        </p:nvCxnSpPr>
        <p:spPr>
          <a:xfrm>
            <a:off x="547705" y="320163"/>
            <a:ext cx="4331855" cy="0"/>
          </a:xfrm>
          <a:prstGeom prst="line">
            <a:avLst/>
          </a:prstGeom>
          <a:ln w="95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6CB40CC-17FD-4F5B-9A59-213FA94D191E}"/>
              </a:ext>
            </a:extLst>
          </p:cNvPr>
          <p:cNvSpPr/>
          <p:nvPr/>
        </p:nvSpPr>
        <p:spPr>
          <a:xfrm>
            <a:off x="808635" y="39155"/>
            <a:ext cx="859727" cy="224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应用程序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806588E-D7C4-429D-B8C1-D4357D9A9B34}"/>
              </a:ext>
            </a:extLst>
          </p:cNvPr>
          <p:cNvSpPr/>
          <p:nvPr/>
        </p:nvSpPr>
        <p:spPr>
          <a:xfrm>
            <a:off x="808635" y="739605"/>
            <a:ext cx="1260908" cy="4219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BIRENSUPA </a:t>
            </a:r>
            <a:b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B7B26AC-2CFC-4A77-807F-9D2ACF3AD517}"/>
              </a:ext>
            </a:extLst>
          </p:cNvPr>
          <p:cNvSpPr/>
          <p:nvPr/>
        </p:nvSpPr>
        <p:spPr>
          <a:xfrm>
            <a:off x="1780635" y="39155"/>
            <a:ext cx="859727" cy="224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应用程序</a:t>
            </a:r>
            <a:endParaRPr lang="en-US" altLang="zh-CN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D4D3BC-766A-401E-91D9-8FF121A7ACAD}"/>
              </a:ext>
            </a:extLst>
          </p:cNvPr>
          <p:cNvSpPr/>
          <p:nvPr/>
        </p:nvSpPr>
        <p:spPr>
          <a:xfrm>
            <a:off x="2755726" y="39155"/>
            <a:ext cx="859727" cy="224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应用程序</a:t>
            </a:r>
            <a:endParaRPr lang="en-US" altLang="zh-CN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844B5-B8D7-47D5-9BBC-1087E337A5B2}"/>
              </a:ext>
            </a:extLst>
          </p:cNvPr>
          <p:cNvSpPr/>
          <p:nvPr/>
        </p:nvSpPr>
        <p:spPr>
          <a:xfrm>
            <a:off x="3743455" y="39155"/>
            <a:ext cx="859727" cy="224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应用程序</a:t>
            </a:r>
            <a:endParaRPr lang="en-US" altLang="zh-CN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F37760-FBB2-4F72-AAEC-03D856EA1161}"/>
              </a:ext>
            </a:extLst>
          </p:cNvPr>
          <p:cNvSpPr/>
          <p:nvPr/>
        </p:nvSpPr>
        <p:spPr>
          <a:xfrm>
            <a:off x="3412993" y="739606"/>
            <a:ext cx="1205637" cy="4346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工具集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A930CE-F228-4A5F-A59F-53E032D46A76}"/>
              </a:ext>
            </a:extLst>
          </p:cNvPr>
          <p:cNvSpPr/>
          <p:nvPr/>
        </p:nvSpPr>
        <p:spPr>
          <a:xfrm>
            <a:off x="808635" y="1280642"/>
            <a:ext cx="3809995" cy="256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编译器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32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10</cp:revision>
  <dcterms:created xsi:type="dcterms:W3CDTF">2020-03-18T02:10:58Z</dcterms:created>
  <dcterms:modified xsi:type="dcterms:W3CDTF">2022-08-05T04:45:16Z</dcterms:modified>
</cp:coreProperties>
</file>