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3"/>
  </p:notesMasterIdLst>
  <p:sldIdLst>
    <p:sldId id="256" r:id="rId2"/>
  </p:sldIdLst>
  <p:sldSz cx="12161838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1" autoAdjust="0"/>
    <p:restoredTop sz="93758" autoAdjust="0"/>
  </p:normalViewPr>
  <p:slideViewPr>
    <p:cSldViewPr snapToGrid="0">
      <p:cViewPr varScale="1">
        <p:scale>
          <a:sx n="167" d="100"/>
          <a:sy n="167" d="100"/>
        </p:scale>
        <p:origin x="138" y="253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31013" y="1143000"/>
            <a:ext cx="205200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831013" y="1143000"/>
            <a:ext cx="205200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230" y="299297"/>
            <a:ext cx="9121379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0230" y="960543"/>
            <a:ext cx="9121379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9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9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92" y="455930"/>
            <a:ext cx="1048958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792" y="1223857"/>
            <a:ext cx="1048958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9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486833"/>
            <a:ext cx="5168781" cy="11603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6931" y="486833"/>
            <a:ext cx="5168781" cy="11603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6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711" y="97367"/>
            <a:ext cx="10489585" cy="35348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711" y="448310"/>
            <a:ext cx="5145027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7711" y="668020"/>
            <a:ext cx="5145027" cy="9825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56931" y="448310"/>
            <a:ext cx="5170365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56931" y="668020"/>
            <a:ext cx="5170365" cy="9825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4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711" y="121920"/>
            <a:ext cx="3922509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0365" y="263314"/>
            <a:ext cx="615693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7711" y="548640"/>
            <a:ext cx="3922509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8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711" y="121920"/>
            <a:ext cx="3922509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0365" y="263314"/>
            <a:ext cx="615693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7711" y="548640"/>
            <a:ext cx="3922509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03315" y="97367"/>
            <a:ext cx="2622396" cy="154982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126" y="97367"/>
            <a:ext cx="7715166" cy="154982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1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6127" y="97367"/>
            <a:ext cx="1048958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127" y="486833"/>
            <a:ext cx="1048958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126" y="1695027"/>
            <a:ext cx="273641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8609" y="1695027"/>
            <a:ext cx="410462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298" y="1695027"/>
            <a:ext cx="273641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9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33">
            <a:extLst>
              <a:ext uri="{FF2B5EF4-FFF2-40B4-BE49-F238E27FC236}">
                <a16:creationId xmlns:a16="http://schemas.microsoft.com/office/drawing/2014/main" id="{04A0AADB-12D8-BF16-E059-05493D480788}"/>
              </a:ext>
            </a:extLst>
          </p:cNvPr>
          <p:cNvSpPr/>
          <p:nvPr/>
        </p:nvSpPr>
        <p:spPr>
          <a:xfrm>
            <a:off x="3532696" y="45720"/>
            <a:ext cx="3233381" cy="381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MemoryObject</a:t>
            </a:r>
            <a:r>
              <a:rPr lang="en-US" sz="1200" b="1">
                <a:solidFill>
                  <a:schemeClr val="tx1"/>
                </a:solidFill>
                <a:latin typeface="Consolas" panose="020B0609020204030204" pitchFamily="49" charset="0"/>
              </a:rPr>
              <a:t>&lt;E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suMemArchType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23" name="Rectangle 134">
            <a:extLst>
              <a:ext uri="{FF2B5EF4-FFF2-40B4-BE49-F238E27FC236}">
                <a16:creationId xmlns:a16="http://schemas.microsoft.com/office/drawing/2014/main" id="{710FD460-EE02-B6B1-F34D-914926C2C668}"/>
              </a:ext>
            </a:extLst>
          </p:cNvPr>
          <p:cNvSpPr/>
          <p:nvPr/>
        </p:nvSpPr>
        <p:spPr>
          <a:xfrm>
            <a:off x="1560989" y="865484"/>
            <a:ext cx="1278479" cy="83187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Matrix3D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Matrix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Matrix3D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DynMatrix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135">
            <a:extLst>
              <a:ext uri="{FF2B5EF4-FFF2-40B4-BE49-F238E27FC236}">
                <a16:creationId xmlns:a16="http://schemas.microsoft.com/office/drawing/2014/main" id="{367CD3AD-0607-1A5E-5258-B4AEDBA7F507}"/>
              </a:ext>
            </a:extLst>
          </p:cNvPr>
          <p:cNvSpPr/>
          <p:nvPr/>
        </p:nvSpPr>
        <p:spPr>
          <a:xfrm>
            <a:off x="3087204" y="861210"/>
            <a:ext cx="1490130" cy="8404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DynActivation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36">
            <a:extLst>
              <a:ext uri="{FF2B5EF4-FFF2-40B4-BE49-F238E27FC236}">
                <a16:creationId xmlns:a16="http://schemas.microsoft.com/office/drawing/2014/main" id="{D675FBB1-2116-2639-CCC5-ED7D34F4FD68}"/>
              </a:ext>
            </a:extLst>
          </p:cNvPr>
          <p:cNvSpPr/>
          <p:nvPr/>
        </p:nvSpPr>
        <p:spPr>
          <a:xfrm>
            <a:off x="4831501" y="854610"/>
            <a:ext cx="1540723" cy="840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ConvWeights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ConvWeight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DynConvWeights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DynConvWeight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37">
            <a:extLst>
              <a:ext uri="{FF2B5EF4-FFF2-40B4-BE49-F238E27FC236}">
                <a16:creationId xmlns:a16="http://schemas.microsoft.com/office/drawing/2014/main" id="{8707005D-526D-CE0A-0A5D-16C4FA510900}"/>
              </a:ext>
            </a:extLst>
          </p:cNvPr>
          <p:cNvSpPr/>
          <p:nvPr/>
        </p:nvSpPr>
        <p:spPr>
          <a:xfrm>
            <a:off x="6619960" y="854651"/>
            <a:ext cx="2235040" cy="846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DepthWiseConvWeight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DynDepthWiseConvWeight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onnector: Elbow 193">
            <a:extLst>
              <a:ext uri="{FF2B5EF4-FFF2-40B4-BE49-F238E27FC236}">
                <a16:creationId xmlns:a16="http://schemas.microsoft.com/office/drawing/2014/main" id="{45B9D127-5454-04DD-0FB1-79E9EC685833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rot="5400000" flipH="1" flipV="1">
            <a:off x="3455814" y="-828089"/>
            <a:ext cx="437989" cy="2949158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194">
            <a:extLst>
              <a:ext uri="{FF2B5EF4-FFF2-40B4-BE49-F238E27FC236}">
                <a16:creationId xmlns:a16="http://schemas.microsoft.com/office/drawing/2014/main" id="{1E4546D8-B019-1B5B-58B8-105A67958099}"/>
              </a:ext>
            </a:extLst>
          </p:cNvPr>
          <p:cNvCxnSpPr>
            <a:cxnSpLocks/>
            <a:stCxn id="24" idx="0"/>
            <a:endCxn id="22" idx="2"/>
          </p:cNvCxnSpPr>
          <p:nvPr/>
        </p:nvCxnSpPr>
        <p:spPr>
          <a:xfrm rot="5400000" flipH="1" flipV="1">
            <a:off x="4273971" y="-14206"/>
            <a:ext cx="433715" cy="1317118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195">
            <a:extLst>
              <a:ext uri="{FF2B5EF4-FFF2-40B4-BE49-F238E27FC236}">
                <a16:creationId xmlns:a16="http://schemas.microsoft.com/office/drawing/2014/main" id="{E9EDF77F-F627-DD70-E6EE-44E2B3DA82F7}"/>
              </a:ext>
            </a:extLst>
          </p:cNvPr>
          <p:cNvCxnSpPr>
            <a:cxnSpLocks/>
            <a:stCxn id="25" idx="0"/>
            <a:endCxn id="22" idx="2"/>
          </p:cNvCxnSpPr>
          <p:nvPr/>
        </p:nvCxnSpPr>
        <p:spPr>
          <a:xfrm rot="16200000" flipV="1">
            <a:off x="5162068" y="414815"/>
            <a:ext cx="427115" cy="452476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196">
            <a:extLst>
              <a:ext uri="{FF2B5EF4-FFF2-40B4-BE49-F238E27FC236}">
                <a16:creationId xmlns:a16="http://schemas.microsoft.com/office/drawing/2014/main" id="{92371462-B106-6F0D-282F-F611A26064F1}"/>
              </a:ext>
            </a:extLst>
          </p:cNvPr>
          <p:cNvCxnSpPr>
            <a:cxnSpLocks/>
            <a:stCxn id="26" idx="0"/>
            <a:endCxn id="22" idx="2"/>
          </p:cNvCxnSpPr>
          <p:nvPr/>
        </p:nvCxnSpPr>
        <p:spPr>
          <a:xfrm rot="16200000" flipV="1">
            <a:off x="6229856" y="-652974"/>
            <a:ext cx="427156" cy="2588093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18">
            <a:extLst>
              <a:ext uri="{FF2B5EF4-FFF2-40B4-BE49-F238E27FC236}">
                <a16:creationId xmlns:a16="http://schemas.microsoft.com/office/drawing/2014/main" id="{13425727-4970-B88D-3A43-05D386075137}"/>
              </a:ext>
            </a:extLst>
          </p:cNvPr>
          <p:cNvSpPr txBox="1"/>
          <p:nvPr/>
        </p:nvSpPr>
        <p:spPr>
          <a:xfrm>
            <a:off x="214720" y="8271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内存存储层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219">
            <a:extLst>
              <a:ext uri="{FF2B5EF4-FFF2-40B4-BE49-F238E27FC236}">
                <a16:creationId xmlns:a16="http://schemas.microsoft.com/office/drawing/2014/main" id="{FF8838B7-D272-130A-6D07-D4335947C52E}"/>
              </a:ext>
            </a:extLst>
          </p:cNvPr>
          <p:cNvSpPr txBox="1"/>
          <p:nvPr/>
        </p:nvSpPr>
        <p:spPr>
          <a:xfrm>
            <a:off x="216356" y="758936"/>
            <a:ext cx="1278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张量形状层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223">
            <a:extLst>
              <a:ext uri="{FF2B5EF4-FFF2-40B4-BE49-F238E27FC236}">
                <a16:creationId xmlns:a16="http://schemas.microsoft.com/office/drawing/2014/main" id="{A25D9578-8CF8-4997-2EB0-7D0A15E77AD3}"/>
              </a:ext>
            </a:extLst>
          </p:cNvPr>
          <p:cNvSpPr/>
          <p:nvPr/>
        </p:nvSpPr>
        <p:spPr>
          <a:xfrm>
            <a:off x="9102736" y="854610"/>
            <a:ext cx="1195946" cy="84697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Vector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DynVector</a:t>
            </a:r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DynVector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: Elbow 230">
            <a:extLst>
              <a:ext uri="{FF2B5EF4-FFF2-40B4-BE49-F238E27FC236}">
                <a16:creationId xmlns:a16="http://schemas.microsoft.com/office/drawing/2014/main" id="{BEF7508C-B314-AB78-A184-8D15A930A026}"/>
              </a:ext>
            </a:extLst>
          </p:cNvPr>
          <p:cNvCxnSpPr>
            <a:cxnSpLocks/>
            <a:stCxn id="33" idx="0"/>
            <a:endCxn id="22" idx="2"/>
          </p:cNvCxnSpPr>
          <p:nvPr/>
        </p:nvCxnSpPr>
        <p:spPr>
          <a:xfrm rot="16200000" flipV="1">
            <a:off x="7211491" y="-1634608"/>
            <a:ext cx="427115" cy="4551322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36">
            <a:extLst>
              <a:ext uri="{FF2B5EF4-FFF2-40B4-BE49-F238E27FC236}">
                <a16:creationId xmlns:a16="http://schemas.microsoft.com/office/drawing/2014/main" id="{E6AA549D-717D-47A9-0FAF-6E595A835089}"/>
              </a:ext>
            </a:extLst>
          </p:cNvPr>
          <p:cNvSpPr/>
          <p:nvPr/>
        </p:nvSpPr>
        <p:spPr>
          <a:xfrm>
            <a:off x="10546418" y="854652"/>
            <a:ext cx="1463517" cy="84037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ByteObject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DynByteObject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Connector: Elbow 243">
            <a:extLst>
              <a:ext uri="{FF2B5EF4-FFF2-40B4-BE49-F238E27FC236}">
                <a16:creationId xmlns:a16="http://schemas.microsoft.com/office/drawing/2014/main" id="{877B5479-95D8-6BD9-F2F5-49100EDC00C3}"/>
              </a:ext>
            </a:extLst>
          </p:cNvPr>
          <p:cNvCxnSpPr>
            <a:cxnSpLocks/>
            <a:stCxn id="35" idx="0"/>
            <a:endCxn id="22" idx="2"/>
          </p:cNvCxnSpPr>
          <p:nvPr/>
        </p:nvCxnSpPr>
        <p:spPr>
          <a:xfrm rot="16200000" flipV="1">
            <a:off x="8000204" y="-2423321"/>
            <a:ext cx="427157" cy="612879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238</TotalTime>
  <Words>43</Words>
  <Application>Microsoft Office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34</cp:revision>
  <dcterms:created xsi:type="dcterms:W3CDTF">2020-03-18T02:10:58Z</dcterms:created>
  <dcterms:modified xsi:type="dcterms:W3CDTF">2023-07-04T05:13:27Z</dcterms:modified>
</cp:coreProperties>
</file>