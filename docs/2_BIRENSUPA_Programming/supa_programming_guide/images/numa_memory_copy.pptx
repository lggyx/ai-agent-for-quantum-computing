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sldIdLst>
    <p:sldId id="256" r:id="rId2"/>
  </p:sldIdLst>
  <p:sldSz cx="5029200" cy="2468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 varScale="1">
        <p:scale>
          <a:sx n="260" d="100"/>
          <a:sy n="260" d="100"/>
        </p:scale>
        <p:origin x="39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03999"/>
            <a:ext cx="3771900" cy="859426"/>
          </a:xfrm>
        </p:spPr>
        <p:txBody>
          <a:bodyPr anchor="b"/>
          <a:lstStyle>
            <a:lvl1pPr algn="ctr">
              <a:defRPr sz="2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296567"/>
            <a:ext cx="3771900" cy="595998"/>
          </a:xfrm>
        </p:spPr>
        <p:txBody>
          <a:bodyPr/>
          <a:lstStyle>
            <a:lvl1pPr marL="0" indent="0" algn="ctr">
              <a:buNone/>
              <a:defRPr sz="864"/>
            </a:lvl1pPr>
            <a:lvl2pPr marL="164592" indent="0" algn="ctr">
              <a:buNone/>
              <a:defRPr sz="720"/>
            </a:lvl2pPr>
            <a:lvl3pPr marL="329184" indent="0" algn="ctr">
              <a:buNone/>
              <a:defRPr sz="648"/>
            </a:lvl3pPr>
            <a:lvl4pPr marL="493776" indent="0" algn="ctr">
              <a:buNone/>
              <a:defRPr sz="576"/>
            </a:lvl4pPr>
            <a:lvl5pPr marL="658368" indent="0" algn="ctr">
              <a:buNone/>
              <a:defRPr sz="576"/>
            </a:lvl5pPr>
            <a:lvl6pPr marL="822960" indent="0" algn="ctr">
              <a:buNone/>
              <a:defRPr sz="576"/>
            </a:lvl6pPr>
            <a:lvl7pPr marL="987552" indent="0" algn="ctr">
              <a:buNone/>
              <a:defRPr sz="576"/>
            </a:lvl7pPr>
            <a:lvl8pPr marL="1152144" indent="0" algn="ctr">
              <a:buNone/>
              <a:defRPr sz="576"/>
            </a:lvl8pPr>
            <a:lvl9pPr marL="1316736" indent="0" algn="ctr">
              <a:buNone/>
              <a:defRPr sz="5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7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615427"/>
            <a:ext cx="4337685" cy="1026853"/>
          </a:xfrm>
        </p:spPr>
        <p:txBody>
          <a:bodyPr anchor="b"/>
          <a:lstStyle>
            <a:lvl1pPr>
              <a:defRPr sz="2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1651995"/>
            <a:ext cx="4337685" cy="539998"/>
          </a:xfrm>
        </p:spPr>
        <p:txBody>
          <a:bodyPr/>
          <a:lstStyle>
            <a:lvl1pPr marL="0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1pPr>
            <a:lvl2pPr marL="164592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2pPr>
            <a:lvl3pPr marL="329184" indent="0">
              <a:buNone/>
              <a:defRPr sz="648">
                <a:solidFill>
                  <a:schemeClr val="tx1">
                    <a:tint val="75000"/>
                  </a:schemeClr>
                </a:solidFill>
              </a:defRPr>
            </a:lvl3pPr>
            <a:lvl4pPr marL="493776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4pPr>
            <a:lvl5pPr marL="658368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5pPr>
            <a:lvl6pPr marL="822960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6pPr>
            <a:lvl7pPr marL="987552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7pPr>
            <a:lvl8pPr marL="1152144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8pPr>
            <a:lvl9pPr marL="1316736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79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657140"/>
            <a:ext cx="2137410" cy="156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657140"/>
            <a:ext cx="2137410" cy="156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35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31429"/>
            <a:ext cx="4337685" cy="4771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605141"/>
            <a:ext cx="2127587" cy="296570"/>
          </a:xfrm>
        </p:spPr>
        <p:txBody>
          <a:bodyPr anchor="b"/>
          <a:lstStyle>
            <a:lvl1pPr marL="0" indent="0">
              <a:buNone/>
              <a:defRPr sz="864" b="1"/>
            </a:lvl1pPr>
            <a:lvl2pPr marL="164592" indent="0">
              <a:buNone/>
              <a:defRPr sz="720" b="1"/>
            </a:lvl2pPr>
            <a:lvl3pPr marL="329184" indent="0">
              <a:buNone/>
              <a:defRPr sz="648" b="1"/>
            </a:lvl3pPr>
            <a:lvl4pPr marL="493776" indent="0">
              <a:buNone/>
              <a:defRPr sz="576" b="1"/>
            </a:lvl4pPr>
            <a:lvl5pPr marL="658368" indent="0">
              <a:buNone/>
              <a:defRPr sz="576" b="1"/>
            </a:lvl5pPr>
            <a:lvl6pPr marL="822960" indent="0">
              <a:buNone/>
              <a:defRPr sz="576" b="1"/>
            </a:lvl6pPr>
            <a:lvl7pPr marL="987552" indent="0">
              <a:buNone/>
              <a:defRPr sz="576" b="1"/>
            </a:lvl7pPr>
            <a:lvl8pPr marL="1152144" indent="0">
              <a:buNone/>
              <a:defRPr sz="576" b="1"/>
            </a:lvl8pPr>
            <a:lvl9pPr marL="1316736" indent="0">
              <a:buNone/>
              <a:defRPr sz="5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901711"/>
            <a:ext cx="2127587" cy="132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605141"/>
            <a:ext cx="2138065" cy="296570"/>
          </a:xfrm>
        </p:spPr>
        <p:txBody>
          <a:bodyPr anchor="b"/>
          <a:lstStyle>
            <a:lvl1pPr marL="0" indent="0">
              <a:buNone/>
              <a:defRPr sz="864" b="1"/>
            </a:lvl1pPr>
            <a:lvl2pPr marL="164592" indent="0">
              <a:buNone/>
              <a:defRPr sz="720" b="1"/>
            </a:lvl2pPr>
            <a:lvl3pPr marL="329184" indent="0">
              <a:buNone/>
              <a:defRPr sz="648" b="1"/>
            </a:lvl3pPr>
            <a:lvl4pPr marL="493776" indent="0">
              <a:buNone/>
              <a:defRPr sz="576" b="1"/>
            </a:lvl4pPr>
            <a:lvl5pPr marL="658368" indent="0">
              <a:buNone/>
              <a:defRPr sz="576" b="1"/>
            </a:lvl5pPr>
            <a:lvl6pPr marL="822960" indent="0">
              <a:buNone/>
              <a:defRPr sz="576" b="1"/>
            </a:lvl6pPr>
            <a:lvl7pPr marL="987552" indent="0">
              <a:buNone/>
              <a:defRPr sz="576" b="1"/>
            </a:lvl7pPr>
            <a:lvl8pPr marL="1152144" indent="0">
              <a:buNone/>
              <a:defRPr sz="576" b="1"/>
            </a:lvl8pPr>
            <a:lvl9pPr marL="1316736" indent="0">
              <a:buNone/>
              <a:defRPr sz="5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901711"/>
            <a:ext cx="2138065" cy="132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6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61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26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64571"/>
            <a:ext cx="1622048" cy="575998"/>
          </a:xfrm>
        </p:spPr>
        <p:txBody>
          <a:bodyPr anchor="b"/>
          <a:lstStyle>
            <a:lvl1pPr>
              <a:defRPr sz="11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355427"/>
            <a:ext cx="2546033" cy="1754280"/>
          </a:xfrm>
        </p:spPr>
        <p:txBody>
          <a:bodyPr/>
          <a:lstStyle>
            <a:lvl1pPr>
              <a:defRPr sz="1152"/>
            </a:lvl1pPr>
            <a:lvl2pPr>
              <a:defRPr sz="1008"/>
            </a:lvl2pPr>
            <a:lvl3pPr>
              <a:defRPr sz="864"/>
            </a:lvl3pPr>
            <a:lvl4pPr>
              <a:defRPr sz="720"/>
            </a:lvl4pPr>
            <a:lvl5pPr>
              <a:defRPr sz="720"/>
            </a:lvl5pPr>
            <a:lvl6pPr>
              <a:defRPr sz="720"/>
            </a:lvl6pPr>
            <a:lvl7pPr>
              <a:defRPr sz="720"/>
            </a:lvl7pPr>
            <a:lvl8pPr>
              <a:defRPr sz="720"/>
            </a:lvl8pPr>
            <a:lvl9pPr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740569"/>
            <a:ext cx="1622048" cy="1371995"/>
          </a:xfrm>
        </p:spPr>
        <p:txBody>
          <a:bodyPr/>
          <a:lstStyle>
            <a:lvl1pPr marL="0" indent="0">
              <a:buNone/>
              <a:defRPr sz="576"/>
            </a:lvl1pPr>
            <a:lvl2pPr marL="164592" indent="0">
              <a:buNone/>
              <a:defRPr sz="504"/>
            </a:lvl2pPr>
            <a:lvl3pPr marL="329184" indent="0">
              <a:buNone/>
              <a:defRPr sz="432"/>
            </a:lvl3pPr>
            <a:lvl4pPr marL="493776" indent="0">
              <a:buNone/>
              <a:defRPr sz="360"/>
            </a:lvl4pPr>
            <a:lvl5pPr marL="658368" indent="0">
              <a:buNone/>
              <a:defRPr sz="360"/>
            </a:lvl5pPr>
            <a:lvl6pPr marL="822960" indent="0">
              <a:buNone/>
              <a:defRPr sz="360"/>
            </a:lvl6pPr>
            <a:lvl7pPr marL="987552" indent="0">
              <a:buNone/>
              <a:defRPr sz="360"/>
            </a:lvl7pPr>
            <a:lvl8pPr marL="1152144" indent="0">
              <a:buNone/>
              <a:defRPr sz="360"/>
            </a:lvl8pPr>
            <a:lvl9pPr marL="1316736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5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64571"/>
            <a:ext cx="1622048" cy="575998"/>
          </a:xfrm>
        </p:spPr>
        <p:txBody>
          <a:bodyPr anchor="b"/>
          <a:lstStyle>
            <a:lvl1pPr>
              <a:defRPr sz="11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355427"/>
            <a:ext cx="2546033" cy="1754280"/>
          </a:xfrm>
        </p:spPr>
        <p:txBody>
          <a:bodyPr anchor="t"/>
          <a:lstStyle>
            <a:lvl1pPr marL="0" indent="0">
              <a:buNone/>
              <a:defRPr sz="1152"/>
            </a:lvl1pPr>
            <a:lvl2pPr marL="164592" indent="0">
              <a:buNone/>
              <a:defRPr sz="1008"/>
            </a:lvl2pPr>
            <a:lvl3pPr marL="329184" indent="0">
              <a:buNone/>
              <a:defRPr sz="864"/>
            </a:lvl3pPr>
            <a:lvl4pPr marL="493776" indent="0">
              <a:buNone/>
              <a:defRPr sz="720"/>
            </a:lvl4pPr>
            <a:lvl5pPr marL="658368" indent="0">
              <a:buNone/>
              <a:defRPr sz="720"/>
            </a:lvl5pPr>
            <a:lvl6pPr marL="822960" indent="0">
              <a:buNone/>
              <a:defRPr sz="720"/>
            </a:lvl6pPr>
            <a:lvl7pPr marL="987552" indent="0">
              <a:buNone/>
              <a:defRPr sz="720"/>
            </a:lvl7pPr>
            <a:lvl8pPr marL="1152144" indent="0">
              <a:buNone/>
              <a:defRPr sz="720"/>
            </a:lvl8pPr>
            <a:lvl9pPr marL="1316736" indent="0">
              <a:buNone/>
              <a:defRPr sz="7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740569"/>
            <a:ext cx="1622048" cy="1371995"/>
          </a:xfrm>
        </p:spPr>
        <p:txBody>
          <a:bodyPr/>
          <a:lstStyle>
            <a:lvl1pPr marL="0" indent="0">
              <a:buNone/>
              <a:defRPr sz="576"/>
            </a:lvl1pPr>
            <a:lvl2pPr marL="164592" indent="0">
              <a:buNone/>
              <a:defRPr sz="504"/>
            </a:lvl2pPr>
            <a:lvl3pPr marL="329184" indent="0">
              <a:buNone/>
              <a:defRPr sz="432"/>
            </a:lvl3pPr>
            <a:lvl4pPr marL="493776" indent="0">
              <a:buNone/>
              <a:defRPr sz="360"/>
            </a:lvl4pPr>
            <a:lvl5pPr marL="658368" indent="0">
              <a:buNone/>
              <a:defRPr sz="360"/>
            </a:lvl5pPr>
            <a:lvl6pPr marL="822960" indent="0">
              <a:buNone/>
              <a:defRPr sz="360"/>
            </a:lvl6pPr>
            <a:lvl7pPr marL="987552" indent="0">
              <a:buNone/>
              <a:defRPr sz="360"/>
            </a:lvl7pPr>
            <a:lvl8pPr marL="1152144" indent="0">
              <a:buNone/>
              <a:defRPr sz="360"/>
            </a:lvl8pPr>
            <a:lvl9pPr marL="1316736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23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86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31428"/>
            <a:ext cx="1084421" cy="20919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31428"/>
            <a:ext cx="3190399" cy="20919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54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31429"/>
            <a:ext cx="4337685" cy="477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657140"/>
            <a:ext cx="4337685" cy="1566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287992"/>
            <a:ext cx="1131570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287992"/>
            <a:ext cx="1697355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287992"/>
            <a:ext cx="1131570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13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defTabSz="329184" rtl="0" eaLnBrk="1" latinLnBrk="0" hangingPunct="1">
        <a:lnSpc>
          <a:spcPct val="90000"/>
        </a:lnSpc>
        <a:spcBef>
          <a:spcPct val="0"/>
        </a:spcBef>
        <a:buNone/>
        <a:defRPr sz="15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" indent="-82296" algn="l" defTabSz="329184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8813" y="-10486"/>
            <a:ext cx="4881091" cy="2444899"/>
            <a:chOff x="58813" y="-10486"/>
            <a:chExt cx="4881091" cy="2444899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83C2F86-6799-4119-A1C0-656FB19ADD3F}"/>
                </a:ext>
              </a:extLst>
            </p:cNvPr>
            <p:cNvSpPr/>
            <p:nvPr/>
          </p:nvSpPr>
          <p:spPr>
            <a:xfrm>
              <a:off x="58813" y="635648"/>
              <a:ext cx="529030" cy="240254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40AE3EB-DE62-4033-ACFC-12AEFF3C639A}"/>
                </a:ext>
              </a:extLst>
            </p:cNvPr>
            <p:cNvSpPr/>
            <p:nvPr/>
          </p:nvSpPr>
          <p:spPr>
            <a:xfrm>
              <a:off x="1545534" y="530936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B7DF990-8143-4054-A9CF-EB5860D2503F}"/>
                </a:ext>
              </a:extLst>
            </p:cNvPr>
            <p:cNvSpPr/>
            <p:nvPr/>
          </p:nvSpPr>
          <p:spPr>
            <a:xfrm>
              <a:off x="1554219" y="852779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EFB9486-04C6-4094-9610-BCC3068AFC11}"/>
                </a:ext>
              </a:extLst>
            </p:cNvPr>
            <p:cNvSpPr/>
            <p:nvPr/>
          </p:nvSpPr>
          <p:spPr>
            <a:xfrm>
              <a:off x="1554219" y="1191786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B345F56-8E55-44C9-A0F3-89F38078A178}"/>
                </a:ext>
              </a:extLst>
            </p:cNvPr>
            <p:cNvSpPr/>
            <p:nvPr/>
          </p:nvSpPr>
          <p:spPr>
            <a:xfrm>
              <a:off x="1545534" y="1530793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D054C0DF-7F6F-403E-8E04-15F67CFF2D5D}"/>
                </a:ext>
              </a:extLst>
            </p:cNvPr>
            <p:cNvSpPr/>
            <p:nvPr/>
          </p:nvSpPr>
          <p:spPr>
            <a:xfrm>
              <a:off x="1554219" y="1854981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8274041B-885B-4751-A2B9-E7827A790534}"/>
                </a:ext>
              </a:extLst>
            </p:cNvPr>
            <p:cNvSpPr/>
            <p:nvPr/>
          </p:nvSpPr>
          <p:spPr>
            <a:xfrm>
              <a:off x="1554219" y="2194159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D1F6BAC7-B7B1-44F5-92B6-54137A3FB60C}"/>
                </a:ext>
              </a:extLst>
            </p:cNvPr>
            <p:cNvCxnSpPr>
              <a:stCxn id="125" idx="3"/>
              <a:endCxn id="126" idx="1"/>
            </p:cNvCxnSpPr>
            <p:nvPr/>
          </p:nvCxnSpPr>
          <p:spPr>
            <a:xfrm flipV="1">
              <a:off x="587843" y="651063"/>
              <a:ext cx="957691" cy="104712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02F9E7CD-F8F5-4529-910E-A581F869EED6}"/>
                </a:ext>
              </a:extLst>
            </p:cNvPr>
            <p:cNvCxnSpPr>
              <a:cxnSpLocks/>
              <a:stCxn id="125" idx="3"/>
              <a:endCxn id="127" idx="1"/>
            </p:cNvCxnSpPr>
            <p:nvPr/>
          </p:nvCxnSpPr>
          <p:spPr>
            <a:xfrm>
              <a:off x="587843" y="755775"/>
              <a:ext cx="966376" cy="21713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EC24D13F-43C1-4E17-A294-DD7C34ADF84A}"/>
                </a:ext>
              </a:extLst>
            </p:cNvPr>
            <p:cNvCxnSpPr>
              <a:cxnSpLocks/>
              <a:stCxn id="125" idx="3"/>
              <a:endCxn id="128" idx="1"/>
            </p:cNvCxnSpPr>
            <p:nvPr/>
          </p:nvCxnSpPr>
          <p:spPr>
            <a:xfrm>
              <a:off x="587843" y="755775"/>
              <a:ext cx="966376" cy="55613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24F529FA-ADC7-49E9-9A34-DD4A569DF3D1}"/>
                </a:ext>
              </a:extLst>
            </p:cNvPr>
            <p:cNvCxnSpPr>
              <a:cxnSpLocks/>
              <a:stCxn id="125" idx="3"/>
              <a:endCxn id="129" idx="1"/>
            </p:cNvCxnSpPr>
            <p:nvPr/>
          </p:nvCxnSpPr>
          <p:spPr>
            <a:xfrm>
              <a:off x="587843" y="755775"/>
              <a:ext cx="957691" cy="895145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549710A5-092D-43DA-B588-BD8630443B56}"/>
                </a:ext>
              </a:extLst>
            </p:cNvPr>
            <p:cNvCxnSpPr>
              <a:cxnSpLocks/>
              <a:stCxn id="125" idx="3"/>
              <a:endCxn id="130" idx="1"/>
            </p:cNvCxnSpPr>
            <p:nvPr/>
          </p:nvCxnSpPr>
          <p:spPr>
            <a:xfrm>
              <a:off x="587843" y="755775"/>
              <a:ext cx="966376" cy="121933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FD99B5F9-37C1-4AF1-8E91-5EA626182676}"/>
                </a:ext>
              </a:extLst>
            </p:cNvPr>
            <p:cNvCxnSpPr>
              <a:cxnSpLocks/>
              <a:stCxn id="125" idx="3"/>
              <a:endCxn id="131" idx="1"/>
            </p:cNvCxnSpPr>
            <p:nvPr/>
          </p:nvCxnSpPr>
          <p:spPr>
            <a:xfrm>
              <a:off x="587843" y="755775"/>
              <a:ext cx="966376" cy="155851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8647906-3C9D-47D0-8C90-FFDB8C51A803}"/>
                </a:ext>
              </a:extLst>
            </p:cNvPr>
            <p:cNvSpPr/>
            <p:nvPr/>
          </p:nvSpPr>
          <p:spPr>
            <a:xfrm>
              <a:off x="370434" y="8192"/>
              <a:ext cx="208026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主机向设备广播</a:t>
              </a:r>
              <a:endParaRPr 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198A0AA-984E-4AF0-8C94-49AC7BBC11EE}"/>
                </a:ext>
              </a:extLst>
            </p:cNvPr>
            <p:cNvSpPr txBox="1"/>
            <p:nvPr/>
          </p:nvSpPr>
          <p:spPr>
            <a:xfrm>
              <a:off x="66930" y="32573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主机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1AB3DE7-BC19-4610-886A-1AEE99B2BF78}"/>
                </a:ext>
              </a:extLst>
            </p:cNvPr>
            <p:cNvSpPr txBox="1"/>
            <p:nvPr/>
          </p:nvSpPr>
          <p:spPr>
            <a:xfrm>
              <a:off x="1530825" y="26760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设备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B189127-A231-4D62-9633-59095D2EB4AA}"/>
                </a:ext>
              </a:extLst>
            </p:cNvPr>
            <p:cNvSpPr/>
            <p:nvPr/>
          </p:nvSpPr>
          <p:spPr>
            <a:xfrm>
              <a:off x="2902382" y="657521"/>
              <a:ext cx="529030" cy="240254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156AF249-B7F8-4E27-9445-C0E095E487CD}"/>
                </a:ext>
              </a:extLst>
            </p:cNvPr>
            <p:cNvSpPr/>
            <p:nvPr/>
          </p:nvSpPr>
          <p:spPr>
            <a:xfrm>
              <a:off x="4402189" y="517804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C11AD7C-22D1-4B6C-8652-8F572AE06E87}"/>
                </a:ext>
              </a:extLst>
            </p:cNvPr>
            <p:cNvSpPr/>
            <p:nvPr/>
          </p:nvSpPr>
          <p:spPr>
            <a:xfrm>
              <a:off x="4410874" y="839647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8FCFE48E-C11F-4A36-9A10-BB2D92242433}"/>
                </a:ext>
              </a:extLst>
            </p:cNvPr>
            <p:cNvSpPr/>
            <p:nvPr/>
          </p:nvSpPr>
          <p:spPr>
            <a:xfrm>
              <a:off x="4410874" y="1178654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AC62ADF6-2EC2-47EC-A0AB-4582E931B65D}"/>
                </a:ext>
              </a:extLst>
            </p:cNvPr>
            <p:cNvSpPr/>
            <p:nvPr/>
          </p:nvSpPr>
          <p:spPr>
            <a:xfrm>
              <a:off x="4402189" y="1517661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F5C324E-DF5F-4A7C-8646-99FE42AD7B54}"/>
                </a:ext>
              </a:extLst>
            </p:cNvPr>
            <p:cNvSpPr/>
            <p:nvPr/>
          </p:nvSpPr>
          <p:spPr>
            <a:xfrm>
              <a:off x="4410874" y="1841849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4C1C7FC8-8F61-41F4-B031-3913A237C9A0}"/>
                </a:ext>
              </a:extLst>
            </p:cNvPr>
            <p:cNvSpPr/>
            <p:nvPr/>
          </p:nvSpPr>
          <p:spPr>
            <a:xfrm>
              <a:off x="4410874" y="2181027"/>
              <a:ext cx="529030" cy="240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</a:p>
          </p:txBody>
        </p: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56AB061F-2158-4058-8361-6856A68483EE}"/>
                </a:ext>
              </a:extLst>
            </p:cNvPr>
            <p:cNvCxnSpPr>
              <a:stCxn id="141" idx="3"/>
              <a:endCxn id="142" idx="1"/>
            </p:cNvCxnSpPr>
            <p:nvPr/>
          </p:nvCxnSpPr>
          <p:spPr>
            <a:xfrm flipV="1">
              <a:off x="3431412" y="637931"/>
              <a:ext cx="970777" cy="139717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461455B5-35CF-430B-990C-9E247D59C2EF}"/>
                </a:ext>
              </a:extLst>
            </p:cNvPr>
            <p:cNvCxnSpPr>
              <a:cxnSpLocks/>
              <a:stCxn id="141" idx="3"/>
              <a:endCxn id="143" idx="1"/>
            </p:cNvCxnSpPr>
            <p:nvPr/>
          </p:nvCxnSpPr>
          <p:spPr>
            <a:xfrm>
              <a:off x="3431412" y="777648"/>
              <a:ext cx="979462" cy="182126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F0E57F37-F254-4188-B48D-4637A3BDE205}"/>
                </a:ext>
              </a:extLst>
            </p:cNvPr>
            <p:cNvCxnSpPr>
              <a:cxnSpLocks/>
              <a:stCxn id="141" idx="3"/>
              <a:endCxn id="144" idx="1"/>
            </p:cNvCxnSpPr>
            <p:nvPr/>
          </p:nvCxnSpPr>
          <p:spPr>
            <a:xfrm>
              <a:off x="3431412" y="777648"/>
              <a:ext cx="979462" cy="521133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2011DD13-299F-42E8-8795-2825A0146C4D}"/>
                </a:ext>
              </a:extLst>
            </p:cNvPr>
            <p:cNvCxnSpPr>
              <a:cxnSpLocks/>
              <a:stCxn id="141" idx="3"/>
              <a:endCxn id="145" idx="1"/>
            </p:cNvCxnSpPr>
            <p:nvPr/>
          </p:nvCxnSpPr>
          <p:spPr>
            <a:xfrm>
              <a:off x="3431412" y="777648"/>
              <a:ext cx="970777" cy="86014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0624EDBE-37F8-43B9-B304-BE6899B55FD9}"/>
                </a:ext>
              </a:extLst>
            </p:cNvPr>
            <p:cNvCxnSpPr>
              <a:cxnSpLocks/>
              <a:stCxn id="141" idx="3"/>
              <a:endCxn id="146" idx="1"/>
            </p:cNvCxnSpPr>
            <p:nvPr/>
          </p:nvCxnSpPr>
          <p:spPr>
            <a:xfrm>
              <a:off x="3431412" y="777648"/>
              <a:ext cx="979462" cy="1184328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70066CBB-39C8-443A-9750-FF38046F800B}"/>
                </a:ext>
              </a:extLst>
            </p:cNvPr>
            <p:cNvCxnSpPr>
              <a:cxnSpLocks/>
              <a:stCxn id="141" idx="3"/>
              <a:endCxn id="147" idx="1"/>
            </p:cNvCxnSpPr>
            <p:nvPr/>
          </p:nvCxnSpPr>
          <p:spPr>
            <a:xfrm>
              <a:off x="3431412" y="777648"/>
              <a:ext cx="979462" cy="1523506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1C8BA7C-D3A7-42A7-B937-5F772DC8EA97}"/>
                </a:ext>
              </a:extLst>
            </p:cNvPr>
            <p:cNvSpPr/>
            <p:nvPr/>
          </p:nvSpPr>
          <p:spPr>
            <a:xfrm>
              <a:off x="3017180" y="-10486"/>
              <a:ext cx="176613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设备向主机规约</a:t>
              </a:r>
              <a:endParaRPr 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940EDA1-D307-46B5-ABD7-68421E42C964}"/>
                </a:ext>
              </a:extLst>
            </p:cNvPr>
            <p:cNvSpPr txBox="1"/>
            <p:nvPr/>
          </p:nvSpPr>
          <p:spPr>
            <a:xfrm>
              <a:off x="2923585" y="312605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主机</a:t>
              </a:r>
              <a:endParaRPr lang="en-US" altLang="zh-CN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166D457-7406-421E-9BDA-50AF2E323598}"/>
                </a:ext>
              </a:extLst>
            </p:cNvPr>
            <p:cNvSpPr txBox="1"/>
            <p:nvPr/>
          </p:nvSpPr>
          <p:spPr>
            <a:xfrm>
              <a:off x="4387480" y="23528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设备</a:t>
              </a:r>
              <a:endParaRPr lang="en-US" altLang="zh-CN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</TotalTime>
  <Words>26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23</cp:revision>
  <dcterms:created xsi:type="dcterms:W3CDTF">2020-03-18T02:10:58Z</dcterms:created>
  <dcterms:modified xsi:type="dcterms:W3CDTF">2022-07-21T08:19:43Z</dcterms:modified>
</cp:coreProperties>
</file>