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5486400" cy="2925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4660"/>
  </p:normalViewPr>
  <p:slideViewPr>
    <p:cSldViewPr snapToGrid="0">
      <p:cViewPr>
        <p:scale>
          <a:sx n="200" d="100"/>
          <a:sy n="200" d="100"/>
        </p:scale>
        <p:origin x="3272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78823"/>
            <a:ext cx="4114800" cy="1018599"/>
          </a:xfrm>
        </p:spPr>
        <p:txBody>
          <a:bodyPr anchor="b"/>
          <a:lstStyle>
            <a:lvl1pPr algn="ctr"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536703"/>
            <a:ext cx="4114800" cy="706382"/>
          </a:xfrm>
        </p:spPr>
        <p:txBody>
          <a:bodyPr/>
          <a:lstStyle>
            <a:lvl1pPr marL="0" indent="0" algn="ctr">
              <a:buNone/>
              <a:defRPr sz="1024"/>
            </a:lvl1pPr>
            <a:lvl2pPr marL="195042" indent="0" algn="ctr">
              <a:buNone/>
              <a:defRPr sz="853"/>
            </a:lvl2pPr>
            <a:lvl3pPr marL="390083" indent="0" algn="ctr">
              <a:buNone/>
              <a:defRPr sz="768"/>
            </a:lvl3pPr>
            <a:lvl4pPr marL="585125" indent="0" algn="ctr">
              <a:buNone/>
              <a:defRPr sz="683"/>
            </a:lvl4pPr>
            <a:lvl5pPr marL="780166" indent="0" algn="ctr">
              <a:buNone/>
              <a:defRPr sz="683"/>
            </a:lvl5pPr>
            <a:lvl6pPr marL="975208" indent="0" algn="ctr">
              <a:buNone/>
              <a:defRPr sz="683"/>
            </a:lvl6pPr>
            <a:lvl7pPr marL="1170249" indent="0" algn="ctr">
              <a:buNone/>
              <a:defRPr sz="683"/>
            </a:lvl7pPr>
            <a:lvl8pPr marL="1365291" indent="0" algn="ctr">
              <a:buNone/>
              <a:defRPr sz="683"/>
            </a:lvl8pPr>
            <a:lvl9pPr marL="1560332" indent="0" algn="ctr">
              <a:buNone/>
              <a:defRPr sz="68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92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729409"/>
            <a:ext cx="4732020" cy="1217036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1957959"/>
            <a:ext cx="4732020" cy="640010"/>
          </a:xfrm>
        </p:spPr>
        <p:txBody>
          <a:bodyPr/>
          <a:lstStyle>
            <a:lvl1pPr marL="0" indent="0">
              <a:buNone/>
              <a:defRPr sz="1024">
                <a:solidFill>
                  <a:schemeClr val="tx1">
                    <a:tint val="75000"/>
                  </a:schemeClr>
                </a:solidFill>
              </a:defRPr>
            </a:lvl1pPr>
            <a:lvl2pPr marL="195042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2pPr>
            <a:lvl3pPr marL="390083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3pPr>
            <a:lvl4pPr marL="585125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4pPr>
            <a:lvl5pPr marL="780166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5pPr>
            <a:lvl6pPr marL="975208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6pPr>
            <a:lvl7pPr marL="1170249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7pPr>
            <a:lvl8pPr marL="1365291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8pPr>
            <a:lvl9pPr marL="1560332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0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778849"/>
            <a:ext cx="2331720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778849"/>
            <a:ext cx="2331720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5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55770"/>
            <a:ext cx="4732020" cy="5655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717218"/>
            <a:ext cx="2321004" cy="351498"/>
          </a:xfrm>
        </p:spPr>
        <p:txBody>
          <a:bodyPr anchor="b"/>
          <a:lstStyle>
            <a:lvl1pPr marL="0" indent="0">
              <a:buNone/>
              <a:defRPr sz="1024" b="1"/>
            </a:lvl1pPr>
            <a:lvl2pPr marL="195042" indent="0">
              <a:buNone/>
              <a:defRPr sz="853" b="1"/>
            </a:lvl2pPr>
            <a:lvl3pPr marL="390083" indent="0">
              <a:buNone/>
              <a:defRPr sz="768" b="1"/>
            </a:lvl3pPr>
            <a:lvl4pPr marL="585125" indent="0">
              <a:buNone/>
              <a:defRPr sz="683" b="1"/>
            </a:lvl4pPr>
            <a:lvl5pPr marL="780166" indent="0">
              <a:buNone/>
              <a:defRPr sz="683" b="1"/>
            </a:lvl5pPr>
            <a:lvl6pPr marL="975208" indent="0">
              <a:buNone/>
              <a:defRPr sz="683" b="1"/>
            </a:lvl6pPr>
            <a:lvl7pPr marL="1170249" indent="0">
              <a:buNone/>
              <a:defRPr sz="683" b="1"/>
            </a:lvl7pPr>
            <a:lvl8pPr marL="1365291" indent="0">
              <a:buNone/>
              <a:defRPr sz="683" b="1"/>
            </a:lvl8pPr>
            <a:lvl9pPr marL="1560332" indent="0">
              <a:buNone/>
              <a:defRPr sz="6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068716"/>
            <a:ext cx="2321004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717218"/>
            <a:ext cx="2332435" cy="351498"/>
          </a:xfrm>
        </p:spPr>
        <p:txBody>
          <a:bodyPr anchor="b"/>
          <a:lstStyle>
            <a:lvl1pPr marL="0" indent="0">
              <a:buNone/>
              <a:defRPr sz="1024" b="1"/>
            </a:lvl1pPr>
            <a:lvl2pPr marL="195042" indent="0">
              <a:buNone/>
              <a:defRPr sz="853" b="1"/>
            </a:lvl2pPr>
            <a:lvl3pPr marL="390083" indent="0">
              <a:buNone/>
              <a:defRPr sz="768" b="1"/>
            </a:lvl3pPr>
            <a:lvl4pPr marL="585125" indent="0">
              <a:buNone/>
              <a:defRPr sz="683" b="1"/>
            </a:lvl4pPr>
            <a:lvl5pPr marL="780166" indent="0">
              <a:buNone/>
              <a:defRPr sz="683" b="1"/>
            </a:lvl5pPr>
            <a:lvl6pPr marL="975208" indent="0">
              <a:buNone/>
              <a:defRPr sz="683" b="1"/>
            </a:lvl6pPr>
            <a:lvl7pPr marL="1170249" indent="0">
              <a:buNone/>
              <a:defRPr sz="683" b="1"/>
            </a:lvl7pPr>
            <a:lvl8pPr marL="1365291" indent="0">
              <a:buNone/>
              <a:defRPr sz="683" b="1"/>
            </a:lvl8pPr>
            <a:lvl9pPr marL="1560332" indent="0">
              <a:buNone/>
              <a:defRPr sz="6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068716"/>
            <a:ext cx="2332435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8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9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44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95051"/>
            <a:ext cx="1769507" cy="682678"/>
          </a:xfrm>
        </p:spPr>
        <p:txBody>
          <a:bodyPr anchor="b"/>
          <a:lstStyle>
            <a:lvl1pPr>
              <a:defRPr sz="13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421256"/>
            <a:ext cx="2777490" cy="2079188"/>
          </a:xfrm>
        </p:spPr>
        <p:txBody>
          <a:bodyPr/>
          <a:lstStyle>
            <a:lvl1pPr>
              <a:defRPr sz="1365"/>
            </a:lvl1pPr>
            <a:lvl2pPr>
              <a:defRPr sz="1194"/>
            </a:lvl2pPr>
            <a:lvl3pPr>
              <a:defRPr sz="1024"/>
            </a:lvl3pPr>
            <a:lvl4pPr>
              <a:defRPr sz="853"/>
            </a:lvl4pPr>
            <a:lvl5pPr>
              <a:defRPr sz="853"/>
            </a:lvl5pPr>
            <a:lvl6pPr>
              <a:defRPr sz="853"/>
            </a:lvl6pPr>
            <a:lvl7pPr>
              <a:defRPr sz="853"/>
            </a:lvl7pPr>
            <a:lvl8pPr>
              <a:defRPr sz="853"/>
            </a:lvl8pPr>
            <a:lvl9pPr>
              <a:defRPr sz="8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77729"/>
            <a:ext cx="1769507" cy="1626101"/>
          </a:xfrm>
        </p:spPr>
        <p:txBody>
          <a:bodyPr/>
          <a:lstStyle>
            <a:lvl1pPr marL="0" indent="0">
              <a:buNone/>
              <a:defRPr sz="683"/>
            </a:lvl1pPr>
            <a:lvl2pPr marL="195042" indent="0">
              <a:buNone/>
              <a:defRPr sz="597"/>
            </a:lvl2pPr>
            <a:lvl3pPr marL="390083" indent="0">
              <a:buNone/>
              <a:defRPr sz="512"/>
            </a:lvl3pPr>
            <a:lvl4pPr marL="585125" indent="0">
              <a:buNone/>
              <a:defRPr sz="427"/>
            </a:lvl4pPr>
            <a:lvl5pPr marL="780166" indent="0">
              <a:buNone/>
              <a:defRPr sz="427"/>
            </a:lvl5pPr>
            <a:lvl6pPr marL="975208" indent="0">
              <a:buNone/>
              <a:defRPr sz="427"/>
            </a:lvl6pPr>
            <a:lvl7pPr marL="1170249" indent="0">
              <a:buNone/>
              <a:defRPr sz="427"/>
            </a:lvl7pPr>
            <a:lvl8pPr marL="1365291" indent="0">
              <a:buNone/>
              <a:defRPr sz="427"/>
            </a:lvl8pPr>
            <a:lvl9pPr marL="1560332" indent="0">
              <a:buNone/>
              <a:defRPr sz="4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2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95051"/>
            <a:ext cx="1769507" cy="682678"/>
          </a:xfrm>
        </p:spPr>
        <p:txBody>
          <a:bodyPr anchor="b"/>
          <a:lstStyle>
            <a:lvl1pPr>
              <a:defRPr sz="13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421256"/>
            <a:ext cx="2777490" cy="2079188"/>
          </a:xfrm>
        </p:spPr>
        <p:txBody>
          <a:bodyPr anchor="t"/>
          <a:lstStyle>
            <a:lvl1pPr marL="0" indent="0">
              <a:buNone/>
              <a:defRPr sz="1365"/>
            </a:lvl1pPr>
            <a:lvl2pPr marL="195042" indent="0">
              <a:buNone/>
              <a:defRPr sz="1194"/>
            </a:lvl2pPr>
            <a:lvl3pPr marL="390083" indent="0">
              <a:buNone/>
              <a:defRPr sz="1024"/>
            </a:lvl3pPr>
            <a:lvl4pPr marL="585125" indent="0">
              <a:buNone/>
              <a:defRPr sz="853"/>
            </a:lvl4pPr>
            <a:lvl5pPr marL="780166" indent="0">
              <a:buNone/>
              <a:defRPr sz="853"/>
            </a:lvl5pPr>
            <a:lvl6pPr marL="975208" indent="0">
              <a:buNone/>
              <a:defRPr sz="853"/>
            </a:lvl6pPr>
            <a:lvl7pPr marL="1170249" indent="0">
              <a:buNone/>
              <a:defRPr sz="853"/>
            </a:lvl7pPr>
            <a:lvl8pPr marL="1365291" indent="0">
              <a:buNone/>
              <a:defRPr sz="853"/>
            </a:lvl8pPr>
            <a:lvl9pPr marL="1560332" indent="0">
              <a:buNone/>
              <a:defRPr sz="8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77729"/>
            <a:ext cx="1769507" cy="1626101"/>
          </a:xfrm>
        </p:spPr>
        <p:txBody>
          <a:bodyPr/>
          <a:lstStyle>
            <a:lvl1pPr marL="0" indent="0">
              <a:buNone/>
              <a:defRPr sz="683"/>
            </a:lvl1pPr>
            <a:lvl2pPr marL="195042" indent="0">
              <a:buNone/>
              <a:defRPr sz="597"/>
            </a:lvl2pPr>
            <a:lvl3pPr marL="390083" indent="0">
              <a:buNone/>
              <a:defRPr sz="512"/>
            </a:lvl3pPr>
            <a:lvl4pPr marL="585125" indent="0">
              <a:buNone/>
              <a:defRPr sz="427"/>
            </a:lvl4pPr>
            <a:lvl5pPr marL="780166" indent="0">
              <a:buNone/>
              <a:defRPr sz="427"/>
            </a:lvl5pPr>
            <a:lvl6pPr marL="975208" indent="0">
              <a:buNone/>
              <a:defRPr sz="427"/>
            </a:lvl6pPr>
            <a:lvl7pPr marL="1170249" indent="0">
              <a:buNone/>
              <a:defRPr sz="427"/>
            </a:lvl7pPr>
            <a:lvl8pPr marL="1365291" indent="0">
              <a:buNone/>
              <a:defRPr sz="427"/>
            </a:lvl8pPr>
            <a:lvl9pPr marL="1560332" indent="0">
              <a:buNone/>
              <a:defRPr sz="4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98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53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55770"/>
            <a:ext cx="1183005" cy="2479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55770"/>
            <a:ext cx="3480435" cy="2479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01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55770"/>
            <a:ext cx="4732020" cy="56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778849"/>
            <a:ext cx="4732020" cy="185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2711749"/>
            <a:ext cx="123444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2711749"/>
            <a:ext cx="185166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2711749"/>
            <a:ext cx="123444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71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390083" rtl="0" eaLnBrk="1" latinLnBrk="0" hangingPunct="1">
        <a:lnSpc>
          <a:spcPct val="90000"/>
        </a:lnSpc>
        <a:spcBef>
          <a:spcPct val="0"/>
        </a:spcBef>
        <a:buNone/>
        <a:defRPr sz="18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521" indent="-97521" algn="l" defTabSz="390083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194" kern="1200">
          <a:solidFill>
            <a:schemeClr val="tx1"/>
          </a:solidFill>
          <a:latin typeface="+mn-lt"/>
          <a:ea typeface="+mn-ea"/>
          <a:cs typeface="+mn-cs"/>
        </a:defRPr>
      </a:lvl1pPr>
      <a:lvl2pPr marL="292562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1024" kern="1200">
          <a:solidFill>
            <a:schemeClr val="tx1"/>
          </a:solidFill>
          <a:latin typeface="+mn-lt"/>
          <a:ea typeface="+mn-ea"/>
          <a:cs typeface="+mn-cs"/>
        </a:defRPr>
      </a:lvl2pPr>
      <a:lvl3pPr marL="487604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853" kern="1200">
          <a:solidFill>
            <a:schemeClr val="tx1"/>
          </a:solidFill>
          <a:latin typeface="+mn-lt"/>
          <a:ea typeface="+mn-ea"/>
          <a:cs typeface="+mn-cs"/>
        </a:defRPr>
      </a:lvl3pPr>
      <a:lvl4pPr marL="682645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4pPr>
      <a:lvl5pPr marL="877687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5pPr>
      <a:lvl6pPr marL="1072728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6pPr>
      <a:lvl7pPr marL="1267770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7pPr>
      <a:lvl8pPr marL="1462811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8pPr>
      <a:lvl9pPr marL="1657853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1pPr>
      <a:lvl2pPr marL="195042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2pPr>
      <a:lvl3pPr marL="390083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3pPr>
      <a:lvl4pPr marL="585125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4pPr>
      <a:lvl5pPr marL="780166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5pPr>
      <a:lvl6pPr marL="975208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6pPr>
      <a:lvl7pPr marL="1170249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7pPr>
      <a:lvl8pPr marL="1365291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8pPr>
      <a:lvl9pPr marL="1560332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81216AA-1C4D-4843-83AD-1DCBBAB7AE96}"/>
              </a:ext>
            </a:extLst>
          </p:cNvPr>
          <p:cNvGrpSpPr/>
          <p:nvPr/>
        </p:nvGrpSpPr>
        <p:grpSpPr>
          <a:xfrm>
            <a:off x="-76162" y="16935"/>
            <a:ext cx="5508066" cy="2883801"/>
            <a:chOff x="2770670" y="2965650"/>
            <a:chExt cx="5508066" cy="288380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0CFA494-1BDA-45CB-B613-F3DE03E796F9}"/>
                </a:ext>
              </a:extLst>
            </p:cNvPr>
            <p:cNvSpPr/>
            <p:nvPr/>
          </p:nvSpPr>
          <p:spPr>
            <a:xfrm>
              <a:off x="3329555" y="2965650"/>
              <a:ext cx="2150496" cy="6578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Tensor API</a:t>
              </a:r>
            </a:p>
            <a:p>
              <a:pPr marL="114300" lvl="0" indent="-11430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e.g. </a:t>
              </a:r>
              <a:r>
                <a:rPr lang="en-US" sz="11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mul</a:t>
              </a:r>
              <a:r>
                <a:rPr lang="en-US" sz="1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(C, A, B);</a:t>
              </a:r>
            </a:p>
            <a:p>
              <a:pPr marL="114300" lvl="0" indent="-11430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e.g. </a:t>
              </a:r>
              <a:r>
                <a:rPr lang="en-US" sz="11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relu</a:t>
              </a:r>
              <a:r>
                <a:rPr lang="en-US" sz="1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(out, in);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C00DA25-B964-44BB-811A-9DBEFF3D5926}"/>
                </a:ext>
              </a:extLst>
            </p:cNvPr>
            <p:cNvSpPr/>
            <p:nvPr/>
          </p:nvSpPr>
          <p:spPr>
            <a:xfrm>
              <a:off x="3329554" y="4153775"/>
              <a:ext cx="2150496" cy="6578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Tensor intrinsics</a:t>
              </a:r>
            </a:p>
            <a:p>
              <a:pPr marL="114300" lvl="0" indent="-11430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e.g. __</a:t>
              </a:r>
              <a:r>
                <a:rPr lang="en-US" sz="11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load_input_buf</a:t>
              </a:r>
              <a:r>
                <a:rPr lang="en-US" sz="1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();</a:t>
              </a:r>
            </a:p>
            <a:p>
              <a:pPr marL="114300" lvl="0" indent="-11430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e.g. __</a:t>
              </a:r>
              <a:r>
                <a:rPr lang="en-US" sz="110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mma</a:t>
              </a:r>
              <a:r>
                <a:rPr lang="en-US" sz="1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();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E41B09D-351D-4C10-B73D-B342C25DB1F1}"/>
                </a:ext>
              </a:extLst>
            </p:cNvPr>
            <p:cNvSpPr/>
            <p:nvPr/>
          </p:nvSpPr>
          <p:spPr>
            <a:xfrm>
              <a:off x="6128240" y="3613127"/>
              <a:ext cx="2150496" cy="8558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Tensor data types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Matrix, </a:t>
              </a:r>
              <a:r>
                <a:rPr lang="en-US" altLang="zh-CN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Matrix3D</a:t>
              </a:r>
              <a:r>
                <a:rPr lang="en-US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Activation, </a:t>
              </a:r>
              <a:r>
                <a:rPr lang="en-US" sz="11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ConvWeight</a:t>
              </a:r>
              <a:r>
                <a:rPr lang="en-US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… 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Coordinates, …</a:t>
              </a:r>
              <a:endPara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9A0A4602-4D76-4A5D-B7A7-320BFC422F37}"/>
                </a:ext>
              </a:extLst>
            </p:cNvPr>
            <p:cNvCxnSpPr>
              <a:cxnSpLocks/>
              <a:stCxn id="29" idx="3"/>
              <a:endCxn id="31" idx="1"/>
            </p:cNvCxnSpPr>
            <p:nvPr/>
          </p:nvCxnSpPr>
          <p:spPr>
            <a:xfrm>
              <a:off x="5480051" y="3294587"/>
              <a:ext cx="648189" cy="746471"/>
            </a:xfrm>
            <a:prstGeom prst="bentConnector3">
              <a:avLst>
                <a:gd name="adj1" fmla="val 50000"/>
              </a:avLst>
            </a:prstGeom>
            <a:ln w="19050"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D284B51E-182C-4B17-9840-CB28DF9B6B1E}"/>
                </a:ext>
              </a:extLst>
            </p:cNvPr>
            <p:cNvCxnSpPr>
              <a:cxnSpLocks/>
              <a:stCxn id="30" idx="3"/>
              <a:endCxn id="31" idx="1"/>
            </p:cNvCxnSpPr>
            <p:nvPr/>
          </p:nvCxnSpPr>
          <p:spPr>
            <a:xfrm flipV="1">
              <a:off x="5480050" y="4041058"/>
              <a:ext cx="648190" cy="441654"/>
            </a:xfrm>
            <a:prstGeom prst="bentConnector3">
              <a:avLst>
                <a:gd name="adj1" fmla="val 50000"/>
              </a:avLst>
            </a:prstGeom>
            <a:ln w="19050"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AAC665E-FAE9-453C-A427-CECF8426D217}"/>
                </a:ext>
              </a:extLst>
            </p:cNvPr>
            <p:cNvCxnSpPr>
              <a:cxnSpLocks/>
              <a:stCxn id="29" idx="2"/>
              <a:endCxn id="30" idx="0"/>
            </p:cNvCxnSpPr>
            <p:nvPr/>
          </p:nvCxnSpPr>
          <p:spPr>
            <a:xfrm flipH="1">
              <a:off x="4404802" y="3623524"/>
              <a:ext cx="1" cy="53025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4557DB1-FAEF-483C-A313-DAC41CE6AEBC}"/>
                </a:ext>
              </a:extLst>
            </p:cNvPr>
            <p:cNvSpPr txBox="1"/>
            <p:nvPr/>
          </p:nvSpPr>
          <p:spPr>
            <a:xfrm>
              <a:off x="2770670" y="3632535"/>
              <a:ext cx="172916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使用</a:t>
              </a:r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BIRENSUPA C/C++</a:t>
              </a:r>
              <a:r>
                <a: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语言的循环来实现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1B1D780-AA12-4126-BCBA-41C0F9D4FCA7}"/>
                </a:ext>
              </a:extLst>
            </p:cNvPr>
            <p:cNvSpPr/>
            <p:nvPr/>
          </p:nvSpPr>
          <p:spPr>
            <a:xfrm>
              <a:off x="3329554" y="5309775"/>
              <a:ext cx="2150496" cy="5396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BRCC Tensor intrinsics</a:t>
              </a:r>
              <a:r>
                <a:rPr lang="en-US" sz="14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 LLVM</a:t>
              </a:r>
              <a:endPara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2BE9899-5ECA-4CC1-A0BD-21B86D109EFE}"/>
                </a:ext>
              </a:extLst>
            </p:cNvPr>
            <p:cNvCxnSpPr>
              <a:cxnSpLocks/>
              <a:stCxn id="30" idx="2"/>
              <a:endCxn id="36" idx="0"/>
            </p:cNvCxnSpPr>
            <p:nvPr/>
          </p:nvCxnSpPr>
          <p:spPr>
            <a:xfrm>
              <a:off x="4404802" y="4811649"/>
              <a:ext cx="0" cy="4981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CE0DA00-2152-4FE0-B72C-5AD2CDDF635E}"/>
                </a:ext>
              </a:extLst>
            </p:cNvPr>
            <p:cNvSpPr txBox="1"/>
            <p:nvPr/>
          </p:nvSpPr>
          <p:spPr>
            <a:xfrm>
              <a:off x="3127438" y="4923030"/>
              <a:ext cx="9552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映射</a:t>
              </a:r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编译至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E9E069A-0CB8-44BD-B7CB-09606F3DB1CC}"/>
                </a:ext>
              </a:extLst>
            </p:cNvPr>
            <p:cNvSpPr/>
            <p:nvPr/>
          </p:nvSpPr>
          <p:spPr>
            <a:xfrm>
              <a:off x="6128239" y="5308239"/>
              <a:ext cx="2150496" cy="5396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Tensor Memory Object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8D2D8F4-A0AE-4884-9A60-C6B4A0594500}"/>
                </a:ext>
              </a:extLst>
            </p:cNvPr>
            <p:cNvCxnSpPr>
              <a:cxnSpLocks/>
              <a:stCxn id="31" idx="2"/>
              <a:endCxn id="39" idx="0"/>
            </p:cNvCxnSpPr>
            <p:nvPr/>
          </p:nvCxnSpPr>
          <p:spPr>
            <a:xfrm flipH="1">
              <a:off x="7203487" y="4468989"/>
              <a:ext cx="1" cy="8392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157E9DC-7F74-4103-A0E5-3681F8660FE5}"/>
                </a:ext>
              </a:extLst>
            </p:cNvPr>
            <p:cNvSpPr txBox="1"/>
            <p:nvPr/>
          </p:nvSpPr>
          <p:spPr>
            <a:xfrm>
              <a:off x="6098642" y="4792225"/>
              <a:ext cx="926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映射</a:t>
              </a:r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编译至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86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13</cp:revision>
  <dcterms:created xsi:type="dcterms:W3CDTF">2020-03-18T02:10:58Z</dcterms:created>
  <dcterms:modified xsi:type="dcterms:W3CDTF">2022-08-07T19:51:57Z</dcterms:modified>
</cp:coreProperties>
</file>