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sldIdLst>
    <p:sldId id="256" r:id="rId2"/>
  </p:sldIdLst>
  <p:sldSz cx="5486400" cy="1920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ichuan Wang(王海川)" initials="HW" lastIdx="1" clrIdx="0">
    <p:extLst>
      <p:ext uri="{19B8F6BF-5375-455C-9EA6-DF929625EA0E}">
        <p15:presenceInfo xmlns:p15="http://schemas.microsoft.com/office/powerpoint/2012/main" userId="Haichuan Wang(王海川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5" autoAdjust="0"/>
    <p:restoredTop sz="94903" autoAdjust="0"/>
  </p:normalViewPr>
  <p:slideViewPr>
    <p:cSldViewPr snapToGrid="0">
      <p:cViewPr varScale="1">
        <p:scale>
          <a:sx n="253" d="100"/>
          <a:sy n="253" d="100"/>
        </p:scale>
        <p:origin x="156" y="6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commentAuthors" Target="commentAuthors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14366"/>
            <a:ext cx="4114800" cy="668749"/>
          </a:xfrm>
        </p:spPr>
        <p:txBody>
          <a:bodyPr anchor="b"/>
          <a:lstStyle>
            <a:lvl1pPr algn="ctr">
              <a:defRPr sz="16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008904"/>
            <a:ext cx="4114800" cy="463767"/>
          </a:xfrm>
        </p:spPr>
        <p:txBody>
          <a:bodyPr/>
          <a:lstStyle>
            <a:lvl1pPr marL="0" indent="0" algn="ctr">
              <a:buNone/>
              <a:defRPr sz="672"/>
            </a:lvl1pPr>
            <a:lvl2pPr marL="128062" indent="0" algn="ctr">
              <a:buNone/>
              <a:defRPr sz="560"/>
            </a:lvl2pPr>
            <a:lvl3pPr marL="256123" indent="0" algn="ctr">
              <a:buNone/>
              <a:defRPr sz="504"/>
            </a:lvl3pPr>
            <a:lvl4pPr marL="384185" indent="0" algn="ctr">
              <a:buNone/>
              <a:defRPr sz="448"/>
            </a:lvl4pPr>
            <a:lvl5pPr marL="512247" indent="0" algn="ctr">
              <a:buNone/>
              <a:defRPr sz="448"/>
            </a:lvl5pPr>
            <a:lvl6pPr marL="640309" indent="0" algn="ctr">
              <a:buNone/>
              <a:defRPr sz="448"/>
            </a:lvl6pPr>
            <a:lvl7pPr marL="768370" indent="0" algn="ctr">
              <a:buNone/>
              <a:defRPr sz="448"/>
            </a:lvl7pPr>
            <a:lvl8pPr marL="896432" indent="0" algn="ctr">
              <a:buNone/>
              <a:defRPr sz="448"/>
            </a:lvl8pPr>
            <a:lvl9pPr marL="1024494" indent="0" algn="ctr">
              <a:buNone/>
              <a:defRPr sz="44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9356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580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478885"/>
            <a:ext cx="4732020" cy="799031"/>
          </a:xfrm>
        </p:spPr>
        <p:txBody>
          <a:bodyPr anchor="b"/>
          <a:lstStyle>
            <a:lvl1pPr>
              <a:defRPr sz="168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1285475"/>
            <a:ext cx="4732020" cy="420191"/>
          </a:xfrm>
        </p:spPr>
        <p:txBody>
          <a:bodyPr/>
          <a:lstStyle>
            <a:lvl1pPr marL="0" indent="0">
              <a:buNone/>
              <a:defRPr sz="672">
                <a:solidFill>
                  <a:schemeClr val="tx1">
                    <a:tint val="75000"/>
                  </a:schemeClr>
                </a:solidFill>
              </a:defRPr>
            </a:lvl1pPr>
            <a:lvl2pPr marL="128062" indent="0">
              <a:buNone/>
              <a:defRPr sz="560">
                <a:solidFill>
                  <a:schemeClr val="tx1">
                    <a:tint val="75000"/>
                  </a:schemeClr>
                </a:solidFill>
              </a:defRPr>
            </a:lvl2pPr>
            <a:lvl3pPr marL="256123" indent="0">
              <a:buNone/>
              <a:defRPr sz="504">
                <a:solidFill>
                  <a:schemeClr val="tx1">
                    <a:tint val="75000"/>
                  </a:schemeClr>
                </a:solidFill>
              </a:defRPr>
            </a:lvl3pPr>
            <a:lvl4pPr marL="384185" indent="0">
              <a:buNone/>
              <a:defRPr sz="448">
                <a:solidFill>
                  <a:schemeClr val="tx1">
                    <a:tint val="75000"/>
                  </a:schemeClr>
                </a:solidFill>
              </a:defRPr>
            </a:lvl4pPr>
            <a:lvl5pPr marL="512247" indent="0">
              <a:buNone/>
              <a:defRPr sz="448">
                <a:solidFill>
                  <a:schemeClr val="tx1">
                    <a:tint val="75000"/>
                  </a:schemeClr>
                </a:solidFill>
              </a:defRPr>
            </a:lvl5pPr>
            <a:lvl6pPr marL="640309" indent="0">
              <a:buNone/>
              <a:defRPr sz="448">
                <a:solidFill>
                  <a:schemeClr val="tx1">
                    <a:tint val="75000"/>
                  </a:schemeClr>
                </a:solidFill>
              </a:defRPr>
            </a:lvl6pPr>
            <a:lvl7pPr marL="768370" indent="0">
              <a:buNone/>
              <a:defRPr sz="448">
                <a:solidFill>
                  <a:schemeClr val="tx1">
                    <a:tint val="75000"/>
                  </a:schemeClr>
                </a:solidFill>
              </a:defRPr>
            </a:lvl7pPr>
            <a:lvl8pPr marL="896432" indent="0">
              <a:buNone/>
              <a:defRPr sz="448">
                <a:solidFill>
                  <a:schemeClr val="tx1">
                    <a:tint val="75000"/>
                  </a:schemeClr>
                </a:solidFill>
              </a:defRPr>
            </a:lvl8pPr>
            <a:lvl9pPr marL="1024494" indent="0">
              <a:buNone/>
              <a:defRPr sz="4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012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511344"/>
            <a:ext cx="2331720" cy="12187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511344"/>
            <a:ext cx="2331720" cy="12187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62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02269"/>
            <a:ext cx="4732020" cy="3712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470881"/>
            <a:ext cx="2321004" cy="230772"/>
          </a:xfrm>
        </p:spPr>
        <p:txBody>
          <a:bodyPr anchor="b"/>
          <a:lstStyle>
            <a:lvl1pPr marL="0" indent="0">
              <a:buNone/>
              <a:defRPr sz="672" b="1"/>
            </a:lvl1pPr>
            <a:lvl2pPr marL="128062" indent="0">
              <a:buNone/>
              <a:defRPr sz="560" b="1"/>
            </a:lvl2pPr>
            <a:lvl3pPr marL="256123" indent="0">
              <a:buNone/>
              <a:defRPr sz="504" b="1"/>
            </a:lvl3pPr>
            <a:lvl4pPr marL="384185" indent="0">
              <a:buNone/>
              <a:defRPr sz="448" b="1"/>
            </a:lvl4pPr>
            <a:lvl5pPr marL="512247" indent="0">
              <a:buNone/>
              <a:defRPr sz="448" b="1"/>
            </a:lvl5pPr>
            <a:lvl6pPr marL="640309" indent="0">
              <a:buNone/>
              <a:defRPr sz="448" b="1"/>
            </a:lvl6pPr>
            <a:lvl7pPr marL="768370" indent="0">
              <a:buNone/>
              <a:defRPr sz="448" b="1"/>
            </a:lvl7pPr>
            <a:lvl8pPr marL="896432" indent="0">
              <a:buNone/>
              <a:defRPr sz="448" b="1"/>
            </a:lvl8pPr>
            <a:lvl9pPr marL="1024494" indent="0">
              <a:buNone/>
              <a:defRPr sz="4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701653"/>
            <a:ext cx="2321004" cy="1032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470881"/>
            <a:ext cx="2332435" cy="230772"/>
          </a:xfrm>
        </p:spPr>
        <p:txBody>
          <a:bodyPr anchor="b"/>
          <a:lstStyle>
            <a:lvl1pPr marL="0" indent="0">
              <a:buNone/>
              <a:defRPr sz="672" b="1"/>
            </a:lvl1pPr>
            <a:lvl2pPr marL="128062" indent="0">
              <a:buNone/>
              <a:defRPr sz="560" b="1"/>
            </a:lvl2pPr>
            <a:lvl3pPr marL="256123" indent="0">
              <a:buNone/>
              <a:defRPr sz="504" b="1"/>
            </a:lvl3pPr>
            <a:lvl4pPr marL="384185" indent="0">
              <a:buNone/>
              <a:defRPr sz="448" b="1"/>
            </a:lvl4pPr>
            <a:lvl5pPr marL="512247" indent="0">
              <a:buNone/>
              <a:defRPr sz="448" b="1"/>
            </a:lvl5pPr>
            <a:lvl6pPr marL="640309" indent="0">
              <a:buNone/>
              <a:defRPr sz="448" b="1"/>
            </a:lvl6pPr>
            <a:lvl7pPr marL="768370" indent="0">
              <a:buNone/>
              <a:defRPr sz="448" b="1"/>
            </a:lvl7pPr>
            <a:lvl8pPr marL="896432" indent="0">
              <a:buNone/>
              <a:defRPr sz="448" b="1"/>
            </a:lvl8pPr>
            <a:lvl9pPr marL="1024494" indent="0">
              <a:buNone/>
              <a:defRPr sz="44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701653"/>
            <a:ext cx="2332435" cy="1032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45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595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83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28058"/>
            <a:ext cx="1769507" cy="448204"/>
          </a:xfrm>
        </p:spPr>
        <p:txBody>
          <a:bodyPr anchor="b"/>
          <a:lstStyle>
            <a:lvl1pPr>
              <a:defRPr sz="8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276571"/>
            <a:ext cx="2777490" cy="1365066"/>
          </a:xfrm>
        </p:spPr>
        <p:txBody>
          <a:bodyPr/>
          <a:lstStyle>
            <a:lvl1pPr>
              <a:defRPr sz="896"/>
            </a:lvl1pPr>
            <a:lvl2pPr>
              <a:defRPr sz="784"/>
            </a:lvl2pPr>
            <a:lvl3pPr>
              <a:defRPr sz="672"/>
            </a:lvl3pPr>
            <a:lvl4pPr>
              <a:defRPr sz="560"/>
            </a:lvl4pPr>
            <a:lvl5pPr>
              <a:defRPr sz="560"/>
            </a:lvl5pPr>
            <a:lvl6pPr>
              <a:defRPr sz="560"/>
            </a:lvl6pPr>
            <a:lvl7pPr>
              <a:defRPr sz="560"/>
            </a:lvl7pPr>
            <a:lvl8pPr>
              <a:defRPr sz="560"/>
            </a:lvl8pPr>
            <a:lvl9pPr>
              <a:defRPr sz="56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576262"/>
            <a:ext cx="1769507" cy="1067598"/>
          </a:xfrm>
        </p:spPr>
        <p:txBody>
          <a:bodyPr/>
          <a:lstStyle>
            <a:lvl1pPr marL="0" indent="0">
              <a:buNone/>
              <a:defRPr sz="448"/>
            </a:lvl1pPr>
            <a:lvl2pPr marL="128062" indent="0">
              <a:buNone/>
              <a:defRPr sz="392"/>
            </a:lvl2pPr>
            <a:lvl3pPr marL="256123" indent="0">
              <a:buNone/>
              <a:defRPr sz="336"/>
            </a:lvl3pPr>
            <a:lvl4pPr marL="384185" indent="0">
              <a:buNone/>
              <a:defRPr sz="280"/>
            </a:lvl4pPr>
            <a:lvl5pPr marL="512247" indent="0">
              <a:buNone/>
              <a:defRPr sz="280"/>
            </a:lvl5pPr>
            <a:lvl6pPr marL="640309" indent="0">
              <a:buNone/>
              <a:defRPr sz="280"/>
            </a:lvl6pPr>
            <a:lvl7pPr marL="768370" indent="0">
              <a:buNone/>
              <a:defRPr sz="280"/>
            </a:lvl7pPr>
            <a:lvl8pPr marL="896432" indent="0">
              <a:buNone/>
              <a:defRPr sz="280"/>
            </a:lvl8pPr>
            <a:lvl9pPr marL="1024494" indent="0">
              <a:buNone/>
              <a:defRPr sz="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536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28058"/>
            <a:ext cx="1769507" cy="448204"/>
          </a:xfrm>
        </p:spPr>
        <p:txBody>
          <a:bodyPr anchor="b"/>
          <a:lstStyle>
            <a:lvl1pPr>
              <a:defRPr sz="89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276571"/>
            <a:ext cx="2777490" cy="1365066"/>
          </a:xfrm>
        </p:spPr>
        <p:txBody>
          <a:bodyPr anchor="t"/>
          <a:lstStyle>
            <a:lvl1pPr marL="0" indent="0">
              <a:buNone/>
              <a:defRPr sz="896"/>
            </a:lvl1pPr>
            <a:lvl2pPr marL="128062" indent="0">
              <a:buNone/>
              <a:defRPr sz="784"/>
            </a:lvl2pPr>
            <a:lvl3pPr marL="256123" indent="0">
              <a:buNone/>
              <a:defRPr sz="672"/>
            </a:lvl3pPr>
            <a:lvl4pPr marL="384185" indent="0">
              <a:buNone/>
              <a:defRPr sz="560"/>
            </a:lvl4pPr>
            <a:lvl5pPr marL="512247" indent="0">
              <a:buNone/>
              <a:defRPr sz="560"/>
            </a:lvl5pPr>
            <a:lvl6pPr marL="640309" indent="0">
              <a:buNone/>
              <a:defRPr sz="560"/>
            </a:lvl6pPr>
            <a:lvl7pPr marL="768370" indent="0">
              <a:buNone/>
              <a:defRPr sz="560"/>
            </a:lvl7pPr>
            <a:lvl8pPr marL="896432" indent="0">
              <a:buNone/>
              <a:defRPr sz="560"/>
            </a:lvl8pPr>
            <a:lvl9pPr marL="1024494" indent="0">
              <a:buNone/>
              <a:defRPr sz="56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576262"/>
            <a:ext cx="1769507" cy="1067598"/>
          </a:xfrm>
        </p:spPr>
        <p:txBody>
          <a:bodyPr/>
          <a:lstStyle>
            <a:lvl1pPr marL="0" indent="0">
              <a:buNone/>
              <a:defRPr sz="448"/>
            </a:lvl1pPr>
            <a:lvl2pPr marL="128062" indent="0">
              <a:buNone/>
              <a:defRPr sz="392"/>
            </a:lvl2pPr>
            <a:lvl3pPr marL="256123" indent="0">
              <a:buNone/>
              <a:defRPr sz="336"/>
            </a:lvl3pPr>
            <a:lvl4pPr marL="384185" indent="0">
              <a:buNone/>
              <a:defRPr sz="280"/>
            </a:lvl4pPr>
            <a:lvl5pPr marL="512247" indent="0">
              <a:buNone/>
              <a:defRPr sz="280"/>
            </a:lvl5pPr>
            <a:lvl6pPr marL="640309" indent="0">
              <a:buNone/>
              <a:defRPr sz="280"/>
            </a:lvl6pPr>
            <a:lvl7pPr marL="768370" indent="0">
              <a:buNone/>
              <a:defRPr sz="280"/>
            </a:lvl7pPr>
            <a:lvl8pPr marL="896432" indent="0">
              <a:buNone/>
              <a:defRPr sz="280"/>
            </a:lvl8pPr>
            <a:lvl9pPr marL="1024494" indent="0">
              <a:buNone/>
              <a:defRPr sz="2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332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7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102269"/>
            <a:ext cx="1183005" cy="162785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102269"/>
            <a:ext cx="3480435" cy="162785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562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102269"/>
            <a:ext cx="4732020" cy="371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511344"/>
            <a:ext cx="4732020" cy="1218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1780367"/>
            <a:ext cx="1234440" cy="1022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7/21/2022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1780367"/>
            <a:ext cx="1851660" cy="1022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1780367"/>
            <a:ext cx="1234440" cy="1022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588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256123" rtl="0" eaLnBrk="1" latinLnBrk="0" hangingPunct="1">
        <a:lnSpc>
          <a:spcPct val="90000"/>
        </a:lnSpc>
        <a:spcBef>
          <a:spcPct val="0"/>
        </a:spcBef>
        <a:buNone/>
        <a:defRPr sz="123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4031" indent="-64031" algn="l" defTabSz="256123" rtl="0" eaLnBrk="1" latinLnBrk="0" hangingPunct="1">
        <a:lnSpc>
          <a:spcPct val="90000"/>
        </a:lnSpc>
        <a:spcBef>
          <a:spcPts val="280"/>
        </a:spcBef>
        <a:buFont typeface="Arial" panose="020B0604020202020204" pitchFamily="34" charset="0"/>
        <a:buChar char="•"/>
        <a:defRPr sz="784" kern="1200">
          <a:solidFill>
            <a:schemeClr val="tx1"/>
          </a:solidFill>
          <a:latin typeface="+mn-lt"/>
          <a:ea typeface="+mn-ea"/>
          <a:cs typeface="+mn-cs"/>
        </a:defRPr>
      </a:lvl1pPr>
      <a:lvl2pPr marL="192093" indent="-64031" algn="l" defTabSz="256123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672" kern="1200">
          <a:solidFill>
            <a:schemeClr val="tx1"/>
          </a:solidFill>
          <a:latin typeface="+mn-lt"/>
          <a:ea typeface="+mn-ea"/>
          <a:cs typeface="+mn-cs"/>
        </a:defRPr>
      </a:lvl2pPr>
      <a:lvl3pPr marL="320154" indent="-64031" algn="l" defTabSz="256123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60" kern="1200">
          <a:solidFill>
            <a:schemeClr val="tx1"/>
          </a:solidFill>
          <a:latin typeface="+mn-lt"/>
          <a:ea typeface="+mn-ea"/>
          <a:cs typeface="+mn-cs"/>
        </a:defRPr>
      </a:lvl3pPr>
      <a:lvl4pPr marL="448216" indent="-64031" algn="l" defTabSz="256123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4pPr>
      <a:lvl5pPr marL="576278" indent="-64031" algn="l" defTabSz="256123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5pPr>
      <a:lvl6pPr marL="704339" indent="-64031" algn="l" defTabSz="256123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6pPr>
      <a:lvl7pPr marL="832401" indent="-64031" algn="l" defTabSz="256123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7pPr>
      <a:lvl8pPr marL="960463" indent="-64031" algn="l" defTabSz="256123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8pPr>
      <a:lvl9pPr marL="1088525" indent="-64031" algn="l" defTabSz="256123" rtl="0" eaLnBrk="1" latinLnBrk="0" hangingPunct="1">
        <a:lnSpc>
          <a:spcPct val="90000"/>
        </a:lnSpc>
        <a:spcBef>
          <a:spcPts val="140"/>
        </a:spcBef>
        <a:buFont typeface="Arial" panose="020B0604020202020204" pitchFamily="34" charset="0"/>
        <a:buChar char="•"/>
        <a:defRPr sz="5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56123" rtl="0" eaLnBrk="1" latinLnBrk="0" hangingPunct="1">
        <a:defRPr sz="504" kern="1200">
          <a:solidFill>
            <a:schemeClr val="tx1"/>
          </a:solidFill>
          <a:latin typeface="+mn-lt"/>
          <a:ea typeface="+mn-ea"/>
          <a:cs typeface="+mn-cs"/>
        </a:defRPr>
      </a:lvl1pPr>
      <a:lvl2pPr marL="128062" algn="l" defTabSz="256123" rtl="0" eaLnBrk="1" latinLnBrk="0" hangingPunct="1">
        <a:defRPr sz="504" kern="1200">
          <a:solidFill>
            <a:schemeClr val="tx1"/>
          </a:solidFill>
          <a:latin typeface="+mn-lt"/>
          <a:ea typeface="+mn-ea"/>
          <a:cs typeface="+mn-cs"/>
        </a:defRPr>
      </a:lvl2pPr>
      <a:lvl3pPr marL="256123" algn="l" defTabSz="256123" rtl="0" eaLnBrk="1" latinLnBrk="0" hangingPunct="1">
        <a:defRPr sz="504" kern="1200">
          <a:solidFill>
            <a:schemeClr val="tx1"/>
          </a:solidFill>
          <a:latin typeface="+mn-lt"/>
          <a:ea typeface="+mn-ea"/>
          <a:cs typeface="+mn-cs"/>
        </a:defRPr>
      </a:lvl3pPr>
      <a:lvl4pPr marL="384185" algn="l" defTabSz="256123" rtl="0" eaLnBrk="1" latinLnBrk="0" hangingPunct="1">
        <a:defRPr sz="504" kern="1200">
          <a:solidFill>
            <a:schemeClr val="tx1"/>
          </a:solidFill>
          <a:latin typeface="+mn-lt"/>
          <a:ea typeface="+mn-ea"/>
          <a:cs typeface="+mn-cs"/>
        </a:defRPr>
      </a:lvl4pPr>
      <a:lvl5pPr marL="512247" algn="l" defTabSz="256123" rtl="0" eaLnBrk="1" latinLnBrk="0" hangingPunct="1">
        <a:defRPr sz="504" kern="1200">
          <a:solidFill>
            <a:schemeClr val="tx1"/>
          </a:solidFill>
          <a:latin typeface="+mn-lt"/>
          <a:ea typeface="+mn-ea"/>
          <a:cs typeface="+mn-cs"/>
        </a:defRPr>
      </a:lvl5pPr>
      <a:lvl6pPr marL="640309" algn="l" defTabSz="256123" rtl="0" eaLnBrk="1" latinLnBrk="0" hangingPunct="1">
        <a:defRPr sz="504" kern="1200">
          <a:solidFill>
            <a:schemeClr val="tx1"/>
          </a:solidFill>
          <a:latin typeface="+mn-lt"/>
          <a:ea typeface="+mn-ea"/>
          <a:cs typeface="+mn-cs"/>
        </a:defRPr>
      </a:lvl6pPr>
      <a:lvl7pPr marL="768370" algn="l" defTabSz="256123" rtl="0" eaLnBrk="1" latinLnBrk="0" hangingPunct="1">
        <a:defRPr sz="504" kern="1200">
          <a:solidFill>
            <a:schemeClr val="tx1"/>
          </a:solidFill>
          <a:latin typeface="+mn-lt"/>
          <a:ea typeface="+mn-ea"/>
          <a:cs typeface="+mn-cs"/>
        </a:defRPr>
      </a:lvl7pPr>
      <a:lvl8pPr marL="896432" algn="l" defTabSz="256123" rtl="0" eaLnBrk="1" latinLnBrk="0" hangingPunct="1">
        <a:defRPr sz="504" kern="1200">
          <a:solidFill>
            <a:schemeClr val="tx1"/>
          </a:solidFill>
          <a:latin typeface="+mn-lt"/>
          <a:ea typeface="+mn-ea"/>
          <a:cs typeface="+mn-cs"/>
        </a:defRPr>
      </a:lvl8pPr>
      <a:lvl9pPr marL="1024494" algn="l" defTabSz="256123" rtl="0" eaLnBrk="1" latinLnBrk="0" hangingPunct="1">
        <a:defRPr sz="5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6876" y="-38984"/>
            <a:ext cx="5128546" cy="1924805"/>
            <a:chOff x="6876" y="-38984"/>
            <a:chExt cx="5128546" cy="1924805"/>
          </a:xfrm>
        </p:grpSpPr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419E3E69-5452-4137-AD7D-2CCCFEED095F}"/>
                </a:ext>
              </a:extLst>
            </p:cNvPr>
            <p:cNvSpPr/>
            <p:nvPr/>
          </p:nvSpPr>
          <p:spPr>
            <a:xfrm>
              <a:off x="6876" y="1627124"/>
              <a:ext cx="542795" cy="2586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NUMA 0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EA7AD73F-BD26-4C91-8DBC-0E94A8957F64}"/>
                </a:ext>
              </a:extLst>
            </p:cNvPr>
            <p:cNvSpPr/>
            <p:nvPr/>
          </p:nvSpPr>
          <p:spPr>
            <a:xfrm>
              <a:off x="365630" y="-34852"/>
              <a:ext cx="19463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流</a:t>
              </a:r>
              <a:r>
                <a:rPr lang="en-US" sz="1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1000" dirty="0" err="1">
                  <a:latin typeface="Arial" panose="020B0604020202020204" pitchFamily="34" charset="0"/>
                  <a:cs typeface="Arial" panose="020B0604020202020204" pitchFamily="34" charset="0"/>
                </a:rPr>
                <a:t>spcCount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=8</a:t>
              </a:r>
            </a:p>
            <a:p>
              <a:pPr algn="ctr"/>
              <a:r>
                <a:rPr lang="zh-CN" altLang="en-US" sz="1000" b="0" dirty="0" smtClean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在流创建时，驱动选择</a:t>
              </a:r>
              <a:r>
                <a:rPr lang="en-US" sz="1000" b="0" dirty="0" smtClean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SPC0~7</a:t>
              </a:r>
              <a:endParaRPr lang="en-US" sz="1000" b="0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363325EF-C218-46C6-B664-43A980C848EC}"/>
                </a:ext>
              </a:extLst>
            </p:cNvPr>
            <p:cNvSpPr/>
            <p:nvPr/>
          </p:nvSpPr>
          <p:spPr>
            <a:xfrm>
              <a:off x="10314" y="1064857"/>
              <a:ext cx="542795" cy="25869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 0</a:t>
              </a:r>
            </a:p>
          </p:txBody>
        </p:sp>
        <p:cxnSp>
          <p:nvCxnSpPr>
            <p:cNvPr id="197" name="Straight Arrow Connector 196">
              <a:extLst>
                <a:ext uri="{FF2B5EF4-FFF2-40B4-BE49-F238E27FC236}">
                  <a16:creationId xmlns:a16="http://schemas.microsoft.com/office/drawing/2014/main" id="{8E99EF60-F47F-4F50-B7CC-9C324A1EE809}"/>
                </a:ext>
              </a:extLst>
            </p:cNvPr>
            <p:cNvCxnSpPr>
              <a:cxnSpLocks/>
              <a:stCxn id="194" idx="0"/>
              <a:endCxn id="196" idx="2"/>
            </p:cNvCxnSpPr>
            <p:nvPr/>
          </p:nvCxnSpPr>
          <p:spPr>
            <a:xfrm flipV="1">
              <a:off x="278274" y="1323554"/>
              <a:ext cx="3438" cy="303570"/>
            </a:xfrm>
            <a:prstGeom prst="straightConnector1">
              <a:avLst/>
            </a:prstGeom>
            <a:ln w="28575"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A818686B-42E2-4311-A94D-4F771D01604A}"/>
                </a:ext>
              </a:extLst>
            </p:cNvPr>
            <p:cNvSpPr/>
            <p:nvPr/>
          </p:nvSpPr>
          <p:spPr>
            <a:xfrm>
              <a:off x="3174408" y="-38984"/>
              <a:ext cx="194636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流</a:t>
              </a:r>
              <a:r>
                <a:rPr lang="en-US" sz="1000" dirty="0" smtClean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: </a:t>
              </a:r>
              <a:r>
                <a:rPr lang="en-US" sz="1000" dirty="0" err="1">
                  <a:latin typeface="Arial" panose="020B0604020202020204" pitchFamily="34" charset="0"/>
                  <a:cs typeface="Arial" panose="020B0604020202020204" pitchFamily="34" charset="0"/>
                </a:rPr>
                <a:t>spcCount</a:t>
              </a:r>
              <a:r>
                <a:rPr 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=2</a:t>
              </a:r>
            </a:p>
            <a:p>
              <a:pPr algn="ctr"/>
              <a:r>
                <a:rPr lang="zh-CN" altLang="en-US" sz="1000" dirty="0">
                  <a:latin typeface="Arial" panose="020B0604020202020204" pitchFamily="34" charset="0"/>
                  <a:cs typeface="Arial" panose="020B0604020202020204" pitchFamily="34" charset="0"/>
                </a:rPr>
                <a:t>在流创建时，驱动选择</a:t>
              </a:r>
              <a:r>
                <a:rPr lang="en-US" sz="1000" b="0" dirty="0" smtClean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SPC8~9</a:t>
              </a:r>
              <a:endParaRPr lang="en-US" sz="1000" b="0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35814C42-9019-4F97-88A1-8DEA7B27C3A3}"/>
                </a:ext>
              </a:extLst>
            </p:cNvPr>
            <p:cNvSpPr/>
            <p:nvPr/>
          </p:nvSpPr>
          <p:spPr>
            <a:xfrm>
              <a:off x="678352" y="1627124"/>
              <a:ext cx="542795" cy="2586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NUMA 1</a:t>
              </a: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4733C17C-1581-444E-8EF1-037301E5E771}"/>
                </a:ext>
              </a:extLst>
            </p:cNvPr>
            <p:cNvSpPr/>
            <p:nvPr/>
          </p:nvSpPr>
          <p:spPr>
            <a:xfrm>
              <a:off x="681790" y="1064857"/>
              <a:ext cx="542795" cy="25869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 1</a:t>
              </a:r>
            </a:p>
          </p:txBody>
        </p:sp>
        <p:cxnSp>
          <p:nvCxnSpPr>
            <p:cNvPr id="201" name="Straight Arrow Connector 200">
              <a:extLst>
                <a:ext uri="{FF2B5EF4-FFF2-40B4-BE49-F238E27FC236}">
                  <a16:creationId xmlns:a16="http://schemas.microsoft.com/office/drawing/2014/main" id="{5FB69DF3-D406-4DCF-B3E0-E04B84578BCF}"/>
                </a:ext>
              </a:extLst>
            </p:cNvPr>
            <p:cNvCxnSpPr>
              <a:cxnSpLocks/>
              <a:stCxn id="199" idx="0"/>
              <a:endCxn id="200" idx="2"/>
            </p:cNvCxnSpPr>
            <p:nvPr/>
          </p:nvCxnSpPr>
          <p:spPr>
            <a:xfrm flipV="1">
              <a:off x="949750" y="1323554"/>
              <a:ext cx="3438" cy="303570"/>
            </a:xfrm>
            <a:prstGeom prst="straightConnector1">
              <a:avLst/>
            </a:prstGeom>
            <a:ln w="28575"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8951A705-FFF5-4BC2-9142-495A514B1056}"/>
                </a:ext>
              </a:extLst>
            </p:cNvPr>
            <p:cNvSpPr/>
            <p:nvPr/>
          </p:nvSpPr>
          <p:spPr>
            <a:xfrm>
              <a:off x="1324621" y="1627124"/>
              <a:ext cx="542795" cy="2586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NUMA 2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A4AA7B55-CF3E-4AE7-AB7F-EB02607CA2B1}"/>
                </a:ext>
              </a:extLst>
            </p:cNvPr>
            <p:cNvSpPr/>
            <p:nvPr/>
          </p:nvSpPr>
          <p:spPr>
            <a:xfrm>
              <a:off x="1328059" y="1064857"/>
              <a:ext cx="542795" cy="25869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 2</a:t>
              </a:r>
            </a:p>
          </p:txBody>
        </p:sp>
        <p:cxnSp>
          <p:nvCxnSpPr>
            <p:cNvPr id="204" name="Straight Arrow Connector 203">
              <a:extLst>
                <a:ext uri="{FF2B5EF4-FFF2-40B4-BE49-F238E27FC236}">
                  <a16:creationId xmlns:a16="http://schemas.microsoft.com/office/drawing/2014/main" id="{A962A90C-2687-426E-8B07-14535DF8890B}"/>
                </a:ext>
              </a:extLst>
            </p:cNvPr>
            <p:cNvCxnSpPr>
              <a:cxnSpLocks/>
              <a:stCxn id="202" idx="0"/>
              <a:endCxn id="203" idx="2"/>
            </p:cNvCxnSpPr>
            <p:nvPr/>
          </p:nvCxnSpPr>
          <p:spPr>
            <a:xfrm flipV="1">
              <a:off x="1596019" y="1323554"/>
              <a:ext cx="3438" cy="303570"/>
            </a:xfrm>
            <a:prstGeom prst="straightConnector1">
              <a:avLst/>
            </a:prstGeom>
            <a:ln w="28575"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F0CD6478-C1B1-4EBD-B766-D94E5F2EE3DF}"/>
                </a:ext>
              </a:extLst>
            </p:cNvPr>
            <p:cNvSpPr/>
            <p:nvPr/>
          </p:nvSpPr>
          <p:spPr>
            <a:xfrm>
              <a:off x="2353611" y="1627124"/>
              <a:ext cx="542795" cy="2586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NUMA 7</a:t>
              </a: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B8169C71-8C54-4713-ACB4-2B4AD9C13EE5}"/>
                </a:ext>
              </a:extLst>
            </p:cNvPr>
            <p:cNvSpPr/>
            <p:nvPr/>
          </p:nvSpPr>
          <p:spPr>
            <a:xfrm>
              <a:off x="2357049" y="1064857"/>
              <a:ext cx="542795" cy="25869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 7</a:t>
              </a:r>
            </a:p>
          </p:txBody>
        </p: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C22AA1DF-8074-4034-9076-8E403EA434D5}"/>
                </a:ext>
              </a:extLst>
            </p:cNvPr>
            <p:cNvCxnSpPr>
              <a:cxnSpLocks/>
              <a:stCxn id="205" idx="0"/>
              <a:endCxn id="206" idx="2"/>
            </p:cNvCxnSpPr>
            <p:nvPr/>
          </p:nvCxnSpPr>
          <p:spPr>
            <a:xfrm flipV="1">
              <a:off x="2625009" y="1323554"/>
              <a:ext cx="3438" cy="303570"/>
            </a:xfrm>
            <a:prstGeom prst="straightConnector1">
              <a:avLst/>
            </a:prstGeom>
            <a:ln w="28575"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F9EEFBD0-775C-4C39-8711-3742E03B60A9}"/>
                </a:ext>
              </a:extLst>
            </p:cNvPr>
            <p:cNvSpPr/>
            <p:nvPr/>
          </p:nvSpPr>
          <p:spPr>
            <a:xfrm>
              <a:off x="3588855" y="1627124"/>
              <a:ext cx="542795" cy="2586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NUMA 8</a:t>
              </a: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88FC08EA-4E76-46A3-A8E1-59FFF295BDC3}"/>
                </a:ext>
              </a:extLst>
            </p:cNvPr>
            <p:cNvSpPr/>
            <p:nvPr/>
          </p:nvSpPr>
          <p:spPr>
            <a:xfrm>
              <a:off x="3592293" y="1064857"/>
              <a:ext cx="542795" cy="25869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 8</a:t>
              </a:r>
            </a:p>
          </p:txBody>
        </p:sp>
        <p:cxnSp>
          <p:nvCxnSpPr>
            <p:cNvPr id="210" name="Straight Arrow Connector 209">
              <a:extLst>
                <a:ext uri="{FF2B5EF4-FFF2-40B4-BE49-F238E27FC236}">
                  <a16:creationId xmlns:a16="http://schemas.microsoft.com/office/drawing/2014/main" id="{D8AE926F-FBC2-401C-A3AB-DD224CCE8B85}"/>
                </a:ext>
              </a:extLst>
            </p:cNvPr>
            <p:cNvCxnSpPr>
              <a:cxnSpLocks/>
              <a:stCxn id="208" idx="0"/>
              <a:endCxn id="209" idx="2"/>
            </p:cNvCxnSpPr>
            <p:nvPr/>
          </p:nvCxnSpPr>
          <p:spPr>
            <a:xfrm flipV="1">
              <a:off x="3860253" y="1323554"/>
              <a:ext cx="3438" cy="303570"/>
            </a:xfrm>
            <a:prstGeom prst="straightConnector1">
              <a:avLst/>
            </a:prstGeom>
            <a:ln w="28575"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D356D2D6-5519-4660-AC08-0D1E193F3504}"/>
                </a:ext>
              </a:extLst>
            </p:cNvPr>
            <p:cNvSpPr/>
            <p:nvPr/>
          </p:nvSpPr>
          <p:spPr>
            <a:xfrm>
              <a:off x="4230705" y="1627124"/>
              <a:ext cx="542795" cy="2586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NUMA 9</a:t>
              </a:r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3D8A5FDE-79EC-4C52-A311-36CD84BB6E7A}"/>
                </a:ext>
              </a:extLst>
            </p:cNvPr>
            <p:cNvSpPr/>
            <p:nvPr/>
          </p:nvSpPr>
          <p:spPr>
            <a:xfrm>
              <a:off x="4234143" y="1064857"/>
              <a:ext cx="542795" cy="25869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SPC 9</a:t>
              </a:r>
            </a:p>
          </p:txBody>
        </p:sp>
        <p:cxnSp>
          <p:nvCxnSpPr>
            <p:cNvPr id="213" name="Straight Arrow Connector 212">
              <a:extLst>
                <a:ext uri="{FF2B5EF4-FFF2-40B4-BE49-F238E27FC236}">
                  <a16:creationId xmlns:a16="http://schemas.microsoft.com/office/drawing/2014/main" id="{2CFFF43B-D6B6-47EE-B2F2-C9CD67006620}"/>
                </a:ext>
              </a:extLst>
            </p:cNvPr>
            <p:cNvCxnSpPr>
              <a:cxnSpLocks/>
              <a:stCxn id="211" idx="0"/>
              <a:endCxn id="212" idx="2"/>
            </p:cNvCxnSpPr>
            <p:nvPr/>
          </p:nvCxnSpPr>
          <p:spPr>
            <a:xfrm flipV="1">
              <a:off x="4502103" y="1323554"/>
              <a:ext cx="3438" cy="303570"/>
            </a:xfrm>
            <a:prstGeom prst="straightConnector1">
              <a:avLst/>
            </a:prstGeom>
            <a:ln w="28575"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5C4CD38A-26F0-477D-86BD-9AB6CE3E2952}"/>
                </a:ext>
              </a:extLst>
            </p:cNvPr>
            <p:cNvSpPr txBox="1"/>
            <p:nvPr/>
          </p:nvSpPr>
          <p:spPr>
            <a:xfrm>
              <a:off x="1954528" y="949910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6B7A6D43-7597-41B1-B4D4-746FE3D2FE0C}"/>
                </a:ext>
              </a:extLst>
            </p:cNvPr>
            <p:cNvSpPr txBox="1"/>
            <p:nvPr/>
          </p:nvSpPr>
          <p:spPr>
            <a:xfrm>
              <a:off x="1967283" y="1512177"/>
              <a:ext cx="37702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...</a:t>
              </a:r>
            </a:p>
          </p:txBody>
        </p: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36171B2F-9979-4464-91F0-23D4E5964F24}"/>
                </a:ext>
              </a:extLst>
            </p:cNvPr>
            <p:cNvCxnSpPr>
              <a:cxnSpLocks/>
            </p:cNvCxnSpPr>
            <p:nvPr/>
          </p:nvCxnSpPr>
          <p:spPr>
            <a:xfrm>
              <a:off x="2250516" y="728474"/>
              <a:ext cx="645890" cy="31587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FA4E2069-E087-4524-84C3-0D60142A61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16" y="718991"/>
              <a:ext cx="388410" cy="3253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B4028ECB-B064-4D56-97E5-1AD0A4E2052B}"/>
                </a:ext>
              </a:extLst>
            </p:cNvPr>
            <p:cNvSpPr/>
            <p:nvPr/>
          </p:nvSpPr>
          <p:spPr>
            <a:xfrm>
              <a:off x="398726" y="349659"/>
              <a:ext cx="185179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none">
              <a:noAutofit/>
            </a:bodyPr>
            <a:lstStyle/>
            <a:p>
              <a:pPr algn="ctr"/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800" b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elect the 1st  8 SPC/NUMA</a:t>
              </a:r>
            </a:p>
            <a:p>
              <a:pPr algn="ctr"/>
              <a:r>
                <a:rPr lang="en-US" sz="800" b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Memory </a:t>
              </a:r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Malloc &amp; Kernel Launch</a:t>
              </a:r>
              <a:endParaRPr lang="en-US" sz="800" b="0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FE7DF54F-8050-4D73-8EBC-90EDFFFA6A5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73500" y="718991"/>
              <a:ext cx="361922" cy="32535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1382122A-AE2B-47A1-8F2E-575E75119697}"/>
                </a:ext>
              </a:extLst>
            </p:cNvPr>
            <p:cNvCxnSpPr>
              <a:cxnSpLocks/>
            </p:cNvCxnSpPr>
            <p:nvPr/>
          </p:nvCxnSpPr>
          <p:spPr>
            <a:xfrm>
              <a:off x="3283632" y="718991"/>
              <a:ext cx="305223" cy="34586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BEE0A8A5-E428-43EA-A556-D137BC017C40}"/>
                </a:ext>
              </a:extLst>
            </p:cNvPr>
            <p:cNvSpPr/>
            <p:nvPr/>
          </p:nvSpPr>
          <p:spPr>
            <a:xfrm>
              <a:off x="3283632" y="359142"/>
              <a:ext cx="1851790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none">
              <a:noAutofit/>
            </a:bodyPr>
            <a:lstStyle/>
            <a:p>
              <a:pPr algn="ctr"/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S</a:t>
              </a:r>
              <a:r>
                <a:rPr lang="en-US" sz="800" b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elect </a:t>
              </a:r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 2 </a:t>
              </a:r>
              <a:r>
                <a:rPr lang="en-US" sz="800" b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SPC/NUMA</a:t>
              </a:r>
            </a:p>
            <a:p>
              <a:pPr algn="ctr"/>
              <a:r>
                <a:rPr lang="en-US" sz="800" b="0" dirty="0"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Memory </a:t>
              </a:r>
              <a:r>
                <a:rPr lang="en-US" sz="800" dirty="0">
                  <a:latin typeface="Arial" panose="020B0604020202020204" pitchFamily="34" charset="0"/>
                  <a:cs typeface="Arial" panose="020B0604020202020204" pitchFamily="34" charset="0"/>
                </a:rPr>
                <a:t>Malloc &amp; Kernel Launch</a:t>
              </a:r>
              <a:endParaRPr lang="en-US" sz="800" b="0" dirty="0">
                <a:effectLst/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476</TotalTime>
  <Words>68</Words>
  <Application>Microsoft Office PowerPoint</Application>
  <PresentationFormat>自定义</PresentationFormat>
  <Paragraphs>22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Amy Zhao(赵明宇)</cp:lastModifiedBy>
  <cp:revision>34</cp:revision>
  <dcterms:created xsi:type="dcterms:W3CDTF">2020-03-18T02:10:58Z</dcterms:created>
  <dcterms:modified xsi:type="dcterms:W3CDTF">2022-07-21T08:19:35Z</dcterms:modified>
</cp:coreProperties>
</file>