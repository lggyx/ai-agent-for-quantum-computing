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20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00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07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0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85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1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56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02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0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906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06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54F0C-6BA2-4F2A-BDB1-0D21E3435460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21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-1"/>
            <a:ext cx="12192000" cy="5280917"/>
            <a:chOff x="646043" y="884583"/>
            <a:chExt cx="10913166" cy="4363278"/>
          </a:xfrm>
        </p:grpSpPr>
        <p:sp>
          <p:nvSpPr>
            <p:cNvPr id="4" name="文本框 3"/>
            <p:cNvSpPr txBox="1"/>
            <p:nvPr/>
          </p:nvSpPr>
          <p:spPr>
            <a:xfrm>
              <a:off x="646043" y="884583"/>
              <a:ext cx="10913166" cy="436327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pic>
          <p:nvPicPr>
            <p:cNvPr id="1026" name="Picture 2" descr="壁仞科技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663" y="1525484"/>
              <a:ext cx="3128572" cy="3081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本框 4"/>
            <p:cNvSpPr txBox="1"/>
            <p:nvPr/>
          </p:nvSpPr>
          <p:spPr>
            <a:xfrm>
              <a:off x="5612147" y="2276043"/>
              <a:ext cx="5048872" cy="1602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/>
                  </a:solidFill>
                </a:rPr>
                <a:t>BIRENSUPA™</a:t>
              </a:r>
              <a:endParaRPr lang="en-US" altLang="zh-CN" sz="6000" b="1" baseline="30000" dirty="0">
                <a:solidFill>
                  <a:schemeClr val="bg1"/>
                </a:solidFill>
              </a:endParaRPr>
            </a:p>
            <a:p>
              <a:r>
                <a:rPr lang="zh-CN" altLang="en-US" sz="6000" b="1" dirty="0">
                  <a:solidFill>
                    <a:schemeClr val="bg1"/>
                  </a:solidFill>
                </a:rPr>
                <a:t>编程模型白皮书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59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Jirong Li(李季戎)</dc:creator>
  <cp:lastModifiedBy>Jirong Li(李季戎)</cp:lastModifiedBy>
  <cp:revision>4</cp:revision>
  <dcterms:created xsi:type="dcterms:W3CDTF">2023-08-18T12:08:08Z</dcterms:created>
  <dcterms:modified xsi:type="dcterms:W3CDTF">2023-09-26T09:39:38Z</dcterms:modified>
</cp:coreProperties>
</file>