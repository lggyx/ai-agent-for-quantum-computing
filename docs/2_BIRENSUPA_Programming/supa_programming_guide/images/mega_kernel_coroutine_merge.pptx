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</p:sldIdLst>
  <p:sldSz cx="3200400" cy="127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1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1520" y="10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09404"/>
            <a:ext cx="2400300" cy="445464"/>
          </a:xfrm>
        </p:spPr>
        <p:txBody>
          <a:bodyPr anchor="b"/>
          <a:lstStyle>
            <a:lvl1pPr algn="ctr"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672047"/>
            <a:ext cx="2400300" cy="308922"/>
          </a:xfrm>
        </p:spPr>
        <p:txBody>
          <a:bodyPr/>
          <a:lstStyle>
            <a:lvl1pPr marL="0" indent="0" algn="ctr">
              <a:buNone/>
              <a:defRPr sz="448"/>
            </a:lvl1pPr>
            <a:lvl2pPr marL="85314" indent="0" algn="ctr">
              <a:buNone/>
              <a:defRPr sz="373"/>
            </a:lvl2pPr>
            <a:lvl3pPr marL="170627" indent="0" algn="ctr">
              <a:buNone/>
              <a:defRPr sz="336"/>
            </a:lvl3pPr>
            <a:lvl4pPr marL="255941" indent="0" algn="ctr">
              <a:buNone/>
              <a:defRPr sz="299"/>
            </a:lvl4pPr>
            <a:lvl5pPr marL="341254" indent="0" algn="ctr">
              <a:buNone/>
              <a:defRPr sz="299"/>
            </a:lvl5pPr>
            <a:lvl6pPr marL="426568" indent="0" algn="ctr">
              <a:buNone/>
              <a:defRPr sz="299"/>
            </a:lvl6pPr>
            <a:lvl7pPr marL="511881" indent="0" algn="ctr">
              <a:buNone/>
              <a:defRPr sz="299"/>
            </a:lvl7pPr>
            <a:lvl8pPr marL="597195" indent="0" algn="ctr">
              <a:buNone/>
              <a:defRPr sz="299"/>
            </a:lvl8pPr>
            <a:lvl9pPr marL="682508" indent="0" algn="ctr">
              <a:buNone/>
              <a:defRPr sz="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48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6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318993"/>
            <a:ext cx="2760345" cy="532247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856275"/>
            <a:ext cx="2760345" cy="279896"/>
          </a:xfrm>
        </p:spPr>
        <p:txBody>
          <a:bodyPr/>
          <a:lstStyle>
            <a:lvl1pPr marL="0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1pPr>
            <a:lvl2pPr marL="85314" indent="0">
              <a:buNone/>
              <a:defRPr sz="373">
                <a:solidFill>
                  <a:schemeClr val="tx1">
                    <a:tint val="75000"/>
                  </a:schemeClr>
                </a:solidFill>
              </a:defRPr>
            </a:lvl2pPr>
            <a:lvl3pPr marL="170627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3pPr>
            <a:lvl4pPr marL="255941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4pPr>
            <a:lvl5pPr marL="341254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5pPr>
            <a:lvl6pPr marL="426568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6pPr>
            <a:lvl7pPr marL="511881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7pPr>
            <a:lvl8pPr marL="597195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8pPr>
            <a:lvl9pPr marL="682508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64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340614"/>
            <a:ext cx="1360170" cy="811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340614"/>
            <a:ext cx="1360170" cy="811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6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68123"/>
            <a:ext cx="2760345" cy="2473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313661"/>
            <a:ext cx="1353919" cy="153721"/>
          </a:xfrm>
        </p:spPr>
        <p:txBody>
          <a:bodyPr anchor="b"/>
          <a:lstStyle>
            <a:lvl1pPr marL="0" indent="0">
              <a:buNone/>
              <a:defRPr sz="448" b="1"/>
            </a:lvl1pPr>
            <a:lvl2pPr marL="85314" indent="0">
              <a:buNone/>
              <a:defRPr sz="373" b="1"/>
            </a:lvl2pPr>
            <a:lvl3pPr marL="170627" indent="0">
              <a:buNone/>
              <a:defRPr sz="336" b="1"/>
            </a:lvl3pPr>
            <a:lvl4pPr marL="255941" indent="0">
              <a:buNone/>
              <a:defRPr sz="299" b="1"/>
            </a:lvl4pPr>
            <a:lvl5pPr marL="341254" indent="0">
              <a:buNone/>
              <a:defRPr sz="299" b="1"/>
            </a:lvl5pPr>
            <a:lvl6pPr marL="426568" indent="0">
              <a:buNone/>
              <a:defRPr sz="299" b="1"/>
            </a:lvl6pPr>
            <a:lvl7pPr marL="511881" indent="0">
              <a:buNone/>
              <a:defRPr sz="299" b="1"/>
            </a:lvl7pPr>
            <a:lvl8pPr marL="597195" indent="0">
              <a:buNone/>
              <a:defRPr sz="299" b="1"/>
            </a:lvl8pPr>
            <a:lvl9pPr marL="682508" indent="0">
              <a:buNone/>
              <a:defRPr sz="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467382"/>
            <a:ext cx="1353919" cy="687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313661"/>
            <a:ext cx="1360587" cy="153721"/>
          </a:xfrm>
        </p:spPr>
        <p:txBody>
          <a:bodyPr anchor="b"/>
          <a:lstStyle>
            <a:lvl1pPr marL="0" indent="0">
              <a:buNone/>
              <a:defRPr sz="448" b="1"/>
            </a:lvl1pPr>
            <a:lvl2pPr marL="85314" indent="0">
              <a:buNone/>
              <a:defRPr sz="373" b="1"/>
            </a:lvl2pPr>
            <a:lvl3pPr marL="170627" indent="0">
              <a:buNone/>
              <a:defRPr sz="336" b="1"/>
            </a:lvl3pPr>
            <a:lvl4pPr marL="255941" indent="0">
              <a:buNone/>
              <a:defRPr sz="299" b="1"/>
            </a:lvl4pPr>
            <a:lvl5pPr marL="341254" indent="0">
              <a:buNone/>
              <a:defRPr sz="299" b="1"/>
            </a:lvl5pPr>
            <a:lvl6pPr marL="426568" indent="0">
              <a:buNone/>
              <a:defRPr sz="299" b="1"/>
            </a:lvl6pPr>
            <a:lvl7pPr marL="511881" indent="0">
              <a:buNone/>
              <a:defRPr sz="299" b="1"/>
            </a:lvl7pPr>
            <a:lvl8pPr marL="597195" indent="0">
              <a:buNone/>
              <a:defRPr sz="299" b="1"/>
            </a:lvl8pPr>
            <a:lvl9pPr marL="682508" indent="0">
              <a:buNone/>
              <a:defRPr sz="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467382"/>
            <a:ext cx="1360587" cy="687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7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5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2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85302"/>
            <a:ext cx="1032212" cy="298556"/>
          </a:xfrm>
        </p:spPr>
        <p:txBody>
          <a:bodyPr anchor="b"/>
          <a:lstStyle>
            <a:lvl1pPr>
              <a:defRPr sz="5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184228"/>
            <a:ext cx="1620203" cy="909292"/>
          </a:xfrm>
        </p:spPr>
        <p:txBody>
          <a:bodyPr/>
          <a:lstStyle>
            <a:lvl1pPr>
              <a:defRPr sz="597"/>
            </a:lvl1pPr>
            <a:lvl2pPr>
              <a:defRPr sz="522"/>
            </a:lvl2pPr>
            <a:lvl3pPr>
              <a:defRPr sz="448"/>
            </a:lvl3pPr>
            <a:lvl4pPr>
              <a:defRPr sz="373"/>
            </a:lvl4pPr>
            <a:lvl5pPr>
              <a:defRPr sz="373"/>
            </a:lvl5pPr>
            <a:lvl6pPr>
              <a:defRPr sz="373"/>
            </a:lvl6pPr>
            <a:lvl7pPr>
              <a:defRPr sz="373"/>
            </a:lvl7pPr>
            <a:lvl8pPr>
              <a:defRPr sz="373"/>
            </a:lvl8pPr>
            <a:lvl9pPr>
              <a:defRPr sz="3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383857"/>
            <a:ext cx="1032212" cy="711144"/>
          </a:xfrm>
        </p:spPr>
        <p:txBody>
          <a:bodyPr/>
          <a:lstStyle>
            <a:lvl1pPr marL="0" indent="0">
              <a:buNone/>
              <a:defRPr sz="299"/>
            </a:lvl1pPr>
            <a:lvl2pPr marL="85314" indent="0">
              <a:buNone/>
              <a:defRPr sz="261"/>
            </a:lvl2pPr>
            <a:lvl3pPr marL="170627" indent="0">
              <a:buNone/>
              <a:defRPr sz="224"/>
            </a:lvl3pPr>
            <a:lvl4pPr marL="255941" indent="0">
              <a:buNone/>
              <a:defRPr sz="187"/>
            </a:lvl4pPr>
            <a:lvl5pPr marL="341254" indent="0">
              <a:buNone/>
              <a:defRPr sz="187"/>
            </a:lvl5pPr>
            <a:lvl6pPr marL="426568" indent="0">
              <a:buNone/>
              <a:defRPr sz="187"/>
            </a:lvl6pPr>
            <a:lvl7pPr marL="511881" indent="0">
              <a:buNone/>
              <a:defRPr sz="187"/>
            </a:lvl7pPr>
            <a:lvl8pPr marL="597195" indent="0">
              <a:buNone/>
              <a:defRPr sz="187"/>
            </a:lvl8pPr>
            <a:lvl9pPr marL="682508" indent="0">
              <a:buNone/>
              <a:defRPr sz="1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3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85302"/>
            <a:ext cx="1032212" cy="298556"/>
          </a:xfrm>
        </p:spPr>
        <p:txBody>
          <a:bodyPr anchor="b"/>
          <a:lstStyle>
            <a:lvl1pPr>
              <a:defRPr sz="5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184228"/>
            <a:ext cx="1620203" cy="909292"/>
          </a:xfrm>
        </p:spPr>
        <p:txBody>
          <a:bodyPr anchor="t"/>
          <a:lstStyle>
            <a:lvl1pPr marL="0" indent="0">
              <a:buNone/>
              <a:defRPr sz="597"/>
            </a:lvl1pPr>
            <a:lvl2pPr marL="85314" indent="0">
              <a:buNone/>
              <a:defRPr sz="522"/>
            </a:lvl2pPr>
            <a:lvl3pPr marL="170627" indent="0">
              <a:buNone/>
              <a:defRPr sz="448"/>
            </a:lvl3pPr>
            <a:lvl4pPr marL="255941" indent="0">
              <a:buNone/>
              <a:defRPr sz="373"/>
            </a:lvl4pPr>
            <a:lvl5pPr marL="341254" indent="0">
              <a:buNone/>
              <a:defRPr sz="373"/>
            </a:lvl5pPr>
            <a:lvl6pPr marL="426568" indent="0">
              <a:buNone/>
              <a:defRPr sz="373"/>
            </a:lvl6pPr>
            <a:lvl7pPr marL="511881" indent="0">
              <a:buNone/>
              <a:defRPr sz="373"/>
            </a:lvl7pPr>
            <a:lvl8pPr marL="597195" indent="0">
              <a:buNone/>
              <a:defRPr sz="373"/>
            </a:lvl8pPr>
            <a:lvl9pPr marL="682508" indent="0">
              <a:buNone/>
              <a:defRPr sz="3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383857"/>
            <a:ext cx="1032212" cy="711144"/>
          </a:xfrm>
        </p:spPr>
        <p:txBody>
          <a:bodyPr/>
          <a:lstStyle>
            <a:lvl1pPr marL="0" indent="0">
              <a:buNone/>
              <a:defRPr sz="299"/>
            </a:lvl1pPr>
            <a:lvl2pPr marL="85314" indent="0">
              <a:buNone/>
              <a:defRPr sz="261"/>
            </a:lvl2pPr>
            <a:lvl3pPr marL="170627" indent="0">
              <a:buNone/>
              <a:defRPr sz="224"/>
            </a:lvl3pPr>
            <a:lvl4pPr marL="255941" indent="0">
              <a:buNone/>
              <a:defRPr sz="187"/>
            </a:lvl4pPr>
            <a:lvl5pPr marL="341254" indent="0">
              <a:buNone/>
              <a:defRPr sz="187"/>
            </a:lvl5pPr>
            <a:lvl6pPr marL="426568" indent="0">
              <a:buNone/>
              <a:defRPr sz="187"/>
            </a:lvl6pPr>
            <a:lvl7pPr marL="511881" indent="0">
              <a:buNone/>
              <a:defRPr sz="187"/>
            </a:lvl7pPr>
            <a:lvl8pPr marL="597195" indent="0">
              <a:buNone/>
              <a:defRPr sz="187"/>
            </a:lvl8pPr>
            <a:lvl9pPr marL="682508" indent="0">
              <a:buNone/>
              <a:defRPr sz="1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6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25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68123"/>
            <a:ext cx="690086" cy="1084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68123"/>
            <a:ext cx="2030254" cy="1084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39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68123"/>
            <a:ext cx="2760345" cy="247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340614"/>
            <a:ext cx="2760345" cy="81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185930"/>
            <a:ext cx="720090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185930"/>
            <a:ext cx="1080135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185930"/>
            <a:ext cx="720090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5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70627" rtl="0" eaLnBrk="1" latinLnBrk="0" hangingPunct="1">
        <a:lnSpc>
          <a:spcPct val="90000"/>
        </a:lnSpc>
        <a:spcBef>
          <a:spcPct val="0"/>
        </a:spcBef>
        <a:buNone/>
        <a:defRPr sz="8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657" indent="-42657" algn="l" defTabSz="17062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522" kern="1200">
          <a:solidFill>
            <a:schemeClr val="tx1"/>
          </a:solidFill>
          <a:latin typeface="+mn-lt"/>
          <a:ea typeface="+mn-ea"/>
          <a:cs typeface="+mn-cs"/>
        </a:defRPr>
      </a:lvl1pPr>
      <a:lvl2pPr marL="127970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448" kern="1200">
          <a:solidFill>
            <a:schemeClr val="tx1"/>
          </a:solidFill>
          <a:latin typeface="+mn-lt"/>
          <a:ea typeface="+mn-ea"/>
          <a:cs typeface="+mn-cs"/>
        </a:defRPr>
      </a:lvl2pPr>
      <a:lvl3pPr marL="213284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3pPr>
      <a:lvl4pPr marL="298597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4pPr>
      <a:lvl5pPr marL="383911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5pPr>
      <a:lvl6pPr marL="469224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6pPr>
      <a:lvl7pPr marL="554538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7pPr>
      <a:lvl8pPr marL="639851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8pPr>
      <a:lvl9pPr marL="725165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1pPr>
      <a:lvl2pPr marL="85314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2pPr>
      <a:lvl3pPr marL="170627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3pPr>
      <a:lvl4pPr marL="255941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4pPr>
      <a:lvl5pPr marL="341254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5pPr>
      <a:lvl6pPr marL="426568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6pPr>
      <a:lvl7pPr marL="511881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7pPr>
      <a:lvl8pPr marL="597195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8pPr>
      <a:lvl9pPr marL="682508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1FD1F865-AE25-4CC5-8685-27B64BAB024C}"/>
              </a:ext>
            </a:extLst>
          </p:cNvPr>
          <p:cNvCxnSpPr>
            <a:cxnSpLocks/>
          </p:cNvCxnSpPr>
          <p:nvPr/>
        </p:nvCxnSpPr>
        <p:spPr>
          <a:xfrm>
            <a:off x="1043802" y="9729"/>
            <a:ext cx="0" cy="12386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D29FC3B2-2352-41C3-A9D5-23B8C3450CD2}"/>
              </a:ext>
            </a:extLst>
          </p:cNvPr>
          <p:cNvCxnSpPr/>
          <p:nvPr/>
        </p:nvCxnSpPr>
        <p:spPr>
          <a:xfrm rot="16200000" flipH="1">
            <a:off x="628755" y="567447"/>
            <a:ext cx="1095983" cy="265889"/>
          </a:xfrm>
          <a:prstGeom prst="bentConnector3">
            <a:avLst>
              <a:gd name="adj1" fmla="val 858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EC1CC496-6FE9-42F3-851C-F5A26A68A20B}"/>
              </a:ext>
            </a:extLst>
          </p:cNvPr>
          <p:cNvSpPr txBox="1"/>
          <p:nvPr/>
        </p:nvSpPr>
        <p:spPr>
          <a:xfrm>
            <a:off x="-44514" y="394837"/>
            <a:ext cx="107112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smtClean="0">
                <a:latin typeface="Arial" panose="020B0604020202020204" pitchFamily="34" charset="0"/>
                <a:cs typeface="Arial" panose="020B0604020202020204" pitchFamily="34" charset="0"/>
              </a:rPr>
              <a:t>   消费者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coroutine#0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A32EB27-53C6-4204-BBDA-81FED672CDE6}"/>
              </a:ext>
            </a:extLst>
          </p:cNvPr>
          <p:cNvSpPr txBox="1"/>
          <p:nvPr/>
        </p:nvSpPr>
        <p:spPr>
          <a:xfrm>
            <a:off x="1336686" y="373723"/>
            <a:ext cx="98456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smtClean="0">
                <a:latin typeface="Arial" panose="020B0604020202020204" pitchFamily="34" charset="0"/>
                <a:cs typeface="Arial" panose="020B0604020202020204" pitchFamily="34" charset="0"/>
              </a:rPr>
              <a:t>生产者</a:t>
            </a:r>
            <a:endParaRPr lang="en-US" altLang="zh-CN" sz="1400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coroutine#1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F4E9F1E3-2403-494D-9A98-AE9C87CC17AE}"/>
              </a:ext>
            </a:extLst>
          </p:cNvPr>
          <p:cNvCxnSpPr/>
          <p:nvPr/>
        </p:nvCxnSpPr>
        <p:spPr>
          <a:xfrm>
            <a:off x="821865" y="1248383"/>
            <a:ext cx="975651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DCC8718A-FF31-41EF-9195-F8EFFF7C5DF0}"/>
              </a:ext>
            </a:extLst>
          </p:cNvPr>
          <p:cNvSpPr txBox="1"/>
          <p:nvPr/>
        </p:nvSpPr>
        <p:spPr>
          <a:xfrm>
            <a:off x="1338480" y="948835"/>
            <a:ext cx="1633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核函数返回后加入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9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13</cp:revision>
  <dcterms:created xsi:type="dcterms:W3CDTF">2020-03-18T02:10:58Z</dcterms:created>
  <dcterms:modified xsi:type="dcterms:W3CDTF">2023-11-09T08:43:35Z</dcterms:modified>
</cp:coreProperties>
</file>