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</p:sldIdLst>
  <p:sldSz cx="41148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42" autoAdjust="0"/>
    <p:restoredTop sz="94903" autoAdjust="0"/>
  </p:normalViewPr>
  <p:slideViewPr>
    <p:cSldViewPr snapToGrid="0">
      <p:cViewPr varScale="1">
        <p:scale>
          <a:sx n="151" d="100"/>
          <a:sy n="151" d="100"/>
        </p:scale>
        <p:origin x="9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448945"/>
            <a:ext cx="349758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1440815"/>
            <a:ext cx="30861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8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1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683896"/>
            <a:ext cx="354901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1835786"/>
            <a:ext cx="354901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9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730250"/>
            <a:ext cx="174879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730250"/>
            <a:ext cx="174879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0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146051"/>
            <a:ext cx="354901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672465"/>
            <a:ext cx="1740753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1002030"/>
            <a:ext cx="1740753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672465"/>
            <a:ext cx="174932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1002030"/>
            <a:ext cx="174932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8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0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77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182880"/>
            <a:ext cx="132713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394971"/>
            <a:ext cx="2083118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822960"/>
            <a:ext cx="132713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182880"/>
            <a:ext cx="132713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394971"/>
            <a:ext cx="2083118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822960"/>
            <a:ext cx="132713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146050"/>
            <a:ext cx="887254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146050"/>
            <a:ext cx="2610326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7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146051"/>
            <a:ext cx="354901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730250"/>
            <a:ext cx="354901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2542541"/>
            <a:ext cx="138874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5B3FF185-FEA9-C0EE-B8E4-88DDF8E8780E}"/>
              </a:ext>
            </a:extLst>
          </p:cNvPr>
          <p:cNvSpPr/>
          <p:nvPr/>
        </p:nvSpPr>
        <p:spPr>
          <a:xfrm>
            <a:off x="561167" y="141823"/>
            <a:ext cx="1624302" cy="498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t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28CE0B1-CB6B-1757-01FC-090F81DFE57C}"/>
              </a:ext>
            </a:extLst>
          </p:cNvPr>
          <p:cNvSpPr/>
          <p:nvPr/>
        </p:nvSpPr>
        <p:spPr>
          <a:xfrm>
            <a:off x="2052743" y="1930713"/>
            <a:ext cx="1988264" cy="643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t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 </a:t>
            </a:r>
            <a: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 kernel launching 2)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E925C38-C6A6-7494-D709-2F8229A0CFE4}"/>
              </a:ext>
            </a:extLst>
          </p:cNvPr>
          <p:cNvSpPr/>
          <p:nvPr/>
        </p:nvSpPr>
        <p:spPr>
          <a:xfrm>
            <a:off x="2112334" y="206378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(0,0)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68E08F4-A81B-48F2-B0CC-8A752B348A15}"/>
              </a:ext>
            </a:extLst>
          </p:cNvPr>
          <p:cNvSpPr/>
          <p:nvPr/>
        </p:nvSpPr>
        <p:spPr>
          <a:xfrm>
            <a:off x="2581204" y="206378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(0,1)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BE9591D-5741-74B9-55E8-376216E62A58}"/>
              </a:ext>
            </a:extLst>
          </p:cNvPr>
          <p:cNvSpPr/>
          <p:nvPr/>
        </p:nvSpPr>
        <p:spPr>
          <a:xfrm>
            <a:off x="3052544" y="206396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(0,2)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64F894D-0978-01C1-97B7-16150DFD5BC5}"/>
              </a:ext>
            </a:extLst>
          </p:cNvPr>
          <p:cNvSpPr/>
          <p:nvPr/>
        </p:nvSpPr>
        <p:spPr>
          <a:xfrm>
            <a:off x="3521414" y="2065169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</a:t>
            </a:r>
            <a:r>
              <a:rPr lang="en-US" altLang="zh-CN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</a:t>
            </a:r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(0,3)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31DE5FF-F847-BBD1-6015-E7FFB1C47AFB}"/>
              </a:ext>
            </a:extLst>
          </p:cNvPr>
          <p:cNvSpPr/>
          <p:nvPr/>
        </p:nvSpPr>
        <p:spPr>
          <a:xfrm>
            <a:off x="2112334" y="2290021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(1,0)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A892963-7D6E-CD07-3C42-15C74A7A4EB9}"/>
              </a:ext>
            </a:extLst>
          </p:cNvPr>
          <p:cNvSpPr/>
          <p:nvPr/>
        </p:nvSpPr>
        <p:spPr>
          <a:xfrm>
            <a:off x="2581204" y="2290021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(1,1)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2BE2386-3226-7986-08F8-BFB69099C259}"/>
              </a:ext>
            </a:extLst>
          </p:cNvPr>
          <p:cNvSpPr/>
          <p:nvPr/>
        </p:nvSpPr>
        <p:spPr>
          <a:xfrm>
            <a:off x="3052544" y="2290201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(1,2)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4A351FF-992F-85AA-0A8C-38CEEBDC641F}"/>
              </a:ext>
            </a:extLst>
          </p:cNvPr>
          <p:cNvSpPr/>
          <p:nvPr/>
        </p:nvSpPr>
        <p:spPr>
          <a:xfrm>
            <a:off x="3521414" y="229141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(1,3)</a:t>
            </a: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AADB5CBA-6C49-00D3-2D60-C0159F91F06F}"/>
              </a:ext>
            </a:extLst>
          </p:cNvPr>
          <p:cNvSpPr/>
          <p:nvPr/>
        </p:nvSpPr>
        <p:spPr>
          <a:xfrm>
            <a:off x="247711" y="142330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D3E7BA0-E78D-C7C2-575D-B360B0AA692F}"/>
              </a:ext>
            </a:extLst>
          </p:cNvPr>
          <p:cNvSpPr/>
          <p:nvPr/>
        </p:nvSpPr>
        <p:spPr>
          <a:xfrm>
            <a:off x="614589" y="287498"/>
            <a:ext cx="616707" cy="300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" bIns="9144" rtlCol="0" anchor="t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</a:t>
            </a: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CE724FEB-3175-2F85-DFDF-C77551F76E21}"/>
              </a:ext>
            </a:extLst>
          </p:cNvPr>
          <p:cNvSpPr/>
          <p:nvPr/>
        </p:nvSpPr>
        <p:spPr>
          <a:xfrm>
            <a:off x="658241" y="40538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CA3F2F40-34B4-27E0-33CE-9DF357B2901A}"/>
              </a:ext>
            </a:extLst>
          </p:cNvPr>
          <p:cNvSpPr/>
          <p:nvPr/>
        </p:nvSpPr>
        <p:spPr>
          <a:xfrm>
            <a:off x="707855" y="40691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992EA7F8-B6E0-6BB5-8E05-2ADF50FAE028}"/>
              </a:ext>
            </a:extLst>
          </p:cNvPr>
          <p:cNvSpPr/>
          <p:nvPr/>
        </p:nvSpPr>
        <p:spPr>
          <a:xfrm>
            <a:off x="765924" y="41136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02F92C12-F3A7-405A-3E3F-68F50E8E82A8}"/>
              </a:ext>
            </a:extLst>
          </p:cNvPr>
          <p:cNvSpPr/>
          <p:nvPr/>
        </p:nvSpPr>
        <p:spPr>
          <a:xfrm>
            <a:off x="815538" y="41290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E2A6F086-38FA-D040-9F01-E59E3F500919}"/>
              </a:ext>
            </a:extLst>
          </p:cNvPr>
          <p:cNvSpPr/>
          <p:nvPr/>
        </p:nvSpPr>
        <p:spPr>
          <a:xfrm>
            <a:off x="1001826" y="40499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F708FD37-E4E3-C28D-2089-847E3125D55D}"/>
              </a:ext>
            </a:extLst>
          </p:cNvPr>
          <p:cNvSpPr/>
          <p:nvPr/>
        </p:nvSpPr>
        <p:spPr>
          <a:xfrm>
            <a:off x="1051440" y="40652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A058B9CE-EE6A-7156-D868-C0FD58F09EC6}"/>
              </a:ext>
            </a:extLst>
          </p:cNvPr>
          <p:cNvSpPr/>
          <p:nvPr/>
        </p:nvSpPr>
        <p:spPr>
          <a:xfrm>
            <a:off x="1109509" y="41097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17AD2F65-1F14-3FCB-7152-F0CD3E04CBF5}"/>
              </a:ext>
            </a:extLst>
          </p:cNvPr>
          <p:cNvSpPr/>
          <p:nvPr/>
        </p:nvSpPr>
        <p:spPr>
          <a:xfrm>
            <a:off x="1159123" y="41251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C5F26E3-8E93-64B4-12C0-FC1B566210F7}"/>
              </a:ext>
            </a:extLst>
          </p:cNvPr>
          <p:cNvSpPr txBox="1"/>
          <p:nvPr/>
        </p:nvSpPr>
        <p:spPr>
          <a:xfrm>
            <a:off x="805695" y="3191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8FA12BF-2371-3FD6-963D-270B204E482C}"/>
              </a:ext>
            </a:extLst>
          </p:cNvPr>
          <p:cNvSpPr/>
          <p:nvPr/>
        </p:nvSpPr>
        <p:spPr>
          <a:xfrm>
            <a:off x="2378368" y="472653"/>
            <a:ext cx="1511069" cy="406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t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 </a:t>
            </a:r>
            <a: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 kernel launching 1)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8181C08-7C71-8107-6B30-B04544997615}"/>
              </a:ext>
            </a:extLst>
          </p:cNvPr>
          <p:cNvSpPr/>
          <p:nvPr/>
        </p:nvSpPr>
        <p:spPr>
          <a:xfrm>
            <a:off x="2437959" y="605720"/>
            <a:ext cx="471340" cy="2297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(0,0)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672E12D-A264-57ED-8A00-75A602C9F4B9}"/>
              </a:ext>
            </a:extLst>
          </p:cNvPr>
          <p:cNvSpPr/>
          <p:nvPr/>
        </p:nvSpPr>
        <p:spPr>
          <a:xfrm>
            <a:off x="2906829" y="60572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(0,1)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350234B-DA32-0EDE-ADAC-F9DE82F419D6}"/>
              </a:ext>
            </a:extLst>
          </p:cNvPr>
          <p:cNvSpPr/>
          <p:nvPr/>
        </p:nvSpPr>
        <p:spPr>
          <a:xfrm>
            <a:off x="3378169" y="60590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(0,2)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24E46C9-0621-8E1F-62C0-E883EADFDC67}"/>
              </a:ext>
            </a:extLst>
          </p:cNvPr>
          <p:cNvSpPr/>
          <p:nvPr/>
        </p:nvSpPr>
        <p:spPr>
          <a:xfrm>
            <a:off x="73793" y="1865624"/>
            <a:ext cx="833298" cy="2827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本地内存</a:t>
            </a:r>
            <a:endParaRPr lang="en-US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C093B4F-6AAE-2A2D-D6D9-BF738C3A0358}"/>
              </a:ext>
            </a:extLst>
          </p:cNvPr>
          <p:cNvSpPr/>
          <p:nvPr/>
        </p:nvSpPr>
        <p:spPr>
          <a:xfrm>
            <a:off x="777232" y="907684"/>
            <a:ext cx="1136490" cy="3173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共享内存</a:t>
            </a:r>
            <a:b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（每个线程块内）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DF4293-8D58-4F3D-26B1-224FD2C36568}"/>
              </a:ext>
            </a:extLst>
          </p:cNvPr>
          <p:cNvSpPr/>
          <p:nvPr/>
        </p:nvSpPr>
        <p:spPr>
          <a:xfrm>
            <a:off x="2482627" y="1182324"/>
            <a:ext cx="1336912" cy="498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全局内存，常量内存</a:t>
            </a:r>
            <a:br>
              <a:rPr lang="en-US" altLang="zh-CN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网格内所有线程，多个核函数之间</a:t>
            </a:r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5" name="Arrow: Up-Down 154">
            <a:extLst>
              <a:ext uri="{FF2B5EF4-FFF2-40B4-BE49-F238E27FC236}">
                <a16:creationId xmlns:a16="http://schemas.microsoft.com/office/drawing/2014/main" id="{4AB4708B-4F03-66C1-0EC9-DD34C065B254}"/>
              </a:ext>
            </a:extLst>
          </p:cNvPr>
          <p:cNvSpPr/>
          <p:nvPr/>
        </p:nvSpPr>
        <p:spPr>
          <a:xfrm>
            <a:off x="234353" y="1596457"/>
            <a:ext cx="115787" cy="239833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Arrow: Up-Down 155">
            <a:extLst>
              <a:ext uri="{FF2B5EF4-FFF2-40B4-BE49-F238E27FC236}">
                <a16:creationId xmlns:a16="http://schemas.microsoft.com/office/drawing/2014/main" id="{ACCB8390-F928-90B6-B71C-934E38BFD467}"/>
              </a:ext>
            </a:extLst>
          </p:cNvPr>
          <p:cNvSpPr/>
          <p:nvPr/>
        </p:nvSpPr>
        <p:spPr>
          <a:xfrm>
            <a:off x="1739835" y="590293"/>
            <a:ext cx="126868" cy="317392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Arrow: Up-Down 156">
            <a:extLst>
              <a:ext uri="{FF2B5EF4-FFF2-40B4-BE49-F238E27FC236}">
                <a16:creationId xmlns:a16="http://schemas.microsoft.com/office/drawing/2014/main" id="{1C9C84A9-F394-BD2A-32BB-CF9640B17BD8}"/>
              </a:ext>
            </a:extLst>
          </p:cNvPr>
          <p:cNvSpPr/>
          <p:nvPr/>
        </p:nvSpPr>
        <p:spPr>
          <a:xfrm>
            <a:off x="3088257" y="789665"/>
            <a:ext cx="108483" cy="344597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Arrow: Up-Down 157">
            <a:extLst>
              <a:ext uri="{FF2B5EF4-FFF2-40B4-BE49-F238E27FC236}">
                <a16:creationId xmlns:a16="http://schemas.microsoft.com/office/drawing/2014/main" id="{990111EC-098C-9C19-633E-56CABFC36C38}"/>
              </a:ext>
            </a:extLst>
          </p:cNvPr>
          <p:cNvSpPr/>
          <p:nvPr/>
        </p:nvSpPr>
        <p:spPr>
          <a:xfrm flipH="1">
            <a:off x="2992634" y="1714609"/>
            <a:ext cx="108482" cy="199553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Arrow: Up-Down 158">
            <a:extLst>
              <a:ext uri="{FF2B5EF4-FFF2-40B4-BE49-F238E27FC236}">
                <a16:creationId xmlns:a16="http://schemas.microsoft.com/office/drawing/2014/main" id="{FE9502AA-C402-D974-15F4-88AD36B05623}"/>
              </a:ext>
            </a:extLst>
          </p:cNvPr>
          <p:cNvSpPr/>
          <p:nvPr/>
        </p:nvSpPr>
        <p:spPr>
          <a:xfrm>
            <a:off x="3559597" y="794150"/>
            <a:ext cx="108483" cy="344597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Arrow: Up-Down 159">
            <a:extLst>
              <a:ext uri="{FF2B5EF4-FFF2-40B4-BE49-F238E27FC236}">
                <a16:creationId xmlns:a16="http://schemas.microsoft.com/office/drawing/2014/main" id="{B7F1DE2E-703E-EC9E-F1F3-CB9826F170B2}"/>
              </a:ext>
            </a:extLst>
          </p:cNvPr>
          <p:cNvSpPr/>
          <p:nvPr/>
        </p:nvSpPr>
        <p:spPr>
          <a:xfrm>
            <a:off x="2616917" y="789665"/>
            <a:ext cx="108483" cy="352065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7AEE0BD-CDCB-C11F-3E45-476C28777E90}"/>
              </a:ext>
            </a:extLst>
          </p:cNvPr>
          <p:cNvSpPr/>
          <p:nvPr/>
        </p:nvSpPr>
        <p:spPr>
          <a:xfrm>
            <a:off x="1526484" y="287498"/>
            <a:ext cx="616707" cy="300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" bIns="9144" rtlCol="0" anchor="t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</a:t>
            </a: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AC79E003-94B2-1AEE-D84D-5B88FE5D764D}"/>
              </a:ext>
            </a:extLst>
          </p:cNvPr>
          <p:cNvSpPr/>
          <p:nvPr/>
        </p:nvSpPr>
        <p:spPr>
          <a:xfrm>
            <a:off x="1570136" y="40538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7A97EA1F-4384-25EE-5457-0D3C70791B2E}"/>
              </a:ext>
            </a:extLst>
          </p:cNvPr>
          <p:cNvSpPr/>
          <p:nvPr/>
        </p:nvSpPr>
        <p:spPr>
          <a:xfrm>
            <a:off x="1619750" y="40691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BD1260FA-F8C3-6915-6A1E-04BF09B5FA30}"/>
              </a:ext>
            </a:extLst>
          </p:cNvPr>
          <p:cNvSpPr/>
          <p:nvPr/>
        </p:nvSpPr>
        <p:spPr>
          <a:xfrm>
            <a:off x="1677819" y="41136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BD3C7217-49C6-53BD-D3C5-EBE39BFE0103}"/>
              </a:ext>
            </a:extLst>
          </p:cNvPr>
          <p:cNvSpPr/>
          <p:nvPr/>
        </p:nvSpPr>
        <p:spPr>
          <a:xfrm>
            <a:off x="1727433" y="41290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BBC2CC84-E805-26E9-AC43-0F9410E0F337}"/>
              </a:ext>
            </a:extLst>
          </p:cNvPr>
          <p:cNvSpPr/>
          <p:nvPr/>
        </p:nvSpPr>
        <p:spPr>
          <a:xfrm>
            <a:off x="1913721" y="40499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98F99CC8-2F67-2B77-8079-0E10EE94F788}"/>
              </a:ext>
            </a:extLst>
          </p:cNvPr>
          <p:cNvSpPr/>
          <p:nvPr/>
        </p:nvSpPr>
        <p:spPr>
          <a:xfrm>
            <a:off x="1963335" y="40652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6A070AC0-4B84-0AA0-D949-ABD7C7CD9C88}"/>
              </a:ext>
            </a:extLst>
          </p:cNvPr>
          <p:cNvSpPr/>
          <p:nvPr/>
        </p:nvSpPr>
        <p:spPr>
          <a:xfrm>
            <a:off x="2021404" y="41097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77257D97-CBD1-48D1-09E2-BF0E4FBF253A}"/>
              </a:ext>
            </a:extLst>
          </p:cNvPr>
          <p:cNvSpPr/>
          <p:nvPr/>
        </p:nvSpPr>
        <p:spPr>
          <a:xfrm>
            <a:off x="2071018" y="41251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EDB7AA6-F563-296A-A91F-139ACEDD9D54}"/>
              </a:ext>
            </a:extLst>
          </p:cNvPr>
          <p:cNvSpPr txBox="1"/>
          <p:nvPr/>
        </p:nvSpPr>
        <p:spPr>
          <a:xfrm>
            <a:off x="1717590" y="3191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2F17707-AAF5-2048-09DA-2AFEE4B68D84}"/>
              </a:ext>
            </a:extLst>
          </p:cNvPr>
          <p:cNvSpPr txBox="1"/>
          <p:nvPr/>
        </p:nvSpPr>
        <p:spPr>
          <a:xfrm>
            <a:off x="1169339" y="319124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72" name="Arrow: Up-Down 171">
            <a:extLst>
              <a:ext uri="{FF2B5EF4-FFF2-40B4-BE49-F238E27FC236}">
                <a16:creationId xmlns:a16="http://schemas.microsoft.com/office/drawing/2014/main" id="{9308EB65-9B52-F14B-CEF3-F700170E9269}"/>
              </a:ext>
            </a:extLst>
          </p:cNvPr>
          <p:cNvSpPr/>
          <p:nvPr/>
        </p:nvSpPr>
        <p:spPr>
          <a:xfrm>
            <a:off x="842204" y="590293"/>
            <a:ext cx="126868" cy="317392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6F88675-E6A5-80A2-5616-75937F5A069C}"/>
              </a:ext>
            </a:extLst>
          </p:cNvPr>
          <p:cNvSpPr txBox="1"/>
          <p:nvPr/>
        </p:nvSpPr>
        <p:spPr>
          <a:xfrm>
            <a:off x="317479" y="1358417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Thread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D05FF73-70AF-644D-08A4-E36270A74302}"/>
              </a:ext>
            </a:extLst>
          </p:cNvPr>
          <p:cNvCxnSpPr>
            <a:cxnSpLocks/>
            <a:stCxn id="149" idx="1"/>
            <a:endCxn id="127" idx="3"/>
          </p:cNvCxnSpPr>
          <p:nvPr/>
        </p:nvCxnSpPr>
        <p:spPr>
          <a:xfrm flipH="1" flipV="1">
            <a:off x="2185469" y="391170"/>
            <a:ext cx="252490" cy="329412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2F3DBFEB-6737-A1B0-A262-0CBC74B8EF41}"/>
              </a:ext>
            </a:extLst>
          </p:cNvPr>
          <p:cNvCxnSpPr>
            <a:cxnSpLocks/>
          </p:cNvCxnSpPr>
          <p:nvPr/>
        </p:nvCxnSpPr>
        <p:spPr>
          <a:xfrm flipH="1">
            <a:off x="275615" y="564559"/>
            <a:ext cx="387631" cy="776496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107</Words>
  <Application>Microsoft Office PowerPoint</Application>
  <PresentationFormat>自定义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25</cp:revision>
  <dcterms:created xsi:type="dcterms:W3CDTF">2020-03-18T02:10:58Z</dcterms:created>
  <dcterms:modified xsi:type="dcterms:W3CDTF">2023-08-29T05:45:42Z</dcterms:modified>
</cp:coreProperties>
</file>