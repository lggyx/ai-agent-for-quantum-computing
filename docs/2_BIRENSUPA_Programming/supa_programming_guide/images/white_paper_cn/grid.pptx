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3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52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49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149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99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77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1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33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95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8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3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6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61BF6-029A-41E8-BA24-261919FA78DF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A0F1E-DB27-463D-8EFD-5A83266A2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68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组合 94"/>
          <p:cNvGrpSpPr/>
          <p:nvPr/>
        </p:nvGrpSpPr>
        <p:grpSpPr>
          <a:xfrm>
            <a:off x="2719347" y="1928189"/>
            <a:ext cx="6782463" cy="3001619"/>
            <a:chOff x="2719347" y="1928189"/>
            <a:chExt cx="6782463" cy="3001619"/>
          </a:xfrm>
        </p:grpSpPr>
        <p:sp>
          <p:nvSpPr>
            <p:cNvPr id="4" name="矩形 3"/>
            <p:cNvSpPr/>
            <p:nvPr/>
          </p:nvSpPr>
          <p:spPr>
            <a:xfrm>
              <a:off x="2719347" y="1928189"/>
              <a:ext cx="6782463" cy="30016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506279" y="1997765"/>
              <a:ext cx="2395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线程网格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3060955" y="2513821"/>
              <a:ext cx="1133061" cy="1013791"/>
              <a:chOff x="2693504" y="2574235"/>
              <a:chExt cx="1133061" cy="1013791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2693504" y="2574235"/>
                <a:ext cx="1133061" cy="10137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下箭头 6"/>
              <p:cNvSpPr/>
              <p:nvPr/>
            </p:nvSpPr>
            <p:spPr>
              <a:xfrm>
                <a:off x="277822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下箭头 7"/>
              <p:cNvSpPr/>
              <p:nvPr/>
            </p:nvSpPr>
            <p:spPr>
              <a:xfrm>
                <a:off x="290302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下箭头 8"/>
              <p:cNvSpPr/>
              <p:nvPr/>
            </p:nvSpPr>
            <p:spPr>
              <a:xfrm>
                <a:off x="302781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下箭头 9"/>
              <p:cNvSpPr/>
              <p:nvPr/>
            </p:nvSpPr>
            <p:spPr>
              <a:xfrm>
                <a:off x="315261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下箭头 10"/>
              <p:cNvSpPr/>
              <p:nvPr/>
            </p:nvSpPr>
            <p:spPr>
              <a:xfrm>
                <a:off x="327740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下箭头 11"/>
              <p:cNvSpPr/>
              <p:nvPr/>
            </p:nvSpPr>
            <p:spPr>
              <a:xfrm>
                <a:off x="340220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下箭头 12"/>
              <p:cNvSpPr/>
              <p:nvPr/>
            </p:nvSpPr>
            <p:spPr>
              <a:xfrm>
                <a:off x="352699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下箭头 13"/>
              <p:cNvSpPr/>
              <p:nvPr/>
            </p:nvSpPr>
            <p:spPr>
              <a:xfrm>
                <a:off x="3651792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2898033" y="2618566"/>
                <a:ext cx="724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线程块</a:t>
                </a: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3064328" y="3717839"/>
              <a:ext cx="1133061" cy="1013791"/>
              <a:chOff x="2693504" y="2574235"/>
              <a:chExt cx="1133061" cy="1013791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2693504" y="2574235"/>
                <a:ext cx="1133061" cy="10137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下箭头 19"/>
              <p:cNvSpPr/>
              <p:nvPr/>
            </p:nvSpPr>
            <p:spPr>
              <a:xfrm>
                <a:off x="277822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下箭头 20"/>
              <p:cNvSpPr/>
              <p:nvPr/>
            </p:nvSpPr>
            <p:spPr>
              <a:xfrm>
                <a:off x="290302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下箭头 21"/>
              <p:cNvSpPr/>
              <p:nvPr/>
            </p:nvSpPr>
            <p:spPr>
              <a:xfrm>
                <a:off x="302781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下箭头 22"/>
              <p:cNvSpPr/>
              <p:nvPr/>
            </p:nvSpPr>
            <p:spPr>
              <a:xfrm>
                <a:off x="315261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下箭头 23"/>
              <p:cNvSpPr/>
              <p:nvPr/>
            </p:nvSpPr>
            <p:spPr>
              <a:xfrm>
                <a:off x="327740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下箭头 24"/>
              <p:cNvSpPr/>
              <p:nvPr/>
            </p:nvSpPr>
            <p:spPr>
              <a:xfrm>
                <a:off x="340220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下箭头 25"/>
              <p:cNvSpPr/>
              <p:nvPr/>
            </p:nvSpPr>
            <p:spPr>
              <a:xfrm>
                <a:off x="352699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下箭头 26"/>
              <p:cNvSpPr/>
              <p:nvPr/>
            </p:nvSpPr>
            <p:spPr>
              <a:xfrm>
                <a:off x="3651792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898033" y="2618566"/>
                <a:ext cx="724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线程块</a:t>
                </a: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4666059" y="3700046"/>
              <a:ext cx="1133061" cy="1013791"/>
              <a:chOff x="2693504" y="2574235"/>
              <a:chExt cx="1133061" cy="1013791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2693504" y="2574235"/>
                <a:ext cx="1133061" cy="10137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下箭头 30"/>
              <p:cNvSpPr/>
              <p:nvPr/>
            </p:nvSpPr>
            <p:spPr>
              <a:xfrm>
                <a:off x="277822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下箭头 31"/>
              <p:cNvSpPr/>
              <p:nvPr/>
            </p:nvSpPr>
            <p:spPr>
              <a:xfrm>
                <a:off x="290302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下箭头 32"/>
              <p:cNvSpPr/>
              <p:nvPr/>
            </p:nvSpPr>
            <p:spPr>
              <a:xfrm>
                <a:off x="302781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下箭头 33"/>
              <p:cNvSpPr/>
              <p:nvPr/>
            </p:nvSpPr>
            <p:spPr>
              <a:xfrm>
                <a:off x="315261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下箭头 34"/>
              <p:cNvSpPr/>
              <p:nvPr/>
            </p:nvSpPr>
            <p:spPr>
              <a:xfrm>
                <a:off x="327740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下箭头 35"/>
              <p:cNvSpPr/>
              <p:nvPr/>
            </p:nvSpPr>
            <p:spPr>
              <a:xfrm>
                <a:off x="340220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下箭头 36"/>
              <p:cNvSpPr/>
              <p:nvPr/>
            </p:nvSpPr>
            <p:spPr>
              <a:xfrm>
                <a:off x="352699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下箭头 37"/>
              <p:cNvSpPr/>
              <p:nvPr/>
            </p:nvSpPr>
            <p:spPr>
              <a:xfrm>
                <a:off x="3651792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2898033" y="2618566"/>
                <a:ext cx="724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线程块</a:t>
                </a: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6249571" y="3715430"/>
              <a:ext cx="1133061" cy="1013791"/>
              <a:chOff x="2693504" y="2574235"/>
              <a:chExt cx="1133061" cy="1013791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2693504" y="2574235"/>
                <a:ext cx="1133061" cy="10137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下箭头 41"/>
              <p:cNvSpPr/>
              <p:nvPr/>
            </p:nvSpPr>
            <p:spPr>
              <a:xfrm>
                <a:off x="277822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下箭头 42"/>
              <p:cNvSpPr/>
              <p:nvPr/>
            </p:nvSpPr>
            <p:spPr>
              <a:xfrm>
                <a:off x="290302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下箭头 43"/>
              <p:cNvSpPr/>
              <p:nvPr/>
            </p:nvSpPr>
            <p:spPr>
              <a:xfrm>
                <a:off x="302781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下箭头 44"/>
              <p:cNvSpPr/>
              <p:nvPr/>
            </p:nvSpPr>
            <p:spPr>
              <a:xfrm>
                <a:off x="315261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下箭头 45"/>
              <p:cNvSpPr/>
              <p:nvPr/>
            </p:nvSpPr>
            <p:spPr>
              <a:xfrm>
                <a:off x="327740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下箭头 46"/>
              <p:cNvSpPr/>
              <p:nvPr/>
            </p:nvSpPr>
            <p:spPr>
              <a:xfrm>
                <a:off x="340220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下箭头 47"/>
              <p:cNvSpPr/>
              <p:nvPr/>
            </p:nvSpPr>
            <p:spPr>
              <a:xfrm>
                <a:off x="352699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下箭头 48"/>
              <p:cNvSpPr/>
              <p:nvPr/>
            </p:nvSpPr>
            <p:spPr>
              <a:xfrm>
                <a:off x="3651792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2898033" y="2618566"/>
                <a:ext cx="724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线程块</a:t>
                </a: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7843880" y="3715086"/>
              <a:ext cx="1133061" cy="1013791"/>
              <a:chOff x="2693504" y="2574235"/>
              <a:chExt cx="1133061" cy="1013791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2693504" y="2574235"/>
                <a:ext cx="1133061" cy="10137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下箭头 52"/>
              <p:cNvSpPr/>
              <p:nvPr/>
            </p:nvSpPr>
            <p:spPr>
              <a:xfrm>
                <a:off x="277822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下箭头 53"/>
              <p:cNvSpPr/>
              <p:nvPr/>
            </p:nvSpPr>
            <p:spPr>
              <a:xfrm>
                <a:off x="290302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下箭头 54"/>
              <p:cNvSpPr/>
              <p:nvPr/>
            </p:nvSpPr>
            <p:spPr>
              <a:xfrm>
                <a:off x="302781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下箭头 55"/>
              <p:cNvSpPr/>
              <p:nvPr/>
            </p:nvSpPr>
            <p:spPr>
              <a:xfrm>
                <a:off x="315261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下箭头 56"/>
              <p:cNvSpPr/>
              <p:nvPr/>
            </p:nvSpPr>
            <p:spPr>
              <a:xfrm>
                <a:off x="327740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下箭头 57"/>
              <p:cNvSpPr/>
              <p:nvPr/>
            </p:nvSpPr>
            <p:spPr>
              <a:xfrm>
                <a:off x="340220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下箭头 58"/>
              <p:cNvSpPr/>
              <p:nvPr/>
            </p:nvSpPr>
            <p:spPr>
              <a:xfrm>
                <a:off x="352699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下箭头 59"/>
              <p:cNvSpPr/>
              <p:nvPr/>
            </p:nvSpPr>
            <p:spPr>
              <a:xfrm>
                <a:off x="3651792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2898033" y="2618566"/>
                <a:ext cx="724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线程块</a:t>
                </a: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4655263" y="2513821"/>
              <a:ext cx="1133061" cy="1013791"/>
              <a:chOff x="2693504" y="2574235"/>
              <a:chExt cx="1133061" cy="1013791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2693504" y="2574235"/>
                <a:ext cx="1133061" cy="10137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下箭头 63"/>
              <p:cNvSpPr/>
              <p:nvPr/>
            </p:nvSpPr>
            <p:spPr>
              <a:xfrm>
                <a:off x="277822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下箭头 64"/>
              <p:cNvSpPr/>
              <p:nvPr/>
            </p:nvSpPr>
            <p:spPr>
              <a:xfrm>
                <a:off x="290302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下箭头 65"/>
              <p:cNvSpPr/>
              <p:nvPr/>
            </p:nvSpPr>
            <p:spPr>
              <a:xfrm>
                <a:off x="302781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下箭头 66"/>
              <p:cNvSpPr/>
              <p:nvPr/>
            </p:nvSpPr>
            <p:spPr>
              <a:xfrm>
                <a:off x="315261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下箭头 67"/>
              <p:cNvSpPr/>
              <p:nvPr/>
            </p:nvSpPr>
            <p:spPr>
              <a:xfrm>
                <a:off x="327740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下箭头 68"/>
              <p:cNvSpPr/>
              <p:nvPr/>
            </p:nvSpPr>
            <p:spPr>
              <a:xfrm>
                <a:off x="340220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下箭头 69"/>
              <p:cNvSpPr/>
              <p:nvPr/>
            </p:nvSpPr>
            <p:spPr>
              <a:xfrm>
                <a:off x="352699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下箭头 70"/>
              <p:cNvSpPr/>
              <p:nvPr/>
            </p:nvSpPr>
            <p:spPr>
              <a:xfrm>
                <a:off x="3651792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2898033" y="2618566"/>
                <a:ext cx="724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线程块</a:t>
                </a: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6249571" y="2513821"/>
              <a:ext cx="1133061" cy="1013791"/>
              <a:chOff x="2693504" y="2574235"/>
              <a:chExt cx="1133061" cy="1013791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2693504" y="2574235"/>
                <a:ext cx="1133061" cy="10137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下箭头 74"/>
              <p:cNvSpPr/>
              <p:nvPr/>
            </p:nvSpPr>
            <p:spPr>
              <a:xfrm>
                <a:off x="277822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下箭头 75"/>
              <p:cNvSpPr/>
              <p:nvPr/>
            </p:nvSpPr>
            <p:spPr>
              <a:xfrm>
                <a:off x="290302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下箭头 76"/>
              <p:cNvSpPr/>
              <p:nvPr/>
            </p:nvSpPr>
            <p:spPr>
              <a:xfrm>
                <a:off x="302781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下箭头 77"/>
              <p:cNvSpPr/>
              <p:nvPr/>
            </p:nvSpPr>
            <p:spPr>
              <a:xfrm>
                <a:off x="315261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下箭头 78"/>
              <p:cNvSpPr/>
              <p:nvPr/>
            </p:nvSpPr>
            <p:spPr>
              <a:xfrm>
                <a:off x="327740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下箭头 79"/>
              <p:cNvSpPr/>
              <p:nvPr/>
            </p:nvSpPr>
            <p:spPr>
              <a:xfrm>
                <a:off x="340220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下箭头 80"/>
              <p:cNvSpPr/>
              <p:nvPr/>
            </p:nvSpPr>
            <p:spPr>
              <a:xfrm>
                <a:off x="352699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下箭头 81"/>
              <p:cNvSpPr/>
              <p:nvPr/>
            </p:nvSpPr>
            <p:spPr>
              <a:xfrm>
                <a:off x="3651792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2898033" y="2618566"/>
                <a:ext cx="724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线程块</a:t>
                </a:r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7843880" y="2513821"/>
              <a:ext cx="1133061" cy="1013791"/>
              <a:chOff x="2693504" y="2574235"/>
              <a:chExt cx="1133061" cy="1013791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2693504" y="2574235"/>
                <a:ext cx="1133061" cy="10137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下箭头 85"/>
              <p:cNvSpPr/>
              <p:nvPr/>
            </p:nvSpPr>
            <p:spPr>
              <a:xfrm>
                <a:off x="277822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下箭头 86"/>
              <p:cNvSpPr/>
              <p:nvPr/>
            </p:nvSpPr>
            <p:spPr>
              <a:xfrm>
                <a:off x="290302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下箭头 87"/>
              <p:cNvSpPr/>
              <p:nvPr/>
            </p:nvSpPr>
            <p:spPr>
              <a:xfrm>
                <a:off x="302781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下箭头 88"/>
              <p:cNvSpPr/>
              <p:nvPr/>
            </p:nvSpPr>
            <p:spPr>
              <a:xfrm>
                <a:off x="315261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下箭头 89"/>
              <p:cNvSpPr/>
              <p:nvPr/>
            </p:nvSpPr>
            <p:spPr>
              <a:xfrm>
                <a:off x="327740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下箭头 90"/>
              <p:cNvSpPr/>
              <p:nvPr/>
            </p:nvSpPr>
            <p:spPr>
              <a:xfrm>
                <a:off x="3402201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下箭头 91"/>
              <p:cNvSpPr/>
              <p:nvPr/>
            </p:nvSpPr>
            <p:spPr>
              <a:xfrm>
                <a:off x="3526996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下箭头 92"/>
              <p:cNvSpPr/>
              <p:nvPr/>
            </p:nvSpPr>
            <p:spPr>
              <a:xfrm>
                <a:off x="3651792" y="2979624"/>
                <a:ext cx="99391" cy="506896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2898033" y="2618566"/>
                <a:ext cx="724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线程块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538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18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Jirong Li(李季戎)</dc:creator>
  <cp:lastModifiedBy>Jirong Li(李季戎)</cp:lastModifiedBy>
  <cp:revision>2</cp:revision>
  <dcterms:created xsi:type="dcterms:W3CDTF">2023-08-18T11:13:21Z</dcterms:created>
  <dcterms:modified xsi:type="dcterms:W3CDTF">2023-08-18T11:23:12Z</dcterms:modified>
</cp:coreProperties>
</file>