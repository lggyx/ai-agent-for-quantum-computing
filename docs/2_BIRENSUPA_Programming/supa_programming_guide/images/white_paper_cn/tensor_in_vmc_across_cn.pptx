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</p:sldIdLst>
  <p:sldSz cx="10972800" cy="137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82" d="100"/>
          <a:sy n="82" d="100"/>
        </p:scale>
        <p:origin x="39" y="9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3"/>
            <a:ext cx="8229600" cy="477520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720408"/>
            <a:ext cx="8229600" cy="331152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3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3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341948"/>
            <a:ext cx="9464040" cy="570547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917893"/>
            <a:ext cx="9464040" cy="300037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75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6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365125"/>
            <a:ext cx="466344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365125"/>
            <a:ext cx="466344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9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73025"/>
            <a:ext cx="9464040" cy="265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336233"/>
            <a:ext cx="4642008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501015"/>
            <a:ext cx="4642008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336233"/>
            <a:ext cx="4664869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501015"/>
            <a:ext cx="4664869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1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9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91440"/>
            <a:ext cx="3539013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97485"/>
            <a:ext cx="5554980" cy="974725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411480"/>
            <a:ext cx="3539013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3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91440"/>
            <a:ext cx="3539013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97485"/>
            <a:ext cx="5554980" cy="974725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411480"/>
            <a:ext cx="3539013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6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3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73025"/>
            <a:ext cx="2366010" cy="1162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73025"/>
            <a:ext cx="6960870" cy="11623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73025"/>
            <a:ext cx="9464040" cy="265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365125"/>
            <a:ext cx="9464040" cy="87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1271270"/>
            <a:ext cx="246888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1271270"/>
            <a:ext cx="370332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1271270"/>
            <a:ext cx="246888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5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53E37AE-0FCA-4FCB-86C2-2B9699ABBC0D}"/>
              </a:ext>
            </a:extLst>
          </p:cNvPr>
          <p:cNvSpPr/>
          <p:nvPr/>
        </p:nvSpPr>
        <p:spPr>
          <a:xfrm>
            <a:off x="30246" y="71875"/>
            <a:ext cx="5123875" cy="1268490"/>
          </a:xfrm>
          <a:prstGeom prst="rect">
            <a:avLst/>
          </a:prstGeom>
          <a:solidFill>
            <a:srgbClr val="FFFF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VmaActivation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&lt;BF16, 1, 2048, 7, 7&gt; C(2)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 //2 Regions // 2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Vmc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Regions for 8 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threa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blocks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suLaunchKernel(sample, 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dim3(8), dim3(512), 0, NULL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C);</a:t>
            </a:r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C508F9-58AE-45CB-B0D1-EA86183F05BE}"/>
              </a:ext>
            </a:extLst>
          </p:cNvPr>
          <p:cNvSpPr/>
          <p:nvPr/>
        </p:nvSpPr>
        <p:spPr>
          <a:xfrm>
            <a:off x="5251792" y="33165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2FA1AA-F283-45E9-9A40-E774650A8B6B}"/>
              </a:ext>
            </a:extLst>
          </p:cNvPr>
          <p:cNvSpPr/>
          <p:nvPr/>
        </p:nvSpPr>
        <p:spPr>
          <a:xfrm>
            <a:off x="5973612" y="331650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437959-DA19-4C09-B7C9-FD3F447C0204}"/>
              </a:ext>
            </a:extLst>
          </p:cNvPr>
          <p:cNvSpPr/>
          <p:nvPr/>
        </p:nvSpPr>
        <p:spPr>
          <a:xfrm>
            <a:off x="6692663" y="328927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2F42A4-0376-42F2-AFA2-4BBEA8D9CCCF}"/>
              </a:ext>
            </a:extLst>
          </p:cNvPr>
          <p:cNvSpPr/>
          <p:nvPr/>
        </p:nvSpPr>
        <p:spPr>
          <a:xfrm>
            <a:off x="7411714" y="328927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9A4426-5733-4C92-B3CA-8C6BBF906360}"/>
              </a:ext>
            </a:extLst>
          </p:cNvPr>
          <p:cNvSpPr/>
          <p:nvPr/>
        </p:nvSpPr>
        <p:spPr>
          <a:xfrm>
            <a:off x="5743366" y="946840"/>
            <a:ext cx="485137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7B472C3-609A-4DD9-9AD0-4263CD1AAD2F}"/>
              </a:ext>
            </a:extLst>
          </p:cNvPr>
          <p:cNvCxnSpPr>
            <a:cxnSpLocks/>
            <a:stCxn id="33" idx="0"/>
            <a:endCxn id="29" idx="2"/>
          </p:cNvCxnSpPr>
          <p:nvPr/>
        </p:nvCxnSpPr>
        <p:spPr>
          <a:xfrm flipH="1" flipV="1">
            <a:off x="5560056" y="620198"/>
            <a:ext cx="425879" cy="326642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B39C348-77E3-4C43-95ED-0CB4D4B586CB}"/>
              </a:ext>
            </a:extLst>
          </p:cNvPr>
          <p:cNvCxnSpPr>
            <a:cxnSpLocks/>
            <a:stCxn id="19" idx="0"/>
            <a:endCxn id="31" idx="2"/>
          </p:cNvCxnSpPr>
          <p:nvPr/>
        </p:nvCxnSpPr>
        <p:spPr>
          <a:xfrm flipV="1">
            <a:off x="6946188" y="617475"/>
            <a:ext cx="54739" cy="33683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4530D26-7A4A-4989-8626-2CF6DB059B77}"/>
              </a:ext>
            </a:extLst>
          </p:cNvPr>
          <p:cNvCxnSpPr>
            <a:cxnSpLocks/>
            <a:stCxn id="20" idx="0"/>
            <a:endCxn id="32" idx="2"/>
          </p:cNvCxnSpPr>
          <p:nvPr/>
        </p:nvCxnSpPr>
        <p:spPr>
          <a:xfrm flipV="1">
            <a:off x="7424504" y="617475"/>
            <a:ext cx="295474" cy="33683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78CED61-F407-4A55-A691-BF21143627EF}"/>
              </a:ext>
            </a:extLst>
          </p:cNvPr>
          <p:cNvCxnSpPr>
            <a:cxnSpLocks/>
            <a:stCxn id="26" idx="0"/>
            <a:endCxn id="39" idx="2"/>
          </p:cNvCxnSpPr>
          <p:nvPr/>
        </p:nvCxnSpPr>
        <p:spPr>
          <a:xfrm flipH="1" flipV="1">
            <a:off x="9219040" y="613872"/>
            <a:ext cx="114721" cy="34302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B25AE16-1310-49E4-A400-34D2AC5630EE}"/>
              </a:ext>
            </a:extLst>
          </p:cNvPr>
          <p:cNvSpPr/>
          <p:nvPr/>
        </p:nvSpPr>
        <p:spPr>
          <a:xfrm>
            <a:off x="8188956" y="32532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D1EEEB-104E-4F31-A022-A040CE84573F}"/>
              </a:ext>
            </a:extLst>
          </p:cNvPr>
          <p:cNvSpPr/>
          <p:nvPr/>
        </p:nvSpPr>
        <p:spPr>
          <a:xfrm>
            <a:off x="8910776" y="325324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473BCB-31FF-470F-89EB-63666DA3E2A2}"/>
              </a:ext>
            </a:extLst>
          </p:cNvPr>
          <p:cNvSpPr/>
          <p:nvPr/>
        </p:nvSpPr>
        <p:spPr>
          <a:xfrm>
            <a:off x="9629827" y="32260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3FD5E52-6A0F-4A3F-86CE-F9594057C622}"/>
              </a:ext>
            </a:extLst>
          </p:cNvPr>
          <p:cNvSpPr/>
          <p:nvPr/>
        </p:nvSpPr>
        <p:spPr>
          <a:xfrm>
            <a:off x="10348878" y="322601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SPC7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5A72303-9E6A-4170-9157-386BD4291F6D}"/>
              </a:ext>
            </a:extLst>
          </p:cNvPr>
          <p:cNvCxnSpPr>
            <a:cxnSpLocks/>
            <a:stCxn id="18" idx="0"/>
            <a:endCxn id="30" idx="2"/>
          </p:cNvCxnSpPr>
          <p:nvPr/>
        </p:nvCxnSpPr>
        <p:spPr>
          <a:xfrm flipH="1" flipV="1">
            <a:off x="6281876" y="620198"/>
            <a:ext cx="189196" cy="32664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497821-3C18-4020-8AA7-AF2FDD8D7387}"/>
              </a:ext>
            </a:extLst>
          </p:cNvPr>
          <p:cNvCxnSpPr>
            <a:cxnSpLocks/>
            <a:stCxn id="25" idx="0"/>
            <a:endCxn id="38" idx="2"/>
          </p:cNvCxnSpPr>
          <p:nvPr/>
        </p:nvCxnSpPr>
        <p:spPr>
          <a:xfrm flipH="1" flipV="1">
            <a:off x="8497220" y="613872"/>
            <a:ext cx="351404" cy="34302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A2CFC8-D005-4871-A1D8-FCC918006C0E}"/>
              </a:ext>
            </a:extLst>
          </p:cNvPr>
          <p:cNvCxnSpPr>
            <a:cxnSpLocks/>
            <a:stCxn id="59" idx="0"/>
            <a:endCxn id="41" idx="2"/>
          </p:cNvCxnSpPr>
          <p:nvPr/>
        </p:nvCxnSpPr>
        <p:spPr>
          <a:xfrm flipV="1">
            <a:off x="10287193" y="611149"/>
            <a:ext cx="369949" cy="35322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3FB6A7F-01E7-401E-9423-0453695AFBDD}"/>
              </a:ext>
            </a:extLst>
          </p:cNvPr>
          <p:cNvCxnSpPr>
            <a:cxnSpLocks/>
            <a:stCxn id="27" idx="0"/>
            <a:endCxn id="40" idx="2"/>
          </p:cNvCxnSpPr>
          <p:nvPr/>
        </p:nvCxnSpPr>
        <p:spPr>
          <a:xfrm flipV="1">
            <a:off x="9808877" y="611149"/>
            <a:ext cx="129214" cy="35322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36D47D1-3159-4927-8E27-2FB93E91120C}"/>
              </a:ext>
            </a:extLst>
          </p:cNvPr>
          <p:cNvSpPr/>
          <p:nvPr/>
        </p:nvSpPr>
        <p:spPr>
          <a:xfrm>
            <a:off x="5182520" y="249963"/>
            <a:ext cx="2903912" cy="45452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82868A1-B497-4227-9FA9-11B4C4C6EFE8}"/>
              </a:ext>
            </a:extLst>
          </p:cNvPr>
          <p:cNvSpPr/>
          <p:nvPr/>
        </p:nvSpPr>
        <p:spPr>
          <a:xfrm>
            <a:off x="8145313" y="245608"/>
            <a:ext cx="2903912" cy="45452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B73F94-FEB6-4B93-AB62-207A06E36656}"/>
              </a:ext>
            </a:extLst>
          </p:cNvPr>
          <p:cNvSpPr txBox="1"/>
          <p:nvPr/>
        </p:nvSpPr>
        <p:spPr>
          <a:xfrm>
            <a:off x="6409019" y="-41716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VMC0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982236-1BB4-4B15-A5BA-E22004CAF2F4}"/>
              </a:ext>
            </a:extLst>
          </p:cNvPr>
          <p:cNvSpPr txBox="1"/>
          <p:nvPr/>
        </p:nvSpPr>
        <p:spPr>
          <a:xfrm>
            <a:off x="9150437" y="-65100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VMC1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C29366-5BCA-4827-B46F-D76B6AAB1D51}"/>
              </a:ext>
            </a:extLst>
          </p:cNvPr>
          <p:cNvSpPr/>
          <p:nvPr/>
        </p:nvSpPr>
        <p:spPr>
          <a:xfrm>
            <a:off x="6228503" y="946839"/>
            <a:ext cx="485137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A95659-43DA-435C-AA9B-CDE3443364A7}"/>
              </a:ext>
            </a:extLst>
          </p:cNvPr>
          <p:cNvSpPr/>
          <p:nvPr/>
        </p:nvSpPr>
        <p:spPr>
          <a:xfrm>
            <a:off x="6703619" y="954313"/>
            <a:ext cx="485137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16287D-58EC-445E-81F1-53640F509FC1}"/>
              </a:ext>
            </a:extLst>
          </p:cNvPr>
          <p:cNvSpPr/>
          <p:nvPr/>
        </p:nvSpPr>
        <p:spPr>
          <a:xfrm>
            <a:off x="7181935" y="954313"/>
            <a:ext cx="485137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9B6024-5F02-4B0F-9B62-6A63D0C5099A}"/>
              </a:ext>
            </a:extLst>
          </p:cNvPr>
          <p:cNvSpPr txBox="1"/>
          <p:nvPr/>
        </p:nvSpPr>
        <p:spPr>
          <a:xfrm>
            <a:off x="6149361" y="998070"/>
            <a:ext cx="1198481" cy="169277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C[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0] in Uma4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8CE5D4-3F2B-4A7C-97E1-20DA772F9756}"/>
              </a:ext>
            </a:extLst>
          </p:cNvPr>
          <p:cNvSpPr/>
          <p:nvPr/>
        </p:nvSpPr>
        <p:spPr>
          <a:xfrm>
            <a:off x="8606055" y="956896"/>
            <a:ext cx="485137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E9CFFA-8390-4360-8343-33709B84F425}"/>
              </a:ext>
            </a:extLst>
          </p:cNvPr>
          <p:cNvSpPr/>
          <p:nvPr/>
        </p:nvSpPr>
        <p:spPr>
          <a:xfrm>
            <a:off x="9091192" y="956895"/>
            <a:ext cx="485137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0763A8-AB00-41CF-8F8B-3A1D98514D83}"/>
              </a:ext>
            </a:extLst>
          </p:cNvPr>
          <p:cNvSpPr/>
          <p:nvPr/>
        </p:nvSpPr>
        <p:spPr>
          <a:xfrm>
            <a:off x="9566308" y="964369"/>
            <a:ext cx="485137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AA45F58-A78D-4E46-9640-361EF0681F17}"/>
              </a:ext>
            </a:extLst>
          </p:cNvPr>
          <p:cNvSpPr/>
          <p:nvPr/>
        </p:nvSpPr>
        <p:spPr>
          <a:xfrm>
            <a:off x="10044624" y="964369"/>
            <a:ext cx="485137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3900AD-74CD-448F-8DAD-B365F6B64069}"/>
              </a:ext>
            </a:extLst>
          </p:cNvPr>
          <p:cNvSpPr txBox="1"/>
          <p:nvPr/>
        </p:nvSpPr>
        <p:spPr>
          <a:xfrm>
            <a:off x="9012050" y="1008126"/>
            <a:ext cx="1198481" cy="169277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C[1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] in Uma4</a:t>
            </a:r>
            <a:endParaRPr lang="en-US" sz="11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7430" y="936514"/>
            <a:ext cx="1243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TB:</a:t>
            </a:r>
          </a:p>
          <a:p>
            <a:r>
              <a:rPr lang="en-US" altLang="zh-CN" sz="1200" dirty="0" err="1"/>
              <a:t>TensorBuffer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75</Words>
  <Application>Microsoft Office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25</cp:revision>
  <dcterms:created xsi:type="dcterms:W3CDTF">2020-03-18T02:10:58Z</dcterms:created>
  <dcterms:modified xsi:type="dcterms:W3CDTF">2024-07-04T13:00:08Z</dcterms:modified>
</cp:coreProperties>
</file>