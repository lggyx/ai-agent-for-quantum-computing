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8" r:id="rId1"/>
  </p:sldMasterIdLst>
  <p:sldIdLst>
    <p:sldId id="256" r:id="rId2"/>
  </p:sldIdLst>
  <p:sldSz cx="9144000" cy="3657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52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85" autoAdjust="0"/>
    <p:restoredTop sz="94903" autoAdjust="0"/>
  </p:normalViewPr>
  <p:slideViewPr>
    <p:cSldViewPr snapToGrid="0">
      <p:cViewPr>
        <p:scale>
          <a:sx n="100" d="100"/>
          <a:sy n="100" d="100"/>
        </p:scale>
        <p:origin x="484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598593"/>
            <a:ext cx="6858000" cy="1273387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1921087"/>
            <a:ext cx="6858000" cy="883073"/>
          </a:xfrm>
        </p:spPr>
        <p:txBody>
          <a:bodyPr/>
          <a:lstStyle>
            <a:lvl1pPr marL="0" indent="0" algn="ctr">
              <a:buNone/>
              <a:defRPr sz="1280"/>
            </a:lvl1pPr>
            <a:lvl2pPr marL="243825" indent="0" algn="ctr">
              <a:buNone/>
              <a:defRPr sz="1067"/>
            </a:lvl2pPr>
            <a:lvl3pPr marL="487650" indent="0" algn="ctr">
              <a:buNone/>
              <a:defRPr sz="960"/>
            </a:lvl3pPr>
            <a:lvl4pPr marL="731474" indent="0" algn="ctr">
              <a:buNone/>
              <a:defRPr sz="853"/>
            </a:lvl4pPr>
            <a:lvl5pPr marL="975299" indent="0" algn="ctr">
              <a:buNone/>
              <a:defRPr sz="853"/>
            </a:lvl5pPr>
            <a:lvl6pPr marL="1219124" indent="0" algn="ctr">
              <a:buNone/>
              <a:defRPr sz="853"/>
            </a:lvl6pPr>
            <a:lvl7pPr marL="1462949" indent="0" algn="ctr">
              <a:buNone/>
              <a:defRPr sz="853"/>
            </a:lvl7pPr>
            <a:lvl8pPr marL="1706773" indent="0" algn="ctr">
              <a:buNone/>
              <a:defRPr sz="853"/>
            </a:lvl8pPr>
            <a:lvl9pPr marL="1950598" indent="0" algn="ctr">
              <a:buNone/>
              <a:defRPr sz="85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6997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59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911860"/>
            <a:ext cx="7886700" cy="152146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2447714"/>
            <a:ext cx="7886700" cy="800100"/>
          </a:xfrm>
        </p:spPr>
        <p:txBody>
          <a:bodyPr/>
          <a:lstStyle>
            <a:lvl1pPr marL="0" indent="0">
              <a:buNone/>
              <a:defRPr sz="1280">
                <a:solidFill>
                  <a:schemeClr val="tx1">
                    <a:tint val="75000"/>
                  </a:schemeClr>
                </a:solidFill>
              </a:defRPr>
            </a:lvl1pPr>
            <a:lvl2pPr marL="243825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2pPr>
            <a:lvl3pPr marL="48765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3pPr>
            <a:lvl4pPr marL="731474" indent="0">
              <a:buNone/>
              <a:defRPr sz="853">
                <a:solidFill>
                  <a:schemeClr val="tx1">
                    <a:tint val="75000"/>
                  </a:schemeClr>
                </a:solidFill>
              </a:defRPr>
            </a:lvl4pPr>
            <a:lvl5pPr marL="975299" indent="0">
              <a:buNone/>
              <a:defRPr sz="853">
                <a:solidFill>
                  <a:schemeClr val="tx1">
                    <a:tint val="75000"/>
                  </a:schemeClr>
                </a:solidFill>
              </a:defRPr>
            </a:lvl5pPr>
            <a:lvl6pPr marL="1219124" indent="0">
              <a:buNone/>
              <a:defRPr sz="853">
                <a:solidFill>
                  <a:schemeClr val="tx1">
                    <a:tint val="75000"/>
                  </a:schemeClr>
                </a:solidFill>
              </a:defRPr>
            </a:lvl6pPr>
            <a:lvl7pPr marL="1462949" indent="0">
              <a:buNone/>
              <a:defRPr sz="853">
                <a:solidFill>
                  <a:schemeClr val="tx1">
                    <a:tint val="75000"/>
                  </a:schemeClr>
                </a:solidFill>
              </a:defRPr>
            </a:lvl7pPr>
            <a:lvl8pPr marL="1706773" indent="0">
              <a:buNone/>
              <a:defRPr sz="853">
                <a:solidFill>
                  <a:schemeClr val="tx1">
                    <a:tint val="75000"/>
                  </a:schemeClr>
                </a:solidFill>
              </a:defRPr>
            </a:lvl8pPr>
            <a:lvl9pPr marL="1950598" indent="0">
              <a:buNone/>
              <a:defRPr sz="85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634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973666"/>
            <a:ext cx="3886200" cy="2320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973666"/>
            <a:ext cx="3886200" cy="2320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960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194734"/>
            <a:ext cx="7886700" cy="7069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896620"/>
            <a:ext cx="3868340" cy="439420"/>
          </a:xfrm>
        </p:spPr>
        <p:txBody>
          <a:bodyPr anchor="b"/>
          <a:lstStyle>
            <a:lvl1pPr marL="0" indent="0">
              <a:buNone/>
              <a:defRPr sz="1280" b="1"/>
            </a:lvl1pPr>
            <a:lvl2pPr marL="243825" indent="0">
              <a:buNone/>
              <a:defRPr sz="1067" b="1"/>
            </a:lvl2pPr>
            <a:lvl3pPr marL="487650" indent="0">
              <a:buNone/>
              <a:defRPr sz="960" b="1"/>
            </a:lvl3pPr>
            <a:lvl4pPr marL="731474" indent="0">
              <a:buNone/>
              <a:defRPr sz="853" b="1"/>
            </a:lvl4pPr>
            <a:lvl5pPr marL="975299" indent="0">
              <a:buNone/>
              <a:defRPr sz="853" b="1"/>
            </a:lvl5pPr>
            <a:lvl6pPr marL="1219124" indent="0">
              <a:buNone/>
              <a:defRPr sz="853" b="1"/>
            </a:lvl6pPr>
            <a:lvl7pPr marL="1462949" indent="0">
              <a:buNone/>
              <a:defRPr sz="853" b="1"/>
            </a:lvl7pPr>
            <a:lvl8pPr marL="1706773" indent="0">
              <a:buNone/>
              <a:defRPr sz="853" b="1"/>
            </a:lvl8pPr>
            <a:lvl9pPr marL="1950598" indent="0">
              <a:buNone/>
              <a:defRPr sz="85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336040"/>
            <a:ext cx="3868340" cy="1965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896620"/>
            <a:ext cx="3887391" cy="439420"/>
          </a:xfrm>
        </p:spPr>
        <p:txBody>
          <a:bodyPr anchor="b"/>
          <a:lstStyle>
            <a:lvl1pPr marL="0" indent="0">
              <a:buNone/>
              <a:defRPr sz="1280" b="1"/>
            </a:lvl1pPr>
            <a:lvl2pPr marL="243825" indent="0">
              <a:buNone/>
              <a:defRPr sz="1067" b="1"/>
            </a:lvl2pPr>
            <a:lvl3pPr marL="487650" indent="0">
              <a:buNone/>
              <a:defRPr sz="960" b="1"/>
            </a:lvl3pPr>
            <a:lvl4pPr marL="731474" indent="0">
              <a:buNone/>
              <a:defRPr sz="853" b="1"/>
            </a:lvl4pPr>
            <a:lvl5pPr marL="975299" indent="0">
              <a:buNone/>
              <a:defRPr sz="853" b="1"/>
            </a:lvl5pPr>
            <a:lvl6pPr marL="1219124" indent="0">
              <a:buNone/>
              <a:defRPr sz="853" b="1"/>
            </a:lvl6pPr>
            <a:lvl7pPr marL="1462949" indent="0">
              <a:buNone/>
              <a:defRPr sz="853" b="1"/>
            </a:lvl7pPr>
            <a:lvl8pPr marL="1706773" indent="0">
              <a:buNone/>
              <a:defRPr sz="853" b="1"/>
            </a:lvl8pPr>
            <a:lvl9pPr marL="1950598" indent="0">
              <a:buNone/>
              <a:defRPr sz="85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336040"/>
            <a:ext cx="3887391" cy="1965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1/18/2023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462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1/18/2023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301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1/18/2023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565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43840"/>
            <a:ext cx="2949178" cy="853440"/>
          </a:xfrm>
        </p:spPr>
        <p:txBody>
          <a:bodyPr anchor="b"/>
          <a:lstStyle>
            <a:lvl1pPr>
              <a:defRPr sz="170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526627"/>
            <a:ext cx="4629150" cy="2599267"/>
          </a:xfrm>
        </p:spPr>
        <p:txBody>
          <a:bodyPr/>
          <a:lstStyle>
            <a:lvl1pPr>
              <a:defRPr sz="1707"/>
            </a:lvl1pPr>
            <a:lvl2pPr>
              <a:defRPr sz="1493"/>
            </a:lvl2pPr>
            <a:lvl3pPr>
              <a:defRPr sz="128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097280"/>
            <a:ext cx="2949178" cy="2032847"/>
          </a:xfrm>
        </p:spPr>
        <p:txBody>
          <a:bodyPr/>
          <a:lstStyle>
            <a:lvl1pPr marL="0" indent="0">
              <a:buNone/>
              <a:defRPr sz="853"/>
            </a:lvl1pPr>
            <a:lvl2pPr marL="243825" indent="0">
              <a:buNone/>
              <a:defRPr sz="747"/>
            </a:lvl2pPr>
            <a:lvl3pPr marL="487650" indent="0">
              <a:buNone/>
              <a:defRPr sz="640"/>
            </a:lvl3pPr>
            <a:lvl4pPr marL="731474" indent="0">
              <a:buNone/>
              <a:defRPr sz="533"/>
            </a:lvl4pPr>
            <a:lvl5pPr marL="975299" indent="0">
              <a:buNone/>
              <a:defRPr sz="533"/>
            </a:lvl5pPr>
            <a:lvl6pPr marL="1219124" indent="0">
              <a:buNone/>
              <a:defRPr sz="533"/>
            </a:lvl6pPr>
            <a:lvl7pPr marL="1462949" indent="0">
              <a:buNone/>
              <a:defRPr sz="533"/>
            </a:lvl7pPr>
            <a:lvl8pPr marL="1706773" indent="0">
              <a:buNone/>
              <a:defRPr sz="533"/>
            </a:lvl8pPr>
            <a:lvl9pPr marL="1950598" indent="0">
              <a:buNone/>
              <a:defRPr sz="5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913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43840"/>
            <a:ext cx="2949178" cy="853440"/>
          </a:xfrm>
        </p:spPr>
        <p:txBody>
          <a:bodyPr anchor="b"/>
          <a:lstStyle>
            <a:lvl1pPr>
              <a:defRPr sz="170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526627"/>
            <a:ext cx="4629150" cy="2599267"/>
          </a:xfrm>
        </p:spPr>
        <p:txBody>
          <a:bodyPr anchor="t"/>
          <a:lstStyle>
            <a:lvl1pPr marL="0" indent="0">
              <a:buNone/>
              <a:defRPr sz="1707"/>
            </a:lvl1pPr>
            <a:lvl2pPr marL="243825" indent="0">
              <a:buNone/>
              <a:defRPr sz="1493"/>
            </a:lvl2pPr>
            <a:lvl3pPr marL="487650" indent="0">
              <a:buNone/>
              <a:defRPr sz="1280"/>
            </a:lvl3pPr>
            <a:lvl4pPr marL="731474" indent="0">
              <a:buNone/>
              <a:defRPr sz="1067"/>
            </a:lvl4pPr>
            <a:lvl5pPr marL="975299" indent="0">
              <a:buNone/>
              <a:defRPr sz="1067"/>
            </a:lvl5pPr>
            <a:lvl6pPr marL="1219124" indent="0">
              <a:buNone/>
              <a:defRPr sz="1067"/>
            </a:lvl6pPr>
            <a:lvl7pPr marL="1462949" indent="0">
              <a:buNone/>
              <a:defRPr sz="1067"/>
            </a:lvl7pPr>
            <a:lvl8pPr marL="1706773" indent="0">
              <a:buNone/>
              <a:defRPr sz="1067"/>
            </a:lvl8pPr>
            <a:lvl9pPr marL="1950598" indent="0">
              <a:buNone/>
              <a:defRPr sz="10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097280"/>
            <a:ext cx="2949178" cy="2032847"/>
          </a:xfrm>
        </p:spPr>
        <p:txBody>
          <a:bodyPr/>
          <a:lstStyle>
            <a:lvl1pPr marL="0" indent="0">
              <a:buNone/>
              <a:defRPr sz="853"/>
            </a:lvl1pPr>
            <a:lvl2pPr marL="243825" indent="0">
              <a:buNone/>
              <a:defRPr sz="747"/>
            </a:lvl2pPr>
            <a:lvl3pPr marL="487650" indent="0">
              <a:buNone/>
              <a:defRPr sz="640"/>
            </a:lvl3pPr>
            <a:lvl4pPr marL="731474" indent="0">
              <a:buNone/>
              <a:defRPr sz="533"/>
            </a:lvl4pPr>
            <a:lvl5pPr marL="975299" indent="0">
              <a:buNone/>
              <a:defRPr sz="533"/>
            </a:lvl5pPr>
            <a:lvl6pPr marL="1219124" indent="0">
              <a:buNone/>
              <a:defRPr sz="533"/>
            </a:lvl6pPr>
            <a:lvl7pPr marL="1462949" indent="0">
              <a:buNone/>
              <a:defRPr sz="533"/>
            </a:lvl7pPr>
            <a:lvl8pPr marL="1706773" indent="0">
              <a:buNone/>
              <a:defRPr sz="533"/>
            </a:lvl8pPr>
            <a:lvl9pPr marL="1950598" indent="0">
              <a:buNone/>
              <a:defRPr sz="5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388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506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194733"/>
            <a:ext cx="1971675" cy="30996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94733"/>
            <a:ext cx="5800725" cy="309964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598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194734"/>
            <a:ext cx="7886700" cy="7069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973666"/>
            <a:ext cx="7886700" cy="2320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3390054"/>
            <a:ext cx="2057400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0EC89-F888-4496-B433-B8B27B9209F0}" type="datetimeFigureOut">
              <a:rPr lang="en-US" smtClean="0"/>
              <a:t>1/18/2023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3390054"/>
            <a:ext cx="3086100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3390054"/>
            <a:ext cx="2057400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127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</p:sldLayoutIdLst>
  <p:txStyles>
    <p:titleStyle>
      <a:lvl1pPr algn="l" defTabSz="487650" rtl="0" eaLnBrk="1" latinLnBrk="0" hangingPunct="1">
        <a:lnSpc>
          <a:spcPct val="90000"/>
        </a:lnSpc>
        <a:spcBef>
          <a:spcPct val="0"/>
        </a:spcBef>
        <a:buNone/>
        <a:defRPr sz="234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1912" indent="-121912" algn="l" defTabSz="48765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493" kern="1200">
          <a:solidFill>
            <a:schemeClr val="tx1"/>
          </a:solidFill>
          <a:latin typeface="+mn-lt"/>
          <a:ea typeface="+mn-ea"/>
          <a:cs typeface="+mn-cs"/>
        </a:defRPr>
      </a:lvl1pPr>
      <a:lvl2pPr marL="365737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1280" kern="1200">
          <a:solidFill>
            <a:schemeClr val="tx1"/>
          </a:solidFill>
          <a:latin typeface="+mn-lt"/>
          <a:ea typeface="+mn-ea"/>
          <a:cs typeface="+mn-cs"/>
        </a:defRPr>
      </a:lvl2pPr>
      <a:lvl3pPr marL="609562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1067" kern="1200">
          <a:solidFill>
            <a:schemeClr val="tx1"/>
          </a:solidFill>
          <a:latin typeface="+mn-lt"/>
          <a:ea typeface="+mn-ea"/>
          <a:cs typeface="+mn-cs"/>
        </a:defRPr>
      </a:lvl3pPr>
      <a:lvl4pPr marL="853387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11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5pPr>
      <a:lvl6pPr marL="1341036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6pPr>
      <a:lvl7pPr marL="1584861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7pPr>
      <a:lvl8pPr marL="1828686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8pPr>
      <a:lvl9pPr marL="2072510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1pPr>
      <a:lvl2pPr marL="243825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2pPr>
      <a:lvl3pPr marL="487650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3pPr>
      <a:lvl4pPr marL="731474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4pPr>
      <a:lvl5pPr marL="975299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5pPr>
      <a:lvl6pPr marL="1219124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6pPr>
      <a:lvl7pPr marL="1462949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7pPr>
      <a:lvl8pPr marL="1706773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8pPr>
      <a:lvl9pPr marL="1950598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Rectangle 110">
            <a:extLst>
              <a:ext uri="{FF2B5EF4-FFF2-40B4-BE49-F238E27FC236}">
                <a16:creationId xmlns:a16="http://schemas.microsoft.com/office/drawing/2014/main" id="{B87D7087-330A-4BBC-9996-39C1647187A5}"/>
              </a:ext>
            </a:extLst>
          </p:cNvPr>
          <p:cNvSpPr/>
          <p:nvPr/>
        </p:nvSpPr>
        <p:spPr>
          <a:xfrm>
            <a:off x="2504992" y="924847"/>
            <a:ext cx="3441970" cy="518869"/>
          </a:xfrm>
          <a:prstGeom prst="rect">
            <a:avLst/>
          </a:prstGeom>
          <a:solidFill>
            <a:srgbClr val="99CCFF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BIRENSUPA</a:t>
            </a:r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编程模型</a:t>
            </a:r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68CF0FDA-A0CB-4B9D-9C94-16836BC5CC64}"/>
              </a:ext>
            </a:extLst>
          </p:cNvPr>
          <p:cNvSpPr/>
          <p:nvPr/>
        </p:nvSpPr>
        <p:spPr>
          <a:xfrm>
            <a:off x="6368361" y="924846"/>
            <a:ext cx="1873939" cy="518869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文档</a:t>
            </a:r>
            <a:r>
              <a:rPr lang="en-GB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示例</a:t>
            </a:r>
            <a:endParaRPr lang="en-GB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801020D9-5D31-4974-8A49-A520C56F7479}"/>
              </a:ext>
            </a:extLst>
          </p:cNvPr>
          <p:cNvSpPr/>
          <p:nvPr/>
        </p:nvSpPr>
        <p:spPr>
          <a:xfrm>
            <a:off x="367948" y="1987984"/>
            <a:ext cx="2092562" cy="648765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编译器</a:t>
            </a:r>
            <a:r>
              <a:rPr lang="en-GB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BRCC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AFAD9D76-9E05-4BDC-AE24-A3CA08EC7A73}"/>
              </a:ext>
            </a:extLst>
          </p:cNvPr>
          <p:cNvSpPr/>
          <p:nvPr/>
        </p:nvSpPr>
        <p:spPr>
          <a:xfrm>
            <a:off x="5991445" y="1987983"/>
            <a:ext cx="2250856" cy="648766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运行时与驱动</a:t>
            </a:r>
            <a:r>
              <a:rPr lang="en-US" altLang="zh-CN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API</a:t>
            </a:r>
          </a:p>
          <a:p>
            <a:pPr algn="ctr"/>
            <a:r>
              <a: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（主机端）</a:t>
            </a:r>
            <a:endParaRPr lang="en-GB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16B19A42-BC23-4E8B-9265-EBDF9972E320}"/>
              </a:ext>
            </a:extLst>
          </p:cNvPr>
          <p:cNvSpPr/>
          <p:nvPr/>
        </p:nvSpPr>
        <p:spPr>
          <a:xfrm>
            <a:off x="2787605" y="1987985"/>
            <a:ext cx="2876744" cy="648764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C/C++</a:t>
            </a:r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语言扩展，编程原语、函数</a:t>
            </a:r>
            <a:r>
              <a: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（设备端）</a:t>
            </a:r>
            <a:endParaRPr lang="en-GB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" name="直接箭头连接符 2"/>
          <p:cNvCxnSpPr>
            <a:stCxn id="111" idx="2"/>
            <a:endCxn id="115" idx="0"/>
          </p:cNvCxnSpPr>
          <p:nvPr/>
        </p:nvCxnSpPr>
        <p:spPr>
          <a:xfrm flipH="1">
            <a:off x="1414229" y="1443716"/>
            <a:ext cx="2811748" cy="544268"/>
          </a:xfrm>
          <a:prstGeom prst="straightConnector1">
            <a:avLst/>
          </a:prstGeom>
          <a:ln>
            <a:solidFill>
              <a:srgbClr val="2F528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>
            <a:stCxn id="111" idx="2"/>
            <a:endCxn id="118" idx="0"/>
          </p:cNvCxnSpPr>
          <p:nvPr/>
        </p:nvCxnSpPr>
        <p:spPr>
          <a:xfrm>
            <a:off x="4225977" y="1443716"/>
            <a:ext cx="0" cy="544269"/>
          </a:xfrm>
          <a:prstGeom prst="straightConnector1">
            <a:avLst/>
          </a:prstGeom>
          <a:ln>
            <a:solidFill>
              <a:srgbClr val="2F528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stCxn id="111" idx="2"/>
            <a:endCxn id="117" idx="0"/>
          </p:cNvCxnSpPr>
          <p:nvPr/>
        </p:nvCxnSpPr>
        <p:spPr>
          <a:xfrm>
            <a:off x="4225977" y="1443716"/>
            <a:ext cx="2890896" cy="544267"/>
          </a:xfrm>
          <a:prstGeom prst="straightConnector1">
            <a:avLst/>
          </a:prstGeom>
          <a:ln>
            <a:solidFill>
              <a:srgbClr val="2F528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>
            <a:stCxn id="111" idx="3"/>
            <a:endCxn id="113" idx="1"/>
          </p:cNvCxnSpPr>
          <p:nvPr/>
        </p:nvCxnSpPr>
        <p:spPr>
          <a:xfrm flipV="1">
            <a:off x="5946962" y="1184281"/>
            <a:ext cx="421399" cy="1"/>
          </a:xfrm>
          <a:prstGeom prst="straightConnector1">
            <a:avLst/>
          </a:prstGeom>
          <a:ln>
            <a:solidFill>
              <a:srgbClr val="2F528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7004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180</TotalTime>
  <Words>31</Words>
  <Application>Microsoft Office PowerPoint</Application>
  <PresentationFormat>自定义</PresentationFormat>
  <Paragraphs>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Arial</vt:lpstr>
      <vt:lpstr>Calibri</vt:lpstr>
      <vt:lpstr>Calibri Light</vt:lpstr>
      <vt:lpstr>Office Theme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Haichuan Wang(王海川)</dc:creator>
  <cp:lastModifiedBy>Amy Zhao(赵明宇)</cp:lastModifiedBy>
  <cp:revision>27</cp:revision>
  <dcterms:created xsi:type="dcterms:W3CDTF">2020-03-18T02:10:58Z</dcterms:created>
  <dcterms:modified xsi:type="dcterms:W3CDTF">2023-01-18T02:34:45Z</dcterms:modified>
</cp:coreProperties>
</file>