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10972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96" d="100"/>
          <a:sy n="96" d="100"/>
        </p:scale>
        <p:origin x="4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3"/>
            <a:ext cx="82296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20408"/>
            <a:ext cx="82296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3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341948"/>
            <a:ext cx="9464040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917893"/>
            <a:ext cx="9464040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6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9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025"/>
            <a:ext cx="9464040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336233"/>
            <a:ext cx="4642008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501015"/>
            <a:ext cx="4642008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336233"/>
            <a:ext cx="4664869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501015"/>
            <a:ext cx="4664869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1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97485"/>
            <a:ext cx="5554980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97485"/>
            <a:ext cx="5554980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73025"/>
            <a:ext cx="2366010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73025"/>
            <a:ext cx="6960870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73025"/>
            <a:ext cx="9464040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365125"/>
            <a:ext cx="9464040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271270"/>
            <a:ext cx="370332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5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53E37AE-0FCA-4FCB-86C2-2B9699ABBC0D}"/>
              </a:ext>
            </a:extLst>
          </p:cNvPr>
          <p:cNvSpPr/>
          <p:nvPr/>
        </p:nvSpPr>
        <p:spPr>
          <a:xfrm>
            <a:off x="30246" y="71875"/>
            <a:ext cx="5123875" cy="1268490"/>
          </a:xfrm>
          <a:prstGeom prst="rect">
            <a:avLst/>
          </a:prstGeom>
          <a:solidFill>
            <a:srgbClr val="FFFF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</a:rPr>
              <a:t>Uma4Matrix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&lt;BF16</a:t>
            </a:r>
            <a:r>
              <a:rPr lang="en-US" sz="1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, BLOCK_ROW_MAJOR,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128, 128&gt; C(2); // 2 UMA4 </a:t>
            </a:r>
            <a:r>
              <a:rPr lang="en-US" sz="1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R</a:t>
            </a:r>
            <a:r>
              <a:rPr lang="en-US" sz="1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egions used by 8 </a:t>
            </a:r>
            <a:r>
              <a:rPr lang="en-US" sz="1400" smtClean="0">
                <a:solidFill>
                  <a:schemeClr val="tx1"/>
                </a:solidFill>
                <a:latin typeface="Consolas" panose="020B0609020204030204" pitchFamily="49" charset="0"/>
              </a:rPr>
              <a:t>thread blocks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suLaunchKernel(sample2, 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dim3(8), dim3(512), 0, NULL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C);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C508F9-58AE-45CB-B0D1-EA86183F05BE}"/>
              </a:ext>
            </a:extLst>
          </p:cNvPr>
          <p:cNvSpPr/>
          <p:nvPr/>
        </p:nvSpPr>
        <p:spPr>
          <a:xfrm>
            <a:off x="5251792" y="33165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FA1AA-F283-45E9-9A40-E774650A8B6B}"/>
              </a:ext>
            </a:extLst>
          </p:cNvPr>
          <p:cNvSpPr/>
          <p:nvPr/>
        </p:nvSpPr>
        <p:spPr>
          <a:xfrm>
            <a:off x="5973612" y="33165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437959-DA19-4C09-B7C9-FD3F447C0204}"/>
              </a:ext>
            </a:extLst>
          </p:cNvPr>
          <p:cNvSpPr/>
          <p:nvPr/>
        </p:nvSpPr>
        <p:spPr>
          <a:xfrm>
            <a:off x="6692663" y="32892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2F42A4-0376-42F2-AFA2-4BBEA8D9CCCF}"/>
              </a:ext>
            </a:extLst>
          </p:cNvPr>
          <p:cNvSpPr/>
          <p:nvPr/>
        </p:nvSpPr>
        <p:spPr>
          <a:xfrm>
            <a:off x="7411714" y="32892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9A4426-5733-4C92-B3CA-8C6BBF906360}"/>
              </a:ext>
            </a:extLst>
          </p:cNvPr>
          <p:cNvSpPr/>
          <p:nvPr/>
        </p:nvSpPr>
        <p:spPr>
          <a:xfrm>
            <a:off x="6353918" y="963970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C[0] in UMA4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7B472C3-609A-4DD9-9AD0-4263CD1AAD2F}"/>
              </a:ext>
            </a:extLst>
          </p:cNvPr>
          <p:cNvCxnSpPr>
            <a:cxnSpLocks/>
            <a:stCxn id="33" idx="0"/>
            <a:endCxn id="29" idx="2"/>
          </p:cNvCxnSpPr>
          <p:nvPr/>
        </p:nvCxnSpPr>
        <p:spPr>
          <a:xfrm flipH="1" flipV="1">
            <a:off x="5560056" y="620198"/>
            <a:ext cx="1102126" cy="3437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39C348-77E3-4C43-95ED-0CB4D4B586CB}"/>
              </a:ext>
            </a:extLst>
          </p:cNvPr>
          <p:cNvCxnSpPr>
            <a:cxnSpLocks/>
            <a:stCxn id="33" idx="0"/>
            <a:endCxn id="31" idx="2"/>
          </p:cNvCxnSpPr>
          <p:nvPr/>
        </p:nvCxnSpPr>
        <p:spPr>
          <a:xfrm flipV="1">
            <a:off x="6662182" y="617475"/>
            <a:ext cx="338745" cy="34649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530D26-7A4A-4989-8626-2CF6DB059B77}"/>
              </a:ext>
            </a:extLst>
          </p:cNvPr>
          <p:cNvCxnSpPr>
            <a:cxnSpLocks/>
            <a:stCxn id="33" idx="0"/>
            <a:endCxn id="32" idx="2"/>
          </p:cNvCxnSpPr>
          <p:nvPr/>
        </p:nvCxnSpPr>
        <p:spPr>
          <a:xfrm flipV="1">
            <a:off x="6662182" y="617475"/>
            <a:ext cx="1057796" cy="34649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8CED61-F407-4A55-A691-BF21143627EF}"/>
              </a:ext>
            </a:extLst>
          </p:cNvPr>
          <p:cNvCxnSpPr>
            <a:cxnSpLocks/>
            <a:stCxn id="46" idx="0"/>
            <a:endCxn id="39" idx="2"/>
          </p:cNvCxnSpPr>
          <p:nvPr/>
        </p:nvCxnSpPr>
        <p:spPr>
          <a:xfrm flipH="1" flipV="1">
            <a:off x="9219040" y="613872"/>
            <a:ext cx="417535" cy="34612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B25AE16-1310-49E4-A400-34D2AC5630EE}"/>
              </a:ext>
            </a:extLst>
          </p:cNvPr>
          <p:cNvSpPr/>
          <p:nvPr/>
        </p:nvSpPr>
        <p:spPr>
          <a:xfrm>
            <a:off x="8188956" y="32532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D1EEEB-104E-4F31-A022-A040CE84573F}"/>
              </a:ext>
            </a:extLst>
          </p:cNvPr>
          <p:cNvSpPr/>
          <p:nvPr/>
        </p:nvSpPr>
        <p:spPr>
          <a:xfrm>
            <a:off x="8910776" y="32532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73BCB-31FF-470F-89EB-63666DA3E2A2}"/>
              </a:ext>
            </a:extLst>
          </p:cNvPr>
          <p:cNvSpPr/>
          <p:nvPr/>
        </p:nvSpPr>
        <p:spPr>
          <a:xfrm>
            <a:off x="9629827" y="32260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FD5E52-6A0F-4A3F-86CE-F9594057C622}"/>
              </a:ext>
            </a:extLst>
          </p:cNvPr>
          <p:cNvSpPr/>
          <p:nvPr/>
        </p:nvSpPr>
        <p:spPr>
          <a:xfrm>
            <a:off x="10348878" y="32260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5A72303-9E6A-4170-9157-386BD4291F6D}"/>
              </a:ext>
            </a:extLst>
          </p:cNvPr>
          <p:cNvCxnSpPr>
            <a:cxnSpLocks/>
            <a:stCxn id="33" idx="0"/>
            <a:endCxn id="30" idx="2"/>
          </p:cNvCxnSpPr>
          <p:nvPr/>
        </p:nvCxnSpPr>
        <p:spPr>
          <a:xfrm flipH="1" flipV="1">
            <a:off x="6281876" y="620198"/>
            <a:ext cx="380306" cy="3437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497821-3C18-4020-8AA7-AF2FDD8D7387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flipH="1" flipV="1">
            <a:off x="8497220" y="613872"/>
            <a:ext cx="1139355" cy="34612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A2CFC8-D005-4871-A1D8-FCC918006C0E}"/>
              </a:ext>
            </a:extLst>
          </p:cNvPr>
          <p:cNvCxnSpPr>
            <a:cxnSpLocks/>
            <a:stCxn id="46" idx="0"/>
            <a:endCxn id="41" idx="2"/>
          </p:cNvCxnSpPr>
          <p:nvPr/>
        </p:nvCxnSpPr>
        <p:spPr>
          <a:xfrm flipV="1">
            <a:off x="9636575" y="611149"/>
            <a:ext cx="1020567" cy="34884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3FB6A7F-01E7-401E-9423-0453695AFBDD}"/>
              </a:ext>
            </a:extLst>
          </p:cNvPr>
          <p:cNvCxnSpPr>
            <a:cxnSpLocks/>
            <a:stCxn id="46" idx="0"/>
            <a:endCxn id="40" idx="2"/>
          </p:cNvCxnSpPr>
          <p:nvPr/>
        </p:nvCxnSpPr>
        <p:spPr>
          <a:xfrm flipV="1">
            <a:off x="9636575" y="611149"/>
            <a:ext cx="301516" cy="34884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522F2D33-3A20-459B-9EE7-16B24E5FFB5A}"/>
              </a:ext>
            </a:extLst>
          </p:cNvPr>
          <p:cNvSpPr/>
          <p:nvPr/>
        </p:nvSpPr>
        <p:spPr>
          <a:xfrm>
            <a:off x="9328311" y="959994"/>
            <a:ext cx="616528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C[1] in UMA4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6D47D1-3159-4927-8E27-2FB93E91120C}"/>
              </a:ext>
            </a:extLst>
          </p:cNvPr>
          <p:cNvSpPr/>
          <p:nvPr/>
        </p:nvSpPr>
        <p:spPr>
          <a:xfrm>
            <a:off x="5182520" y="249963"/>
            <a:ext cx="2903912" cy="4545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82868A1-B497-4227-9FA9-11B4C4C6EFE8}"/>
              </a:ext>
            </a:extLst>
          </p:cNvPr>
          <p:cNvSpPr/>
          <p:nvPr/>
        </p:nvSpPr>
        <p:spPr>
          <a:xfrm>
            <a:off x="8145313" y="245608"/>
            <a:ext cx="2903912" cy="4545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B73F94-FEB6-4B93-AB62-207A06E36656}"/>
              </a:ext>
            </a:extLst>
          </p:cNvPr>
          <p:cNvSpPr txBox="1"/>
          <p:nvPr/>
        </p:nvSpPr>
        <p:spPr>
          <a:xfrm>
            <a:off x="6409019" y="-41716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VMC0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982236-1BB4-4B15-A5BA-E22004CAF2F4}"/>
              </a:ext>
            </a:extLst>
          </p:cNvPr>
          <p:cNvSpPr txBox="1"/>
          <p:nvPr/>
        </p:nvSpPr>
        <p:spPr>
          <a:xfrm>
            <a:off x="9150437" y="-6510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VMC1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50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23</cp:revision>
  <dcterms:created xsi:type="dcterms:W3CDTF">2020-03-18T02:10:58Z</dcterms:created>
  <dcterms:modified xsi:type="dcterms:W3CDTF">2023-01-18T03:53:12Z</dcterms:modified>
</cp:coreProperties>
</file>