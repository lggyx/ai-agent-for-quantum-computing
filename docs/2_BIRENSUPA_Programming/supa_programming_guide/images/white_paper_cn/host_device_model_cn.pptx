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114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97" d="100"/>
          <a:sy n="197" d="100"/>
        </p:scale>
        <p:origin x="9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24473"/>
            <a:ext cx="30861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720408"/>
            <a:ext cx="30861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6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4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" y="341948"/>
            <a:ext cx="3549015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" y="917893"/>
            <a:ext cx="3549015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8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365125"/>
            <a:ext cx="174879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365125"/>
            <a:ext cx="174879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3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73025"/>
            <a:ext cx="3549015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336233"/>
            <a:ext cx="1740753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501015"/>
            <a:ext cx="1740753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" y="336233"/>
            <a:ext cx="1749326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" y="501015"/>
            <a:ext cx="1749326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9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4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91440"/>
            <a:ext cx="1327130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197485"/>
            <a:ext cx="2083118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411480"/>
            <a:ext cx="1327130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0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91440"/>
            <a:ext cx="1327130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197485"/>
            <a:ext cx="2083118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411480"/>
            <a:ext cx="1327130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3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73025"/>
            <a:ext cx="887254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73025"/>
            <a:ext cx="2610326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9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73025"/>
            <a:ext cx="3549015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365125"/>
            <a:ext cx="3549015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1271270"/>
            <a:ext cx="92583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1271270"/>
            <a:ext cx="1388745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1271270"/>
            <a:ext cx="92583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4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6918" y="65664"/>
            <a:ext cx="4024321" cy="1305294"/>
            <a:chOff x="76918" y="65664"/>
            <a:chExt cx="4024321" cy="130529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63CBC7D-E1D0-4847-A6EE-958CC3F2B6A0}"/>
                </a:ext>
              </a:extLst>
            </p:cNvPr>
            <p:cNvSpPr/>
            <p:nvPr/>
          </p:nvSpPr>
          <p:spPr>
            <a:xfrm>
              <a:off x="76918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F3065B5-FA39-4EE7-96F8-26F122ACE2D3}"/>
                </a:ext>
              </a:extLst>
            </p:cNvPr>
            <p:cNvSpPr/>
            <p:nvPr/>
          </p:nvSpPr>
          <p:spPr>
            <a:xfrm>
              <a:off x="2043786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GPU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6BCCBA2-558A-483B-9F88-9E31B3473833}"/>
                </a:ext>
              </a:extLst>
            </p:cNvPr>
            <p:cNvSpPr/>
            <p:nvPr/>
          </p:nvSpPr>
          <p:spPr>
            <a:xfrm>
              <a:off x="2043786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3F0C65-8D96-4502-AB31-90F35E9F10AD}"/>
                </a:ext>
              </a:extLst>
            </p:cNvPr>
            <p:cNvSpPr/>
            <p:nvPr/>
          </p:nvSpPr>
          <p:spPr>
            <a:xfrm>
              <a:off x="76918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7CE76E8-D888-444D-85E1-BFBFE97FE6DB}"/>
                </a:ext>
              </a:extLst>
            </p:cNvPr>
            <p:cNvSpPr/>
            <p:nvPr/>
          </p:nvSpPr>
          <p:spPr>
            <a:xfrm>
              <a:off x="3088057" y="291602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GPU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0C6362E-11DE-41B3-8289-1F302777410C}"/>
                </a:ext>
              </a:extLst>
            </p:cNvPr>
            <p:cNvSpPr/>
            <p:nvPr/>
          </p:nvSpPr>
          <p:spPr>
            <a:xfrm>
              <a:off x="3088057" y="651818"/>
              <a:ext cx="859727" cy="360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设备内存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7F9516A-A2F2-421D-9512-4BC95BA49344}"/>
                </a:ext>
              </a:extLst>
            </p:cNvPr>
            <p:cNvCxnSpPr>
              <a:cxnSpLocks/>
            </p:cNvCxnSpPr>
            <p:nvPr/>
          </p:nvCxnSpPr>
          <p:spPr>
            <a:xfrm>
              <a:off x="510649" y="1163190"/>
              <a:ext cx="3196742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09D4CC4-F8BD-4F31-9804-B4A05E6D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649" y="1010790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1AFC1F4-F108-4C86-85D4-2867ABCD5E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3561" y="1010790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5F80F1E-066E-40D7-A132-8E896AB10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7920" y="1005261"/>
              <a:ext cx="0" cy="15240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A921BCB-6E78-4114-8587-A69E149042F7}"/>
                </a:ext>
              </a:extLst>
            </p:cNvPr>
            <p:cNvSpPr txBox="1"/>
            <p:nvPr/>
          </p:nvSpPr>
          <p:spPr>
            <a:xfrm>
              <a:off x="3819351" y="900182"/>
              <a:ext cx="281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77" name="Arrow: Pentagon 76">
              <a:extLst>
                <a:ext uri="{FF2B5EF4-FFF2-40B4-BE49-F238E27FC236}">
                  <a16:creationId xmlns:a16="http://schemas.microsoft.com/office/drawing/2014/main" id="{914F02BB-A9A1-4719-B81F-2CB7393740B3}"/>
                </a:ext>
              </a:extLst>
            </p:cNvPr>
            <p:cNvSpPr/>
            <p:nvPr/>
          </p:nvSpPr>
          <p:spPr>
            <a:xfrm>
              <a:off x="2201678" y="65665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核函数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Arrow: Pentagon 77">
              <a:extLst>
                <a:ext uri="{FF2B5EF4-FFF2-40B4-BE49-F238E27FC236}">
                  <a16:creationId xmlns:a16="http://schemas.microsoft.com/office/drawing/2014/main" id="{D19F58F2-F745-4EC1-83EB-5CA78567F81C}"/>
                </a:ext>
              </a:extLst>
            </p:cNvPr>
            <p:cNvSpPr/>
            <p:nvPr/>
          </p:nvSpPr>
          <p:spPr>
            <a:xfrm>
              <a:off x="3239216" y="65666"/>
              <a:ext cx="610820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核函数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Arrow: Pentagon 78">
              <a:extLst>
                <a:ext uri="{FF2B5EF4-FFF2-40B4-BE49-F238E27FC236}">
                  <a16:creationId xmlns:a16="http://schemas.microsoft.com/office/drawing/2014/main" id="{13D54255-D366-49AF-A77D-5961BAC91110}"/>
                </a:ext>
              </a:extLst>
            </p:cNvPr>
            <p:cNvSpPr/>
            <p:nvPr/>
          </p:nvSpPr>
          <p:spPr>
            <a:xfrm>
              <a:off x="76918" y="65664"/>
              <a:ext cx="859727" cy="194043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主机代码</a:t>
              </a:r>
              <a:endParaRPr 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8C1E28F-5A59-4913-BF39-C8424399FFB4}"/>
                </a:ext>
              </a:extLst>
            </p:cNvPr>
            <p:cNvSpPr txBox="1"/>
            <p:nvPr/>
          </p:nvSpPr>
          <p:spPr>
            <a:xfrm>
              <a:off x="918535" y="928978"/>
              <a:ext cx="1343253" cy="441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内核二进制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数据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设备控制命令</a:t>
              </a:r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21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12</cp:revision>
  <dcterms:created xsi:type="dcterms:W3CDTF">2020-03-18T02:10:58Z</dcterms:created>
  <dcterms:modified xsi:type="dcterms:W3CDTF">2023-09-12T14:37:11Z</dcterms:modified>
</cp:coreProperties>
</file>