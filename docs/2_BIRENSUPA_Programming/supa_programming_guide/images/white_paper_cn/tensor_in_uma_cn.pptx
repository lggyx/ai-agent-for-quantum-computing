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</p:sldIdLst>
  <p:sldSz cx="109728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82" d="100"/>
          <a:sy n="82" d="100"/>
        </p:scale>
        <p:origin x="57" y="9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3"/>
            <a:ext cx="8229600" cy="477520"/>
          </a:xfrm>
        </p:spPr>
        <p:txBody>
          <a:bodyPr anchor="b"/>
          <a:lstStyle>
            <a:lvl1pPr algn="ctr"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720408"/>
            <a:ext cx="8229600" cy="331152"/>
          </a:xfrm>
        </p:spPr>
        <p:txBody>
          <a:bodyPr/>
          <a:lstStyle>
            <a:lvl1pPr marL="0" indent="0" algn="ctr">
              <a:buNone/>
              <a:defRPr sz="480"/>
            </a:lvl1pPr>
            <a:lvl2pPr marL="91440" indent="0" algn="ctr">
              <a:buNone/>
              <a:defRPr sz="400"/>
            </a:lvl2pPr>
            <a:lvl3pPr marL="182880" indent="0" algn="ctr">
              <a:buNone/>
              <a:defRPr sz="360"/>
            </a:lvl3pPr>
            <a:lvl4pPr marL="274320" indent="0" algn="ctr">
              <a:buNone/>
              <a:defRPr sz="320"/>
            </a:lvl4pPr>
            <a:lvl5pPr marL="365760" indent="0" algn="ctr">
              <a:buNone/>
              <a:defRPr sz="320"/>
            </a:lvl5pPr>
            <a:lvl6pPr marL="457200" indent="0" algn="ctr">
              <a:buNone/>
              <a:defRPr sz="320"/>
            </a:lvl6pPr>
            <a:lvl7pPr marL="548640" indent="0" algn="ctr">
              <a:buNone/>
              <a:defRPr sz="320"/>
            </a:lvl7pPr>
            <a:lvl8pPr marL="640080" indent="0" algn="ctr">
              <a:buNone/>
              <a:defRPr sz="320"/>
            </a:lvl8pPr>
            <a:lvl9pPr marL="731520" indent="0" algn="ctr">
              <a:buNone/>
              <a:defRPr sz="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3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3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341948"/>
            <a:ext cx="9464040" cy="570547"/>
          </a:xfrm>
        </p:spPr>
        <p:txBody>
          <a:bodyPr anchor="b"/>
          <a:lstStyle>
            <a:lvl1pPr>
              <a:defRPr sz="1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917893"/>
            <a:ext cx="9464040" cy="300037"/>
          </a:xfrm>
        </p:spPr>
        <p:txBody>
          <a:bodyPr/>
          <a:lstStyle>
            <a:lvl1pPr marL="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1pPr>
            <a:lvl2pPr marL="9144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2pPr>
            <a:lvl3pPr marL="182880" indent="0">
              <a:buNone/>
              <a:defRPr sz="360">
                <a:solidFill>
                  <a:schemeClr val="tx1">
                    <a:tint val="75000"/>
                  </a:schemeClr>
                </a:solidFill>
              </a:defRPr>
            </a:lvl3pPr>
            <a:lvl4pPr marL="2743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4pPr>
            <a:lvl5pPr marL="36576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5pPr>
            <a:lvl6pPr marL="45720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6pPr>
            <a:lvl7pPr marL="54864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7pPr>
            <a:lvl8pPr marL="64008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8pPr>
            <a:lvl9pPr marL="731520" indent="0">
              <a:buNone/>
              <a:defRPr sz="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6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365125"/>
            <a:ext cx="466344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29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73025"/>
            <a:ext cx="9464040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336233"/>
            <a:ext cx="4642008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501015"/>
            <a:ext cx="4642008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336233"/>
            <a:ext cx="4664869" cy="164782"/>
          </a:xfrm>
        </p:spPr>
        <p:txBody>
          <a:bodyPr anchor="b"/>
          <a:lstStyle>
            <a:lvl1pPr marL="0" indent="0">
              <a:buNone/>
              <a:defRPr sz="480" b="1"/>
            </a:lvl1pPr>
            <a:lvl2pPr marL="91440" indent="0">
              <a:buNone/>
              <a:defRPr sz="400" b="1"/>
            </a:lvl2pPr>
            <a:lvl3pPr marL="182880" indent="0">
              <a:buNone/>
              <a:defRPr sz="360" b="1"/>
            </a:lvl3pPr>
            <a:lvl4pPr marL="274320" indent="0">
              <a:buNone/>
              <a:defRPr sz="320" b="1"/>
            </a:lvl4pPr>
            <a:lvl5pPr marL="365760" indent="0">
              <a:buNone/>
              <a:defRPr sz="320" b="1"/>
            </a:lvl5pPr>
            <a:lvl6pPr marL="457200" indent="0">
              <a:buNone/>
              <a:defRPr sz="320" b="1"/>
            </a:lvl6pPr>
            <a:lvl7pPr marL="548640" indent="0">
              <a:buNone/>
              <a:defRPr sz="320" b="1"/>
            </a:lvl7pPr>
            <a:lvl8pPr marL="640080" indent="0">
              <a:buNone/>
              <a:defRPr sz="320" b="1"/>
            </a:lvl8pPr>
            <a:lvl9pPr marL="731520" indent="0">
              <a:buNone/>
              <a:defRPr sz="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501015"/>
            <a:ext cx="4664869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41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40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97485"/>
            <a:ext cx="5554980" cy="974725"/>
          </a:xfrm>
        </p:spPr>
        <p:txBody>
          <a:bodyPr/>
          <a:lstStyle>
            <a:lvl1pPr>
              <a:defRPr sz="640"/>
            </a:lvl1pPr>
            <a:lvl2pPr>
              <a:defRPr sz="560"/>
            </a:lvl2pPr>
            <a:lvl3pPr>
              <a:defRPr sz="480"/>
            </a:lvl3pPr>
            <a:lvl4pPr>
              <a:defRPr sz="400"/>
            </a:lvl4pPr>
            <a:lvl5pPr>
              <a:defRPr sz="400"/>
            </a:lvl5pPr>
            <a:lvl6pPr>
              <a:defRPr sz="400"/>
            </a:lvl6pPr>
            <a:lvl7pPr>
              <a:defRPr sz="400"/>
            </a:lvl7pPr>
            <a:lvl8pPr>
              <a:defRPr sz="400"/>
            </a:lvl8pPr>
            <a:lvl9pPr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39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91440"/>
            <a:ext cx="3539013" cy="320040"/>
          </a:xfrm>
        </p:spPr>
        <p:txBody>
          <a:bodyPr anchor="b"/>
          <a:lstStyle>
            <a:lvl1pPr>
              <a:defRPr sz="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97485"/>
            <a:ext cx="5554980" cy="974725"/>
          </a:xfrm>
        </p:spPr>
        <p:txBody>
          <a:bodyPr anchor="t"/>
          <a:lstStyle>
            <a:lvl1pPr marL="0" indent="0">
              <a:buNone/>
              <a:defRPr sz="640"/>
            </a:lvl1pPr>
            <a:lvl2pPr marL="91440" indent="0">
              <a:buNone/>
              <a:defRPr sz="560"/>
            </a:lvl2pPr>
            <a:lvl3pPr marL="182880" indent="0">
              <a:buNone/>
              <a:defRPr sz="480"/>
            </a:lvl3pPr>
            <a:lvl4pPr marL="274320" indent="0">
              <a:buNone/>
              <a:defRPr sz="400"/>
            </a:lvl4pPr>
            <a:lvl5pPr marL="365760" indent="0">
              <a:buNone/>
              <a:defRPr sz="400"/>
            </a:lvl5pPr>
            <a:lvl6pPr marL="457200" indent="0">
              <a:buNone/>
              <a:defRPr sz="400"/>
            </a:lvl6pPr>
            <a:lvl7pPr marL="548640" indent="0">
              <a:buNone/>
              <a:defRPr sz="400"/>
            </a:lvl7pPr>
            <a:lvl8pPr marL="640080" indent="0">
              <a:buNone/>
              <a:defRPr sz="400"/>
            </a:lvl8pPr>
            <a:lvl9pPr marL="731520" indent="0">
              <a:buNone/>
              <a:defRPr sz="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411480"/>
            <a:ext cx="3539013" cy="762318"/>
          </a:xfrm>
        </p:spPr>
        <p:txBody>
          <a:bodyPr/>
          <a:lstStyle>
            <a:lvl1pPr marL="0" indent="0">
              <a:buNone/>
              <a:defRPr sz="320"/>
            </a:lvl1pPr>
            <a:lvl2pPr marL="91440" indent="0">
              <a:buNone/>
              <a:defRPr sz="280"/>
            </a:lvl2pPr>
            <a:lvl3pPr marL="182880" indent="0">
              <a:buNone/>
              <a:defRPr sz="240"/>
            </a:lvl3pPr>
            <a:lvl4pPr marL="274320" indent="0">
              <a:buNone/>
              <a:defRPr sz="200"/>
            </a:lvl4pPr>
            <a:lvl5pPr marL="365760" indent="0">
              <a:buNone/>
              <a:defRPr sz="200"/>
            </a:lvl5pPr>
            <a:lvl6pPr marL="457200" indent="0">
              <a:buNone/>
              <a:defRPr sz="200"/>
            </a:lvl6pPr>
            <a:lvl7pPr marL="548640" indent="0">
              <a:buNone/>
              <a:defRPr sz="200"/>
            </a:lvl7pPr>
            <a:lvl8pPr marL="640080" indent="0">
              <a:buNone/>
              <a:defRPr sz="200"/>
            </a:lvl8pPr>
            <a:lvl9pPr marL="731520" indent="0">
              <a:buNone/>
              <a:defRPr sz="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239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73025"/>
            <a:ext cx="2366010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73025"/>
            <a:ext cx="6960870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73025"/>
            <a:ext cx="9464040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365125"/>
            <a:ext cx="9464040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1271270"/>
            <a:ext cx="370332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1271270"/>
            <a:ext cx="246888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5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182880" rtl="0" eaLnBrk="1" latinLnBrk="0" hangingPunct="1">
        <a:lnSpc>
          <a:spcPct val="90000"/>
        </a:lnSpc>
        <a:spcBef>
          <a:spcPct val="0"/>
        </a:spcBef>
        <a:buNone/>
        <a:defRPr sz="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" indent="-45720" algn="l" defTabSz="18288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8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4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" indent="-45720" algn="l" defTabSz="182880" rtl="0" eaLnBrk="1" latinLnBrk="0" hangingPunct="1">
        <a:lnSpc>
          <a:spcPct val="90000"/>
        </a:lnSpc>
        <a:spcBef>
          <a:spcPts val="100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" algn="l" defTabSz="182880" rtl="0" eaLnBrk="1" latinLnBrk="0" hangingPunct="1">
        <a:defRPr sz="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A1FA6D1E-029A-4618-92EB-A7CF993C0E58}"/>
              </a:ext>
            </a:extLst>
          </p:cNvPr>
          <p:cNvSpPr/>
          <p:nvPr/>
        </p:nvSpPr>
        <p:spPr>
          <a:xfrm>
            <a:off x="30480" y="51555"/>
            <a:ext cx="5123875" cy="1268490"/>
          </a:xfrm>
          <a:prstGeom prst="rect">
            <a:avLst/>
          </a:prstGeom>
          <a:solidFill>
            <a:srgbClr val="FFFFCC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4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UmaMatrix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&lt;BF16, </a:t>
            </a:r>
            <a:r>
              <a:rPr lang="en-US" altLang="zh-CN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BLOCK_COL_MAJOR</a:t>
            </a:r>
            <a:r>
              <a:rPr lang="en-US" altLang="zh-CN" sz="1400" dirty="0">
                <a:solidFill>
                  <a:schemeClr val="tx1"/>
                </a:solidFill>
                <a:latin typeface="Consolas" panose="020B0609020204030204" pitchFamily="49" charset="0"/>
              </a:rPr>
              <a:t>, 128, 128&gt; A;</a:t>
            </a:r>
            <a:endParaRPr lang="zh-CN" alt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suLaunchKernel(sample0, 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dim3(8), dim3(512), 0, NULL</a:t>
            </a:r>
          </a:p>
          <a:p>
            <a:r>
              <a:rPr lang="pt-BR" sz="1400" dirty="0">
                <a:solidFill>
                  <a:schemeClr val="tx1"/>
                </a:solidFill>
                <a:latin typeface="Consolas" panose="020B0609020204030204" pitchFamily="49" charset="0"/>
              </a:rPr>
              <a:t>               A);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66EDF4C-6221-4556-88CA-3921FCF00442}"/>
              </a:ext>
            </a:extLst>
          </p:cNvPr>
          <p:cNvSpPr/>
          <p:nvPr/>
        </p:nvSpPr>
        <p:spPr>
          <a:xfrm>
            <a:off x="5231244" y="5155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SPC0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58073DC-94B8-4B3C-A05C-7840BD3C2752}"/>
              </a:ext>
            </a:extLst>
          </p:cNvPr>
          <p:cNvSpPr/>
          <p:nvPr/>
        </p:nvSpPr>
        <p:spPr>
          <a:xfrm>
            <a:off x="5953064" y="51555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SPC1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5B93608-6C09-4609-BC77-44C3ED1BE65C}"/>
              </a:ext>
            </a:extLst>
          </p:cNvPr>
          <p:cNvSpPr/>
          <p:nvPr/>
        </p:nvSpPr>
        <p:spPr>
          <a:xfrm>
            <a:off x="6672115" y="4883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5BEE71-3C16-4608-B2EF-FE1D4B35E769}"/>
              </a:ext>
            </a:extLst>
          </p:cNvPr>
          <p:cNvSpPr/>
          <p:nvPr/>
        </p:nvSpPr>
        <p:spPr>
          <a:xfrm>
            <a:off x="7391166" y="48832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AA619B0-FAD1-4780-B00C-02F6B903625E}"/>
              </a:ext>
            </a:extLst>
          </p:cNvPr>
          <p:cNvSpPr/>
          <p:nvPr/>
        </p:nvSpPr>
        <p:spPr>
          <a:xfrm>
            <a:off x="6765337" y="844211"/>
            <a:ext cx="2302612" cy="36512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in UMA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0CBCBB-58C0-46DE-870E-8F8F34B6E5A9}"/>
              </a:ext>
            </a:extLst>
          </p:cNvPr>
          <p:cNvCxnSpPr>
            <a:cxnSpLocks/>
            <a:stCxn id="106" idx="0"/>
            <a:endCxn id="102" idx="2"/>
          </p:cNvCxnSpPr>
          <p:nvPr/>
        </p:nvCxnSpPr>
        <p:spPr>
          <a:xfrm flipH="1" flipV="1">
            <a:off x="5539508" y="340103"/>
            <a:ext cx="2377135" cy="5041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F701725-6071-4241-BE2F-C8C697A239C1}"/>
              </a:ext>
            </a:extLst>
          </p:cNvPr>
          <p:cNvCxnSpPr>
            <a:cxnSpLocks/>
            <a:stCxn id="106" idx="0"/>
            <a:endCxn id="104" idx="2"/>
          </p:cNvCxnSpPr>
          <p:nvPr/>
        </p:nvCxnSpPr>
        <p:spPr>
          <a:xfrm flipH="1" flipV="1">
            <a:off x="6980379" y="337380"/>
            <a:ext cx="936264" cy="50683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929D197-493F-40CF-9C4A-05BADED2A754}"/>
              </a:ext>
            </a:extLst>
          </p:cNvPr>
          <p:cNvCxnSpPr>
            <a:cxnSpLocks/>
            <a:stCxn id="106" idx="0"/>
            <a:endCxn id="105" idx="2"/>
          </p:cNvCxnSpPr>
          <p:nvPr/>
        </p:nvCxnSpPr>
        <p:spPr>
          <a:xfrm flipH="1" flipV="1">
            <a:off x="7699430" y="337380"/>
            <a:ext cx="217213" cy="506831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EA9D7624-92CA-40DF-8C07-A04B9DC81798}"/>
              </a:ext>
            </a:extLst>
          </p:cNvPr>
          <p:cNvCxnSpPr>
            <a:cxnSpLocks/>
            <a:stCxn id="106" idx="0"/>
            <a:endCxn id="112" idx="2"/>
          </p:cNvCxnSpPr>
          <p:nvPr/>
        </p:nvCxnSpPr>
        <p:spPr>
          <a:xfrm flipV="1">
            <a:off x="7916643" y="333777"/>
            <a:ext cx="1281849" cy="51043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7984659-131C-4424-A4E8-27D17B79E67F}"/>
              </a:ext>
            </a:extLst>
          </p:cNvPr>
          <p:cNvSpPr/>
          <p:nvPr/>
        </p:nvSpPr>
        <p:spPr>
          <a:xfrm>
            <a:off x="8168408" y="45229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SPC4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4ACA60B-D9D3-473D-8FC7-25B5ADCD1728}"/>
              </a:ext>
            </a:extLst>
          </p:cNvPr>
          <p:cNvSpPr/>
          <p:nvPr/>
        </p:nvSpPr>
        <p:spPr>
          <a:xfrm>
            <a:off x="8890228" y="45229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SPC5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ECCB6671-162F-4D36-B694-F506CD330BAF}"/>
              </a:ext>
            </a:extLst>
          </p:cNvPr>
          <p:cNvSpPr/>
          <p:nvPr/>
        </p:nvSpPr>
        <p:spPr>
          <a:xfrm>
            <a:off x="9609279" y="4250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SPC6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DBAB5A6-2B07-494D-AF20-FDE09AA72A24}"/>
              </a:ext>
            </a:extLst>
          </p:cNvPr>
          <p:cNvSpPr/>
          <p:nvPr/>
        </p:nvSpPr>
        <p:spPr>
          <a:xfrm>
            <a:off x="10328330" y="42506"/>
            <a:ext cx="616527" cy="28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SPC7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49CEA7DD-A542-4B4B-89F7-FB64807D5E26}"/>
              </a:ext>
            </a:extLst>
          </p:cNvPr>
          <p:cNvCxnSpPr>
            <a:cxnSpLocks/>
            <a:stCxn id="106" idx="0"/>
            <a:endCxn id="103" idx="2"/>
          </p:cNvCxnSpPr>
          <p:nvPr/>
        </p:nvCxnSpPr>
        <p:spPr>
          <a:xfrm flipH="1" flipV="1">
            <a:off x="6261328" y="340103"/>
            <a:ext cx="1655315" cy="504108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29DD89A-51ED-4644-BFEB-7CC7A9509158}"/>
              </a:ext>
            </a:extLst>
          </p:cNvPr>
          <p:cNvCxnSpPr>
            <a:cxnSpLocks/>
            <a:stCxn id="106" idx="0"/>
            <a:endCxn id="111" idx="2"/>
          </p:cNvCxnSpPr>
          <p:nvPr/>
        </p:nvCxnSpPr>
        <p:spPr>
          <a:xfrm flipV="1">
            <a:off x="7916643" y="333777"/>
            <a:ext cx="560029" cy="51043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119DAA9-D58E-4B17-B8FA-9422E4ADA1D9}"/>
              </a:ext>
            </a:extLst>
          </p:cNvPr>
          <p:cNvCxnSpPr>
            <a:cxnSpLocks/>
            <a:stCxn id="106" idx="0"/>
            <a:endCxn id="114" idx="2"/>
          </p:cNvCxnSpPr>
          <p:nvPr/>
        </p:nvCxnSpPr>
        <p:spPr>
          <a:xfrm flipV="1">
            <a:off x="7916643" y="331054"/>
            <a:ext cx="2719951" cy="51315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A47BE81-FD66-441A-A222-ACCE4C4B8802}"/>
              </a:ext>
            </a:extLst>
          </p:cNvPr>
          <p:cNvCxnSpPr>
            <a:cxnSpLocks/>
            <a:stCxn id="106" idx="0"/>
            <a:endCxn id="113" idx="2"/>
          </p:cNvCxnSpPr>
          <p:nvPr/>
        </p:nvCxnSpPr>
        <p:spPr>
          <a:xfrm flipV="1">
            <a:off x="7916643" y="331054"/>
            <a:ext cx="2000900" cy="513157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42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22</cp:revision>
  <dcterms:created xsi:type="dcterms:W3CDTF">2020-03-18T02:10:58Z</dcterms:created>
  <dcterms:modified xsi:type="dcterms:W3CDTF">2024-07-04T12:54:51Z</dcterms:modified>
</cp:coreProperties>
</file>