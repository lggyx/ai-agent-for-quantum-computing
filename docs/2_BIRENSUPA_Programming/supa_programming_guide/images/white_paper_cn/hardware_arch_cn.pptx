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6" r:id="rId2"/>
  </p:sldIdLst>
  <p:sldSz cx="54864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7EB19-F7F9-46D5-A2C6-6B0E036A6866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027C6-076D-4291-9E26-84F48B88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829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027C6-076D-4291-9E26-84F48B88AA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58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8945"/>
            <a:ext cx="41148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40815"/>
            <a:ext cx="41148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1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4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683895"/>
            <a:ext cx="47320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835785"/>
            <a:ext cx="47320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1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4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46050"/>
            <a:ext cx="47320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672465"/>
            <a:ext cx="232100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02030"/>
            <a:ext cx="232100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672465"/>
            <a:ext cx="233243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02030"/>
            <a:ext cx="233243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0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8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94970"/>
            <a:ext cx="277749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94970"/>
            <a:ext cx="277749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46050"/>
            <a:ext cx="11830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46050"/>
            <a:ext cx="348043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1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46050"/>
            <a:ext cx="47320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30250"/>
            <a:ext cx="47320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6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A60C56A-99E9-177F-14D9-1E52E8DF9994}"/>
              </a:ext>
            </a:extLst>
          </p:cNvPr>
          <p:cNvGrpSpPr/>
          <p:nvPr/>
        </p:nvGrpSpPr>
        <p:grpSpPr>
          <a:xfrm>
            <a:off x="110133" y="38888"/>
            <a:ext cx="5436146" cy="2704312"/>
            <a:chOff x="110133" y="38888"/>
            <a:chExt cx="5371312" cy="2704312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AB006ED-808B-419A-BC5E-370C58B361EF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2475359"/>
              <a:ext cx="2992651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Arrow: Pentagon 98">
              <a:extLst>
                <a:ext uri="{FF2B5EF4-FFF2-40B4-BE49-F238E27FC236}">
                  <a16:creationId xmlns:a16="http://schemas.microsoft.com/office/drawing/2014/main" id="{1E7544D4-65A6-44C5-82CF-AA3816C750DF}"/>
                </a:ext>
              </a:extLst>
            </p:cNvPr>
            <p:cNvSpPr/>
            <p:nvPr/>
          </p:nvSpPr>
          <p:spPr>
            <a:xfrm>
              <a:off x="1527292" y="38888"/>
              <a:ext cx="610820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Kernel</a:t>
              </a:r>
              <a:endParaRPr lang="en-US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B43F202-1F40-4475-AD24-16A12AD90BBD}"/>
                </a:ext>
              </a:extLst>
            </p:cNvPr>
            <p:cNvSpPr/>
            <p:nvPr/>
          </p:nvSpPr>
          <p:spPr>
            <a:xfrm>
              <a:off x="4620034" y="401017"/>
              <a:ext cx="498335" cy="197694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288" bIns="18288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VMC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9C4FE88-F9B1-4C26-BD00-84DFDB3BAD95}"/>
                </a:ext>
              </a:extLst>
            </p:cNvPr>
            <p:cNvSpPr/>
            <p:nvPr/>
          </p:nvSpPr>
          <p:spPr>
            <a:xfrm>
              <a:off x="5070902" y="1103920"/>
              <a:ext cx="4105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n-ea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8CB1623-F046-4F53-8A83-E4D84B10626D}"/>
                </a:ext>
              </a:extLst>
            </p:cNvPr>
            <p:cNvSpPr txBox="1"/>
            <p:nvPr/>
          </p:nvSpPr>
          <p:spPr>
            <a:xfrm>
              <a:off x="2362474" y="44139"/>
              <a:ext cx="279904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i="0" dirty="0">
                  <a:solidFill>
                    <a:srgbClr val="26244C"/>
                  </a:solidFill>
                  <a:effectLst/>
                  <a:latin typeface="+mn-ea"/>
                </a:rPr>
                <a:t>一个核函数可以同时运行在多个 </a:t>
              </a:r>
              <a:r>
                <a:rPr lang="en-US" altLang="zh-CN" sz="800" i="0" dirty="0">
                  <a:solidFill>
                    <a:srgbClr val="26244C"/>
                  </a:solidFill>
                  <a:effectLst/>
                  <a:latin typeface="+mn-ea"/>
                </a:rPr>
                <a:t>EU</a:t>
              </a:r>
              <a:r>
                <a:rPr lang="zh-CN" altLang="en-US" sz="800" i="0" dirty="0">
                  <a:solidFill>
                    <a:srgbClr val="26244C"/>
                  </a:solidFill>
                  <a:effectLst/>
                  <a:latin typeface="+mn-ea"/>
                </a:rPr>
                <a:t>、</a:t>
              </a:r>
              <a:r>
                <a:rPr lang="en-US" altLang="zh-CN" sz="800" i="0" dirty="0">
                  <a:solidFill>
                    <a:srgbClr val="26244C"/>
                  </a:solidFill>
                  <a:effectLst/>
                  <a:latin typeface="+mn-ea"/>
                </a:rPr>
                <a:t>CU</a:t>
              </a:r>
              <a:r>
                <a:rPr lang="zh-CN" altLang="en-US" sz="800" i="0" dirty="0">
                  <a:solidFill>
                    <a:srgbClr val="26244C"/>
                  </a:solidFill>
                  <a:effectLst/>
                  <a:latin typeface="+mn-ea"/>
                </a:rPr>
                <a:t>、</a:t>
              </a:r>
              <a:r>
                <a:rPr lang="en-US" altLang="zh-CN" sz="800" i="0" dirty="0">
                  <a:solidFill>
                    <a:srgbClr val="26244C"/>
                  </a:solidFill>
                  <a:effectLst/>
                  <a:latin typeface="+mn-ea"/>
                </a:rPr>
                <a:t>SPC</a:t>
              </a:r>
              <a:r>
                <a:rPr lang="zh-CN" altLang="en-US" sz="800" i="0" dirty="0">
                  <a:solidFill>
                    <a:srgbClr val="26244C"/>
                  </a:solidFill>
                  <a:effectLst/>
                  <a:latin typeface="+mn-ea"/>
                </a:rPr>
                <a:t>、</a:t>
              </a:r>
              <a:r>
                <a:rPr lang="en-US" altLang="zh-CN" sz="800" i="0" dirty="0">
                  <a:solidFill>
                    <a:srgbClr val="26244C"/>
                  </a:solidFill>
                  <a:effectLst/>
                  <a:latin typeface="+mn-ea"/>
                </a:rPr>
                <a:t>VMC </a:t>
              </a:r>
              <a:r>
                <a:rPr lang="zh-CN" altLang="en-US" sz="800">
                  <a:solidFill>
                    <a:srgbClr val="26244C"/>
                  </a:solidFill>
                  <a:latin typeface="+mn-ea"/>
                </a:rPr>
                <a:t>上</a:t>
              </a:r>
              <a:r>
                <a:rPr lang="zh-CN" altLang="en-US" sz="800" i="0">
                  <a:solidFill>
                    <a:srgbClr val="26244C"/>
                  </a:solidFill>
                  <a:effectLst/>
                  <a:latin typeface="+mn-ea"/>
                </a:rPr>
                <a:t>。</a:t>
              </a:r>
              <a:endParaRPr lang="en-US" sz="800" dirty="0"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3300ADE-9C66-4F48-A240-C06E1603F5C6}"/>
                </a:ext>
              </a:extLst>
            </p:cNvPr>
            <p:cNvSpPr/>
            <p:nvPr/>
          </p:nvSpPr>
          <p:spPr>
            <a:xfrm>
              <a:off x="2987672" y="2540295"/>
              <a:ext cx="958032" cy="168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设备内存</a:t>
              </a:r>
              <a:endParaRPr lang="en-US" sz="8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FF7D653-3246-43C8-A372-67DE09600B96}"/>
                </a:ext>
              </a:extLst>
            </p:cNvPr>
            <p:cNvSpPr/>
            <p:nvPr/>
          </p:nvSpPr>
          <p:spPr>
            <a:xfrm>
              <a:off x="4371274" y="2540295"/>
              <a:ext cx="958032" cy="168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设备内存</a:t>
              </a:r>
              <a:endParaRPr lang="en-US" altLang="zh-CN" sz="8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endParaRP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89C8DBD-01E5-4296-BAD6-23EA5B26BFAF}"/>
                </a:ext>
              </a:extLst>
            </p:cNvPr>
            <p:cNvCxnSpPr>
              <a:cxnSpLocks/>
              <a:stCxn id="109" idx="2"/>
              <a:endCxn id="103" idx="0"/>
            </p:cNvCxnSpPr>
            <p:nvPr/>
          </p:nvCxnSpPr>
          <p:spPr>
            <a:xfrm>
              <a:off x="3461835" y="2377969"/>
              <a:ext cx="4853" cy="162326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13580F3-6B96-468C-9914-19F7A1654CBA}"/>
                </a:ext>
              </a:extLst>
            </p:cNvPr>
            <p:cNvCxnSpPr/>
            <p:nvPr/>
          </p:nvCxnSpPr>
          <p:spPr>
            <a:xfrm>
              <a:off x="4824882" y="2377394"/>
              <a:ext cx="0" cy="178411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9CEBF41-C412-421B-B58A-173B3381994B}"/>
                </a:ext>
              </a:extLst>
            </p:cNvPr>
            <p:cNvSpPr/>
            <p:nvPr/>
          </p:nvSpPr>
          <p:spPr>
            <a:xfrm>
              <a:off x="3902530" y="2373868"/>
              <a:ext cx="4105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n-ea"/>
                  <a:cs typeface="Arial" panose="020B0604020202020204" pitchFamily="34" charset="0"/>
                </a:rPr>
                <a:t>…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F9E8E26-E6AD-4F4D-931F-69D59E4B8F5D}"/>
                </a:ext>
              </a:extLst>
            </p:cNvPr>
            <p:cNvGrpSpPr/>
            <p:nvPr/>
          </p:nvGrpSpPr>
          <p:grpSpPr>
            <a:xfrm>
              <a:off x="2417671" y="401017"/>
              <a:ext cx="2088327" cy="1976952"/>
              <a:chOff x="261168" y="397944"/>
              <a:chExt cx="2088327" cy="1976952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060D1BD3-0C44-4448-B207-AF346FC5FD49}"/>
                  </a:ext>
                </a:extLst>
              </p:cNvPr>
              <p:cNvSpPr/>
              <p:nvPr/>
            </p:nvSpPr>
            <p:spPr>
              <a:xfrm>
                <a:off x="261168" y="397944"/>
                <a:ext cx="2088327" cy="197695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91440" bIns="18288" rtlCol="0" anchor="b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+mn-ea"/>
                    <a:cs typeface="Arial" panose="020B0604020202020204" pitchFamily="34" charset="0"/>
                  </a:rPr>
                  <a:t>VMC</a:t>
                </a:r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E4226DB2-117E-422D-BEE1-6CBCD29FC993}"/>
                  </a:ext>
                </a:extLst>
              </p:cNvPr>
              <p:cNvGrpSpPr/>
              <p:nvPr/>
            </p:nvGrpSpPr>
            <p:grpSpPr>
              <a:xfrm>
                <a:off x="320335" y="457200"/>
                <a:ext cx="936966" cy="855130"/>
                <a:chOff x="320335" y="457200"/>
                <a:chExt cx="936966" cy="855130"/>
              </a:xfrm>
            </p:grpSpPr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243F52A1-BC9B-40D3-AF8B-7C43A2346818}"/>
                    </a:ext>
                  </a:extLst>
                </p:cNvPr>
                <p:cNvSpPr/>
                <p:nvPr/>
              </p:nvSpPr>
              <p:spPr>
                <a:xfrm>
                  <a:off x="320335" y="457200"/>
                  <a:ext cx="936966" cy="8551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b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SPC</a:t>
                  </a: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3F52968D-0D34-441F-AC1E-9DE0342DD050}"/>
                    </a:ext>
                  </a:extLst>
                </p:cNvPr>
                <p:cNvSpPr/>
                <p:nvPr/>
              </p:nvSpPr>
              <p:spPr>
                <a:xfrm>
                  <a:off x="375368" y="577341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D729A4FC-D59F-4DF5-AAB3-EE1406B7FF4F}"/>
                    </a:ext>
                  </a:extLst>
                </p:cNvPr>
                <p:cNvSpPr/>
                <p:nvPr/>
              </p:nvSpPr>
              <p:spPr>
                <a:xfrm>
                  <a:off x="375368" y="863797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608C0026-3D10-452B-8FA9-DE187EA9407E}"/>
                    </a:ext>
                  </a:extLst>
                </p:cNvPr>
                <p:cNvSpPr/>
                <p:nvPr/>
              </p:nvSpPr>
              <p:spPr>
                <a:xfrm>
                  <a:off x="810103" y="581570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468E276B-3B70-4745-BC73-0A2D272901EE}"/>
                    </a:ext>
                  </a:extLst>
                </p:cNvPr>
                <p:cNvSpPr/>
                <p:nvPr/>
              </p:nvSpPr>
              <p:spPr>
                <a:xfrm>
                  <a:off x="810103" y="863797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172F084-33F7-48A5-AE6B-C10BA3EE75C5}"/>
                  </a:ext>
                </a:extLst>
              </p:cNvPr>
              <p:cNvGrpSpPr/>
              <p:nvPr/>
            </p:nvGrpSpPr>
            <p:grpSpPr>
              <a:xfrm>
                <a:off x="1334138" y="457200"/>
                <a:ext cx="936966" cy="855130"/>
                <a:chOff x="320335" y="457200"/>
                <a:chExt cx="936966" cy="855130"/>
              </a:xfrm>
            </p:grpSpPr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4CB61DAA-4785-4F8E-B144-9399B6565078}"/>
                    </a:ext>
                  </a:extLst>
                </p:cNvPr>
                <p:cNvSpPr/>
                <p:nvPr/>
              </p:nvSpPr>
              <p:spPr>
                <a:xfrm>
                  <a:off x="320335" y="457200"/>
                  <a:ext cx="936966" cy="8551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b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SPC</a:t>
                  </a: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487453F8-3D1F-4D38-8B97-4EFC68DE2E92}"/>
                    </a:ext>
                  </a:extLst>
                </p:cNvPr>
                <p:cNvSpPr/>
                <p:nvPr/>
              </p:nvSpPr>
              <p:spPr>
                <a:xfrm>
                  <a:off x="373775" y="586431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BFEBBB3C-BC57-46B7-B0D7-8E4D3A86C9D9}"/>
                    </a:ext>
                  </a:extLst>
                </p:cNvPr>
                <p:cNvSpPr/>
                <p:nvPr/>
              </p:nvSpPr>
              <p:spPr>
                <a:xfrm>
                  <a:off x="373775" y="872887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B01003CC-8AA6-4AF7-8BF4-B7B5BFB43470}"/>
                    </a:ext>
                  </a:extLst>
                </p:cNvPr>
                <p:cNvSpPr/>
                <p:nvPr/>
              </p:nvSpPr>
              <p:spPr>
                <a:xfrm>
                  <a:off x="808510" y="590660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7D91A112-34E2-4864-B372-03DD77D81BE7}"/>
                    </a:ext>
                  </a:extLst>
                </p:cNvPr>
                <p:cNvSpPr/>
                <p:nvPr/>
              </p:nvSpPr>
              <p:spPr>
                <a:xfrm>
                  <a:off x="808510" y="872887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AB8357E8-1EA4-41C8-90CE-69ABA7A9C4EE}"/>
                  </a:ext>
                </a:extLst>
              </p:cNvPr>
              <p:cNvGrpSpPr/>
              <p:nvPr/>
            </p:nvGrpSpPr>
            <p:grpSpPr>
              <a:xfrm>
                <a:off x="320335" y="1380071"/>
                <a:ext cx="936966" cy="855130"/>
                <a:chOff x="320335" y="457200"/>
                <a:chExt cx="936966" cy="855130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791DBC6-BFDE-4ABB-86E7-ACAA9A15E51B}"/>
                    </a:ext>
                  </a:extLst>
                </p:cNvPr>
                <p:cNvSpPr/>
                <p:nvPr/>
              </p:nvSpPr>
              <p:spPr>
                <a:xfrm>
                  <a:off x="320335" y="457200"/>
                  <a:ext cx="936966" cy="8551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b"/>
                <a:lstStyle/>
                <a:p>
                  <a:pPr algn="ctr"/>
                  <a:r>
                    <a:rPr lang="en-US" sz="7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SPC</a:t>
                  </a: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E3BB7983-1C3A-4658-B89A-C893956BA73C}"/>
                    </a:ext>
                  </a:extLst>
                </p:cNvPr>
                <p:cNvSpPr/>
                <p:nvPr/>
              </p:nvSpPr>
              <p:spPr>
                <a:xfrm>
                  <a:off x="375368" y="590280"/>
                  <a:ext cx="390865" cy="24147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5981E5A7-1923-4973-9889-25E95C61BAEE}"/>
                    </a:ext>
                  </a:extLst>
                </p:cNvPr>
                <p:cNvSpPr/>
                <p:nvPr/>
              </p:nvSpPr>
              <p:spPr>
                <a:xfrm>
                  <a:off x="375368" y="8767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F6D182A-8A9E-40F7-8437-AB77CF82FC8B}"/>
                    </a:ext>
                  </a:extLst>
                </p:cNvPr>
                <p:cNvSpPr/>
                <p:nvPr/>
              </p:nvSpPr>
              <p:spPr>
                <a:xfrm>
                  <a:off x="810103" y="594509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B2E35792-BDF3-491C-999F-BE3744752E45}"/>
                    </a:ext>
                  </a:extLst>
                </p:cNvPr>
                <p:cNvSpPr/>
                <p:nvPr/>
              </p:nvSpPr>
              <p:spPr>
                <a:xfrm>
                  <a:off x="810103" y="876736"/>
                  <a:ext cx="390865" cy="24147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" bIns="9144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+mn-ea"/>
                      <a:cs typeface="Arial" panose="020B0604020202020204" pitchFamily="34" charset="0"/>
                    </a:rPr>
                    <a:t>CU</a:t>
                  </a:r>
                </a:p>
              </p:txBody>
            </p:sp>
          </p:grpSp>
        </p:grpSp>
        <p:sp>
          <p:nvSpPr>
            <p:cNvPr id="16" name="Callout: Line 15">
              <a:extLst>
                <a:ext uri="{FF2B5EF4-FFF2-40B4-BE49-F238E27FC236}">
                  <a16:creationId xmlns:a16="http://schemas.microsoft.com/office/drawing/2014/main" id="{BA9211AD-D9C8-496F-ADD2-0132F741B080}"/>
                </a:ext>
              </a:extLst>
            </p:cNvPr>
            <p:cNvSpPr/>
            <p:nvPr/>
          </p:nvSpPr>
          <p:spPr>
            <a:xfrm flipH="1">
              <a:off x="110133" y="303364"/>
              <a:ext cx="1870774" cy="2196777"/>
            </a:xfrm>
            <a:prstGeom prst="borderCallout1">
              <a:avLst>
                <a:gd name="adj1" fmla="val 42530"/>
                <a:gd name="adj2" fmla="val -140"/>
                <a:gd name="adj3" fmla="val 42742"/>
                <a:gd name="adj4" fmla="val -303"/>
              </a:avLst>
            </a:prstGeom>
            <a:solidFill>
              <a:schemeClr val="bg1">
                <a:lumMod val="85000"/>
              </a:schemeClr>
            </a:solidFill>
            <a:ln w="9525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8288" rtlCol="0" anchor="b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CU</a:t>
              </a:r>
              <a:endParaRPr lang="en-US" sz="12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9C28247-7E92-46F9-B6EB-E62A3B993973}"/>
                </a:ext>
              </a:extLst>
            </p:cNvPr>
            <p:cNvSpPr/>
            <p:nvPr/>
          </p:nvSpPr>
          <p:spPr>
            <a:xfrm>
              <a:off x="176021" y="365763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EU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F3A94935-82C0-4386-B340-9EE93D103E7A}"/>
                </a:ext>
              </a:extLst>
            </p:cNvPr>
            <p:cNvSpPr/>
            <p:nvPr/>
          </p:nvSpPr>
          <p:spPr>
            <a:xfrm>
              <a:off x="1099415" y="370429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EU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A8D61D9C-2CF8-4976-9CEB-4F9B34EBC4E4}"/>
                </a:ext>
              </a:extLst>
            </p:cNvPr>
            <p:cNvSpPr/>
            <p:nvPr/>
          </p:nvSpPr>
          <p:spPr>
            <a:xfrm>
              <a:off x="170819" y="1246930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EU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61C09741-BF13-41CD-AA19-486416752D8F}"/>
                </a:ext>
              </a:extLst>
            </p:cNvPr>
            <p:cNvSpPr/>
            <p:nvPr/>
          </p:nvSpPr>
          <p:spPr>
            <a:xfrm>
              <a:off x="1094213" y="1243921"/>
              <a:ext cx="813011" cy="8157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EU</a:t>
              </a:r>
              <a:endParaRPr lang="en-US" sz="8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15E17EBB-BE80-486F-B556-B34F08F614E7}"/>
                </a:ext>
              </a:extLst>
            </p:cNvPr>
            <p:cNvSpPr/>
            <p:nvPr/>
          </p:nvSpPr>
          <p:spPr>
            <a:xfrm rot="1573281">
              <a:off x="2158084" y="199941"/>
              <a:ext cx="541825" cy="119239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670A97F1-6367-4A85-9D59-FBCE2A027FFF}"/>
                </a:ext>
              </a:extLst>
            </p:cNvPr>
            <p:cNvSpPr/>
            <p:nvPr/>
          </p:nvSpPr>
          <p:spPr>
            <a:xfrm>
              <a:off x="187577" y="2125814"/>
              <a:ext cx="952154" cy="18492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共享内存</a:t>
              </a:r>
              <a:endParaRPr lang="en-US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9DACEEC3-38CA-4ED6-A040-4B90D19F4B2B}"/>
                </a:ext>
              </a:extLst>
            </p:cNvPr>
            <p:cNvSpPr/>
            <p:nvPr/>
          </p:nvSpPr>
          <p:spPr>
            <a:xfrm>
              <a:off x="1080972" y="2125814"/>
              <a:ext cx="813011" cy="18492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L1</a:t>
              </a:r>
              <a:endParaRPr lang="en-US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81696" y="625070"/>
              <a:ext cx="8058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latin typeface="+mn-ea"/>
                </a:rPr>
                <a:t>计算逻辑</a:t>
              </a:r>
            </a:p>
          </p:txBody>
        </p:sp>
        <p:sp>
          <p:nvSpPr>
            <p:cNvPr id="314" name="文本框 313"/>
            <p:cNvSpPr txBox="1"/>
            <p:nvPr/>
          </p:nvSpPr>
          <p:spPr>
            <a:xfrm>
              <a:off x="1119547" y="625070"/>
              <a:ext cx="8058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latin typeface="+mn-ea"/>
                </a:rPr>
                <a:t>计算逻辑</a:t>
              </a:r>
            </a:p>
          </p:txBody>
        </p:sp>
        <p:sp>
          <p:nvSpPr>
            <p:cNvPr id="315" name="文本框 314"/>
            <p:cNvSpPr txBox="1"/>
            <p:nvPr/>
          </p:nvSpPr>
          <p:spPr>
            <a:xfrm>
              <a:off x="177987" y="1557548"/>
              <a:ext cx="8058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latin typeface="+mn-ea"/>
                </a:rPr>
                <a:t>计算逻辑</a:t>
              </a:r>
            </a:p>
          </p:txBody>
        </p:sp>
        <p:sp>
          <p:nvSpPr>
            <p:cNvPr id="316" name="文本框 315"/>
            <p:cNvSpPr txBox="1"/>
            <p:nvPr/>
          </p:nvSpPr>
          <p:spPr>
            <a:xfrm>
              <a:off x="1115838" y="1557548"/>
              <a:ext cx="8058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latin typeface="+mn-ea"/>
                </a:rPr>
                <a:t>计算逻辑</a:t>
              </a:r>
            </a:p>
          </p:txBody>
        </p:sp>
        <p:sp>
          <p:nvSpPr>
            <p:cNvPr id="317" name="Rectangle 125">
              <a:extLst>
                <a:ext uri="{FF2B5EF4-FFF2-40B4-BE49-F238E27FC236}">
                  <a16:creationId xmlns:a16="http://schemas.microsoft.com/office/drawing/2014/main" id="{4CB61DAA-4785-4F8E-B144-9399B6565078}"/>
                </a:ext>
              </a:extLst>
            </p:cNvPr>
            <p:cNvSpPr/>
            <p:nvPr/>
          </p:nvSpPr>
          <p:spPr>
            <a:xfrm>
              <a:off x="3490641" y="1391593"/>
              <a:ext cx="936966" cy="8551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b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SPC</a:t>
              </a:r>
            </a:p>
          </p:txBody>
        </p:sp>
        <p:sp>
          <p:nvSpPr>
            <p:cNvPr id="318" name="Rectangle 126">
              <a:extLst>
                <a:ext uri="{FF2B5EF4-FFF2-40B4-BE49-F238E27FC236}">
                  <a16:creationId xmlns:a16="http://schemas.microsoft.com/office/drawing/2014/main" id="{487453F8-3D1F-4D38-8B97-4EFC68DE2E92}"/>
                </a:ext>
              </a:extLst>
            </p:cNvPr>
            <p:cNvSpPr/>
            <p:nvPr/>
          </p:nvSpPr>
          <p:spPr>
            <a:xfrm>
              <a:off x="3544081" y="1520824"/>
              <a:ext cx="390865" cy="2414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CU</a:t>
              </a:r>
            </a:p>
          </p:txBody>
        </p:sp>
        <p:sp>
          <p:nvSpPr>
            <p:cNvPr id="319" name="Rectangle 127">
              <a:extLst>
                <a:ext uri="{FF2B5EF4-FFF2-40B4-BE49-F238E27FC236}">
                  <a16:creationId xmlns:a16="http://schemas.microsoft.com/office/drawing/2014/main" id="{BFEBBB3C-BC57-46B7-B0D7-8E4D3A86C9D9}"/>
                </a:ext>
              </a:extLst>
            </p:cNvPr>
            <p:cNvSpPr/>
            <p:nvPr/>
          </p:nvSpPr>
          <p:spPr>
            <a:xfrm>
              <a:off x="3544081" y="1807280"/>
              <a:ext cx="390865" cy="2414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CU</a:t>
              </a:r>
            </a:p>
          </p:txBody>
        </p:sp>
        <p:sp>
          <p:nvSpPr>
            <p:cNvPr id="320" name="Rectangle 128">
              <a:extLst>
                <a:ext uri="{FF2B5EF4-FFF2-40B4-BE49-F238E27FC236}">
                  <a16:creationId xmlns:a16="http://schemas.microsoft.com/office/drawing/2014/main" id="{B01003CC-8AA6-4AF7-8BF4-B7B5BFB43470}"/>
                </a:ext>
              </a:extLst>
            </p:cNvPr>
            <p:cNvSpPr/>
            <p:nvPr/>
          </p:nvSpPr>
          <p:spPr>
            <a:xfrm>
              <a:off x="3978816" y="1525053"/>
              <a:ext cx="390865" cy="2414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CU</a:t>
              </a:r>
            </a:p>
          </p:txBody>
        </p:sp>
        <p:sp>
          <p:nvSpPr>
            <p:cNvPr id="321" name="Rectangle 129">
              <a:extLst>
                <a:ext uri="{FF2B5EF4-FFF2-40B4-BE49-F238E27FC236}">
                  <a16:creationId xmlns:a16="http://schemas.microsoft.com/office/drawing/2014/main" id="{7D91A112-34E2-4864-B372-03DD77D81BE7}"/>
                </a:ext>
              </a:extLst>
            </p:cNvPr>
            <p:cNvSpPr/>
            <p:nvPr/>
          </p:nvSpPr>
          <p:spPr>
            <a:xfrm>
              <a:off x="3978816" y="1807280"/>
              <a:ext cx="390865" cy="2414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CU</a:t>
              </a:r>
            </a:p>
          </p:txBody>
        </p:sp>
        <p:sp>
          <p:nvSpPr>
            <p:cNvPr id="6" name="Arrow: Right 38">
              <a:extLst>
                <a:ext uri="{FF2B5EF4-FFF2-40B4-BE49-F238E27FC236}">
                  <a16:creationId xmlns:a16="http://schemas.microsoft.com/office/drawing/2014/main" id="{46D12C64-8CE9-DF6D-9004-C9ED06341864}"/>
                </a:ext>
              </a:extLst>
            </p:cNvPr>
            <p:cNvSpPr/>
            <p:nvPr/>
          </p:nvSpPr>
          <p:spPr>
            <a:xfrm rot="12521493">
              <a:off x="1949340" y="1389270"/>
              <a:ext cx="627448" cy="119239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60</Words>
  <Application>Microsoft Office PowerPoint</Application>
  <PresentationFormat>自定义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24</cp:revision>
  <dcterms:created xsi:type="dcterms:W3CDTF">2020-03-18T02:10:58Z</dcterms:created>
  <dcterms:modified xsi:type="dcterms:W3CDTF">2023-09-12T14:38:49Z</dcterms:modified>
</cp:coreProperties>
</file>