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7315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74121"/>
            <a:ext cx="54864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200679"/>
            <a:ext cx="54864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4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569913"/>
            <a:ext cx="630936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1529821"/>
            <a:ext cx="630936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0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608542"/>
            <a:ext cx="31089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608542"/>
            <a:ext cx="31089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2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21709"/>
            <a:ext cx="630936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3" y="560388"/>
            <a:ext cx="3094672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3" y="835025"/>
            <a:ext cx="3094672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560388"/>
            <a:ext cx="3109913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835025"/>
            <a:ext cx="3109913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3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9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52400"/>
            <a:ext cx="235934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329142"/>
            <a:ext cx="370332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85800"/>
            <a:ext cx="235934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52400"/>
            <a:ext cx="235934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329142"/>
            <a:ext cx="370332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85800"/>
            <a:ext cx="235934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1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72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121709"/>
            <a:ext cx="157734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21709"/>
            <a:ext cx="4640580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121709"/>
            <a:ext cx="630936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608542"/>
            <a:ext cx="630936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2118784"/>
            <a:ext cx="16459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2118784"/>
            <a:ext cx="246888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2118784"/>
            <a:ext cx="16459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7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80353" y="-14818"/>
            <a:ext cx="7398955" cy="2234530"/>
            <a:chOff x="-80353" y="-14818"/>
            <a:chExt cx="7398955" cy="2234530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9740C682-3EEC-44AA-8778-0C4C5881BBCC}"/>
                </a:ext>
              </a:extLst>
            </p:cNvPr>
            <p:cNvSpPr txBox="1"/>
            <p:nvPr/>
          </p:nvSpPr>
          <p:spPr>
            <a:xfrm>
              <a:off x="175871" y="-14818"/>
              <a:ext cx="32896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UMA</a:t>
              </a:r>
            </a:p>
            <a:p>
              <a:pPr algn="ctr"/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例如，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weight,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image shared by kernels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44B99CF7-6949-4F88-83CE-FACC5FD0EF67}"/>
                </a:ext>
              </a:extLst>
            </p:cNvPr>
            <p:cNvSpPr txBox="1"/>
            <p:nvPr/>
          </p:nvSpPr>
          <p:spPr>
            <a:xfrm>
              <a:off x="4129909" y="3471"/>
              <a:ext cx="31886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NUMA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Activation data, per kernel temp result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16F25A2-3879-43B2-A971-686FBDFC7C91}"/>
                </a:ext>
              </a:extLst>
            </p:cNvPr>
            <p:cNvSpPr/>
            <p:nvPr/>
          </p:nvSpPr>
          <p:spPr>
            <a:xfrm>
              <a:off x="547892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SPC0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10A14D6-DFDE-4A6C-9EFB-EF9F36FBE93F}"/>
                </a:ext>
              </a:extLst>
            </p:cNvPr>
            <p:cNvSpPr/>
            <p:nvPr/>
          </p:nvSpPr>
          <p:spPr>
            <a:xfrm>
              <a:off x="1264297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A6BA968D-3DEF-482E-985F-B1BCF0027451}"/>
                </a:ext>
              </a:extLst>
            </p:cNvPr>
            <p:cNvSpPr/>
            <p:nvPr/>
          </p:nvSpPr>
          <p:spPr>
            <a:xfrm>
              <a:off x="1980702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SPC2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581EE9-2941-4054-9A73-0ECD61DF9703}"/>
                </a:ext>
              </a:extLst>
            </p:cNvPr>
            <p:cNvSpPr/>
            <p:nvPr/>
          </p:nvSpPr>
          <p:spPr>
            <a:xfrm>
              <a:off x="2771147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SPC3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74EC1904-3A1B-405F-BF83-921E9DCC925F}"/>
                </a:ext>
              </a:extLst>
            </p:cNvPr>
            <p:cNvSpPr/>
            <p:nvPr/>
          </p:nvSpPr>
          <p:spPr>
            <a:xfrm>
              <a:off x="547891" y="995133"/>
              <a:ext cx="716405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Chunk1</a:t>
              </a: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6C2E29DE-AA81-430F-A01B-7324E8BF50BF}"/>
                </a:ext>
              </a:extLst>
            </p:cNvPr>
            <p:cNvSpPr/>
            <p:nvPr/>
          </p:nvSpPr>
          <p:spPr>
            <a:xfrm>
              <a:off x="1264297" y="995133"/>
              <a:ext cx="716405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Chunk2</a:t>
              </a: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E0A60F5-E04D-4802-B26E-AE242C14A8D7}"/>
                </a:ext>
              </a:extLst>
            </p:cNvPr>
            <p:cNvSpPr/>
            <p:nvPr/>
          </p:nvSpPr>
          <p:spPr>
            <a:xfrm>
              <a:off x="1980702" y="995132"/>
              <a:ext cx="716405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Chunk3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F455DA13-0108-407B-832A-3708EF130835}"/>
                </a:ext>
              </a:extLst>
            </p:cNvPr>
            <p:cNvSpPr/>
            <p:nvPr/>
          </p:nvSpPr>
          <p:spPr>
            <a:xfrm>
              <a:off x="2697107" y="995131"/>
              <a:ext cx="716405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Chunk4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5BBC897B-7EDC-4C5F-95FB-A4FDEB565297}"/>
                </a:ext>
              </a:extLst>
            </p:cNvPr>
            <p:cNvSpPr/>
            <p:nvPr/>
          </p:nvSpPr>
          <p:spPr>
            <a:xfrm>
              <a:off x="26201" y="546096"/>
              <a:ext cx="13507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One data,</a:t>
              </a:r>
              <a:b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one VA pointer</a:t>
              </a:r>
              <a:endParaRPr lang="en-US" sz="10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490D63D3-478F-41D6-B76F-500BB3CCE4A3}"/>
                </a:ext>
              </a:extLst>
            </p:cNvPr>
            <p:cNvCxnSpPr/>
            <p:nvPr/>
          </p:nvCxnSpPr>
          <p:spPr>
            <a:xfrm>
              <a:off x="155667" y="1007487"/>
              <a:ext cx="355965" cy="1244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63B54F75-C113-46D9-94C8-6B49533E182D}"/>
                </a:ext>
              </a:extLst>
            </p:cNvPr>
            <p:cNvCxnSpPr>
              <a:cxnSpLocks/>
              <a:stCxn id="207" idx="0"/>
              <a:endCxn id="211" idx="2"/>
            </p:cNvCxnSpPr>
            <p:nvPr/>
          </p:nvCxnSpPr>
          <p:spPr>
            <a:xfrm flipV="1">
              <a:off x="849752" y="1311392"/>
              <a:ext cx="56342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BE18E3DE-A286-44B1-8941-C3C42DE70FA5}"/>
                </a:ext>
              </a:extLst>
            </p:cNvPr>
            <p:cNvCxnSpPr>
              <a:cxnSpLocks/>
              <a:stCxn id="207" idx="0"/>
              <a:endCxn id="212" idx="2"/>
            </p:cNvCxnSpPr>
            <p:nvPr/>
          </p:nvCxnSpPr>
          <p:spPr>
            <a:xfrm flipV="1">
              <a:off x="849752" y="1311392"/>
              <a:ext cx="772748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DF7BC506-EBB2-4B25-BCF1-9BAE60D937C4}"/>
                </a:ext>
              </a:extLst>
            </p:cNvPr>
            <p:cNvCxnSpPr>
              <a:cxnSpLocks/>
              <a:stCxn id="207" idx="0"/>
              <a:endCxn id="213" idx="2"/>
            </p:cNvCxnSpPr>
            <p:nvPr/>
          </p:nvCxnSpPr>
          <p:spPr>
            <a:xfrm flipV="1">
              <a:off x="849752" y="1311391"/>
              <a:ext cx="1489153" cy="526025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EC5D444C-D4E3-4D2A-901A-3551636BDEB1}"/>
                </a:ext>
              </a:extLst>
            </p:cNvPr>
            <p:cNvCxnSpPr>
              <a:cxnSpLocks/>
              <a:stCxn id="207" idx="0"/>
              <a:endCxn id="214" idx="2"/>
            </p:cNvCxnSpPr>
            <p:nvPr/>
          </p:nvCxnSpPr>
          <p:spPr>
            <a:xfrm flipV="1">
              <a:off x="849752" y="1311390"/>
              <a:ext cx="2205558" cy="526026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25849E19-A3EB-4332-9020-0EE8AD4BFEB5}"/>
                </a:ext>
              </a:extLst>
            </p:cNvPr>
            <p:cNvSpPr/>
            <p:nvPr/>
          </p:nvSpPr>
          <p:spPr>
            <a:xfrm>
              <a:off x="-80353" y="1455297"/>
              <a:ext cx="919252" cy="5693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i="1" dirty="0">
                  <a:latin typeface="Arial" panose="020B0604020202020204" pitchFamily="34" charset="0"/>
                  <a:cs typeface="Arial" panose="020B0604020202020204" pitchFamily="34" charset="0"/>
                </a:rPr>
                <a:t>May access all chunks</a:t>
              </a:r>
              <a:endParaRPr lang="en-US" sz="8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0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9E2A7EA9-4FBF-4B77-89F0-7AA9DC2CBC3B}"/>
                </a:ext>
              </a:extLst>
            </p:cNvPr>
            <p:cNvCxnSpPr>
              <a:cxnSpLocks/>
              <a:stCxn id="208" idx="0"/>
            </p:cNvCxnSpPr>
            <p:nvPr/>
          </p:nvCxnSpPr>
          <p:spPr>
            <a:xfrm flipH="1" flipV="1">
              <a:off x="917104" y="1346213"/>
              <a:ext cx="649053" cy="491203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E97553A6-543E-4381-9F30-967E8B43B1D5}"/>
                </a:ext>
              </a:extLst>
            </p:cNvPr>
            <p:cNvCxnSpPr>
              <a:cxnSpLocks/>
              <a:stCxn id="209" idx="0"/>
              <a:endCxn id="212" idx="2"/>
            </p:cNvCxnSpPr>
            <p:nvPr/>
          </p:nvCxnSpPr>
          <p:spPr>
            <a:xfrm flipH="1" flipV="1">
              <a:off x="1622500" y="1311392"/>
              <a:ext cx="660062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B3F3AA4C-1C37-40EE-8C08-3C5DF7DB8C24}"/>
                </a:ext>
              </a:extLst>
            </p:cNvPr>
            <p:cNvCxnSpPr>
              <a:cxnSpLocks/>
              <a:stCxn id="210" idx="0"/>
              <a:endCxn id="213" idx="2"/>
            </p:cNvCxnSpPr>
            <p:nvPr/>
          </p:nvCxnSpPr>
          <p:spPr>
            <a:xfrm flipH="1" flipV="1">
              <a:off x="2338905" y="1311391"/>
              <a:ext cx="734102" cy="526025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F03E7B5F-7ED4-4DA3-9AC9-AB2B9710710F}"/>
                </a:ext>
              </a:extLst>
            </p:cNvPr>
            <p:cNvCxnSpPr>
              <a:cxnSpLocks/>
              <a:stCxn id="210" idx="0"/>
              <a:endCxn id="214" idx="2"/>
            </p:cNvCxnSpPr>
            <p:nvPr/>
          </p:nvCxnSpPr>
          <p:spPr>
            <a:xfrm flipH="1" flipV="1">
              <a:off x="3055310" y="1311390"/>
              <a:ext cx="17697" cy="526026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10EB48D5-56BC-4914-8235-43EDF4E143E6}"/>
                </a:ext>
              </a:extLst>
            </p:cNvPr>
            <p:cNvCxnSpPr>
              <a:cxnSpLocks/>
              <a:stCxn id="210" idx="0"/>
              <a:endCxn id="212" idx="2"/>
            </p:cNvCxnSpPr>
            <p:nvPr/>
          </p:nvCxnSpPr>
          <p:spPr>
            <a:xfrm flipH="1" flipV="1">
              <a:off x="1622500" y="1311392"/>
              <a:ext cx="1450507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FECD34BF-C067-4744-B520-6DDFAE369275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H="1" flipV="1">
              <a:off x="962436" y="1346213"/>
              <a:ext cx="2110571" cy="491203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0022D9E6-962B-4109-B80E-BFD0029DDD2B}"/>
                </a:ext>
              </a:extLst>
            </p:cNvPr>
            <p:cNvCxnSpPr>
              <a:cxnSpLocks/>
              <a:stCxn id="209" idx="0"/>
              <a:endCxn id="213" idx="2"/>
            </p:cNvCxnSpPr>
            <p:nvPr/>
          </p:nvCxnSpPr>
          <p:spPr>
            <a:xfrm flipV="1">
              <a:off x="2282562" y="1311391"/>
              <a:ext cx="56343" cy="526025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A70ED9B6-7381-400E-9FB4-38E32EFBEDAA}"/>
                </a:ext>
              </a:extLst>
            </p:cNvPr>
            <p:cNvCxnSpPr>
              <a:cxnSpLocks/>
              <a:stCxn id="209" idx="0"/>
              <a:endCxn id="214" idx="2"/>
            </p:cNvCxnSpPr>
            <p:nvPr/>
          </p:nvCxnSpPr>
          <p:spPr>
            <a:xfrm flipV="1">
              <a:off x="2282562" y="1311390"/>
              <a:ext cx="772748" cy="526026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ED508E55-845C-45B9-9530-BC8D67E4F8E2}"/>
                </a:ext>
              </a:extLst>
            </p:cNvPr>
            <p:cNvCxnSpPr>
              <a:cxnSpLocks/>
              <a:stCxn id="209" idx="0"/>
              <a:endCxn id="211" idx="2"/>
            </p:cNvCxnSpPr>
            <p:nvPr/>
          </p:nvCxnSpPr>
          <p:spPr>
            <a:xfrm flipH="1" flipV="1">
              <a:off x="906094" y="1311392"/>
              <a:ext cx="1376468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2BCD2F77-9C36-4517-85F3-35E1808F4202}"/>
                </a:ext>
              </a:extLst>
            </p:cNvPr>
            <p:cNvCxnSpPr>
              <a:cxnSpLocks/>
              <a:stCxn id="208" idx="0"/>
              <a:endCxn id="212" idx="2"/>
            </p:cNvCxnSpPr>
            <p:nvPr/>
          </p:nvCxnSpPr>
          <p:spPr>
            <a:xfrm flipV="1">
              <a:off x="1566157" y="1311392"/>
              <a:ext cx="56343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029141FF-4F0E-4805-8B65-E09F37247E1B}"/>
                </a:ext>
              </a:extLst>
            </p:cNvPr>
            <p:cNvCxnSpPr>
              <a:cxnSpLocks/>
              <a:stCxn id="208" idx="0"/>
              <a:endCxn id="213" idx="2"/>
            </p:cNvCxnSpPr>
            <p:nvPr/>
          </p:nvCxnSpPr>
          <p:spPr>
            <a:xfrm flipV="1">
              <a:off x="1566157" y="1311391"/>
              <a:ext cx="772748" cy="526025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2F129C10-999F-45D5-8DEB-35A432D05A7A}"/>
                </a:ext>
              </a:extLst>
            </p:cNvPr>
            <p:cNvCxnSpPr>
              <a:cxnSpLocks/>
              <a:stCxn id="208" idx="0"/>
              <a:endCxn id="214" idx="2"/>
            </p:cNvCxnSpPr>
            <p:nvPr/>
          </p:nvCxnSpPr>
          <p:spPr>
            <a:xfrm flipV="1">
              <a:off x="1566157" y="1311390"/>
              <a:ext cx="1489153" cy="526026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7185B5DD-C2D9-410A-8EAF-3FB57CF7AD6A}"/>
                </a:ext>
              </a:extLst>
            </p:cNvPr>
            <p:cNvSpPr/>
            <p:nvPr/>
          </p:nvSpPr>
          <p:spPr>
            <a:xfrm>
              <a:off x="5927663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SPC2</a:t>
              </a: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4A4659C-E3B7-4D1B-A7FC-FD75A95D6CAF}"/>
                </a:ext>
              </a:extLst>
            </p:cNvPr>
            <p:cNvSpPr/>
            <p:nvPr/>
          </p:nvSpPr>
          <p:spPr>
            <a:xfrm>
              <a:off x="6678091" y="1837305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SPC3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D7DDC744-8D27-4F67-B4B6-9E9D89978561}"/>
                </a:ext>
              </a:extLst>
            </p:cNvPr>
            <p:cNvSpPr/>
            <p:nvPr/>
          </p:nvSpPr>
          <p:spPr>
            <a:xfrm>
              <a:off x="5927663" y="1025484"/>
              <a:ext cx="603720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1816BE52-A701-4C33-A6AD-8AE095129AF1}"/>
                </a:ext>
              </a:extLst>
            </p:cNvPr>
            <p:cNvSpPr/>
            <p:nvPr/>
          </p:nvSpPr>
          <p:spPr>
            <a:xfrm>
              <a:off x="6675366" y="1020749"/>
              <a:ext cx="603720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1C12ED9B-DFBA-4F75-9555-C1D6875F837E}"/>
                </a:ext>
              </a:extLst>
            </p:cNvPr>
            <p:cNvSpPr/>
            <p:nvPr/>
          </p:nvSpPr>
          <p:spPr>
            <a:xfrm>
              <a:off x="3723982" y="1370576"/>
              <a:ext cx="1092218" cy="5693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i="1" dirty="0">
                  <a:latin typeface="Arial" panose="020B0604020202020204" pitchFamily="34" charset="0"/>
                  <a:cs typeface="Arial" panose="020B0604020202020204" pitchFamily="34" charset="0"/>
                </a:rPr>
                <a:t>Mainly access its own region</a:t>
              </a:r>
              <a:endParaRPr lang="en-US" sz="8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0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18A12735-FBF7-4F83-9BCA-F01293422202}"/>
                </a:ext>
              </a:extLst>
            </p:cNvPr>
            <p:cNvCxnSpPr>
              <a:cxnSpLocks/>
              <a:stCxn id="235" idx="0"/>
            </p:cNvCxnSpPr>
            <p:nvPr/>
          </p:nvCxnSpPr>
          <p:spPr>
            <a:xfrm flipV="1">
              <a:off x="6979951" y="1337008"/>
              <a:ext cx="0" cy="500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5DAF9440-9ED9-4373-908E-06C03F062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48" y="1337008"/>
              <a:ext cx="0" cy="500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B26BA519-A0E3-4BB1-8085-4009344F5757}"/>
                </a:ext>
              </a:extLst>
            </p:cNvPr>
            <p:cNvSpPr/>
            <p:nvPr/>
          </p:nvSpPr>
          <p:spPr>
            <a:xfrm>
              <a:off x="4406632" y="1833054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SPC0</a:t>
              </a: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F37F7A30-6D1B-4945-9140-4AECA0884345}"/>
                </a:ext>
              </a:extLst>
            </p:cNvPr>
            <p:cNvSpPr/>
            <p:nvPr/>
          </p:nvSpPr>
          <p:spPr>
            <a:xfrm>
              <a:off x="5196888" y="1835379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4DF281BC-67C7-4B00-AC14-8920A5AF61BA}"/>
                </a:ext>
              </a:extLst>
            </p:cNvPr>
            <p:cNvSpPr/>
            <p:nvPr/>
          </p:nvSpPr>
          <p:spPr>
            <a:xfrm>
              <a:off x="4428172" y="1023558"/>
              <a:ext cx="603720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D448C2AD-A6C3-49D6-B232-3E24BA4903D4}"/>
                </a:ext>
              </a:extLst>
            </p:cNvPr>
            <p:cNvSpPr/>
            <p:nvPr/>
          </p:nvSpPr>
          <p:spPr>
            <a:xfrm>
              <a:off x="5194163" y="1018823"/>
              <a:ext cx="603720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BDDD110B-97A3-4F72-BB89-4EA9FC4046E3}"/>
                </a:ext>
              </a:extLst>
            </p:cNvPr>
            <p:cNvCxnSpPr>
              <a:cxnSpLocks/>
              <a:stCxn id="242" idx="0"/>
            </p:cNvCxnSpPr>
            <p:nvPr/>
          </p:nvCxnSpPr>
          <p:spPr>
            <a:xfrm flipV="1">
              <a:off x="5498748" y="1335082"/>
              <a:ext cx="0" cy="500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FCFE4F76-40BE-41DE-AAE3-EDDD4EA892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2957" y="1335082"/>
              <a:ext cx="0" cy="500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49</Words>
  <Application>Microsoft Office PowerPoint</Application>
  <PresentationFormat>自定义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11</cp:revision>
  <dcterms:created xsi:type="dcterms:W3CDTF">2020-03-18T02:10:58Z</dcterms:created>
  <dcterms:modified xsi:type="dcterms:W3CDTF">2023-09-06T02:27:50Z</dcterms:modified>
</cp:coreProperties>
</file>