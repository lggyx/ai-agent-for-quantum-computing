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</p:sldIdLst>
  <p:sldSz cx="5486400" cy="29257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41" autoAdjust="0"/>
    <p:restoredTop sz="94660"/>
  </p:normalViewPr>
  <p:slideViewPr>
    <p:cSldViewPr snapToGrid="0">
      <p:cViewPr varScale="1">
        <p:scale>
          <a:sx n="138" d="100"/>
          <a:sy n="138" d="100"/>
        </p:scale>
        <p:origin x="429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78823"/>
            <a:ext cx="4114800" cy="1018599"/>
          </a:xfrm>
        </p:spPr>
        <p:txBody>
          <a:bodyPr anchor="b"/>
          <a:lstStyle>
            <a:lvl1pPr algn="ctr"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536703"/>
            <a:ext cx="4114800" cy="706382"/>
          </a:xfrm>
        </p:spPr>
        <p:txBody>
          <a:bodyPr/>
          <a:lstStyle>
            <a:lvl1pPr marL="0" indent="0" algn="ctr">
              <a:buNone/>
              <a:defRPr sz="1024"/>
            </a:lvl1pPr>
            <a:lvl2pPr marL="195042" indent="0" algn="ctr">
              <a:buNone/>
              <a:defRPr sz="853"/>
            </a:lvl2pPr>
            <a:lvl3pPr marL="390083" indent="0" algn="ctr">
              <a:buNone/>
              <a:defRPr sz="768"/>
            </a:lvl3pPr>
            <a:lvl4pPr marL="585125" indent="0" algn="ctr">
              <a:buNone/>
              <a:defRPr sz="683"/>
            </a:lvl4pPr>
            <a:lvl5pPr marL="780166" indent="0" algn="ctr">
              <a:buNone/>
              <a:defRPr sz="683"/>
            </a:lvl5pPr>
            <a:lvl6pPr marL="975208" indent="0" algn="ctr">
              <a:buNone/>
              <a:defRPr sz="683"/>
            </a:lvl6pPr>
            <a:lvl7pPr marL="1170249" indent="0" algn="ctr">
              <a:buNone/>
              <a:defRPr sz="683"/>
            </a:lvl7pPr>
            <a:lvl8pPr marL="1365291" indent="0" algn="ctr">
              <a:buNone/>
              <a:defRPr sz="683"/>
            </a:lvl8pPr>
            <a:lvl9pPr marL="1560332" indent="0" algn="ctr">
              <a:buNone/>
              <a:defRPr sz="683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77928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015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333" y="729409"/>
            <a:ext cx="4732020" cy="1217036"/>
          </a:xfrm>
        </p:spPr>
        <p:txBody>
          <a:bodyPr anchor="b"/>
          <a:lstStyle>
            <a:lvl1pPr>
              <a:defRPr sz="25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4333" y="1957959"/>
            <a:ext cx="4732020" cy="640010"/>
          </a:xfrm>
        </p:spPr>
        <p:txBody>
          <a:bodyPr/>
          <a:lstStyle>
            <a:lvl1pPr marL="0" indent="0">
              <a:buNone/>
              <a:defRPr sz="1024">
                <a:solidFill>
                  <a:schemeClr val="tx1">
                    <a:tint val="75000"/>
                  </a:schemeClr>
                </a:solidFill>
              </a:defRPr>
            </a:lvl1pPr>
            <a:lvl2pPr marL="195042" indent="0">
              <a:buNone/>
              <a:defRPr sz="853">
                <a:solidFill>
                  <a:schemeClr val="tx1">
                    <a:tint val="75000"/>
                  </a:schemeClr>
                </a:solidFill>
              </a:defRPr>
            </a:lvl2pPr>
            <a:lvl3pPr marL="390083" indent="0">
              <a:buNone/>
              <a:defRPr sz="768">
                <a:solidFill>
                  <a:schemeClr val="tx1">
                    <a:tint val="75000"/>
                  </a:schemeClr>
                </a:solidFill>
              </a:defRPr>
            </a:lvl3pPr>
            <a:lvl4pPr marL="585125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4pPr>
            <a:lvl5pPr marL="780166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5pPr>
            <a:lvl6pPr marL="975208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6pPr>
            <a:lvl7pPr marL="1170249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7pPr>
            <a:lvl8pPr marL="1365291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8pPr>
            <a:lvl9pPr marL="1560332" indent="0">
              <a:buNone/>
              <a:defRPr sz="68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66094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7190" y="778849"/>
            <a:ext cx="2331720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77490" y="778849"/>
            <a:ext cx="2331720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7529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55770"/>
            <a:ext cx="4732020" cy="5655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905" y="717218"/>
            <a:ext cx="2321004" cy="351498"/>
          </a:xfrm>
        </p:spPr>
        <p:txBody>
          <a:bodyPr anchor="b"/>
          <a:lstStyle>
            <a:lvl1pPr marL="0" indent="0">
              <a:buNone/>
              <a:defRPr sz="1024" b="1"/>
            </a:lvl1pPr>
            <a:lvl2pPr marL="195042" indent="0">
              <a:buNone/>
              <a:defRPr sz="853" b="1"/>
            </a:lvl2pPr>
            <a:lvl3pPr marL="390083" indent="0">
              <a:buNone/>
              <a:defRPr sz="768" b="1"/>
            </a:lvl3pPr>
            <a:lvl4pPr marL="585125" indent="0">
              <a:buNone/>
              <a:defRPr sz="683" b="1"/>
            </a:lvl4pPr>
            <a:lvl5pPr marL="780166" indent="0">
              <a:buNone/>
              <a:defRPr sz="683" b="1"/>
            </a:lvl5pPr>
            <a:lvl6pPr marL="975208" indent="0">
              <a:buNone/>
              <a:defRPr sz="683" b="1"/>
            </a:lvl6pPr>
            <a:lvl7pPr marL="1170249" indent="0">
              <a:buNone/>
              <a:defRPr sz="683" b="1"/>
            </a:lvl7pPr>
            <a:lvl8pPr marL="1365291" indent="0">
              <a:buNone/>
              <a:defRPr sz="683" b="1"/>
            </a:lvl8pPr>
            <a:lvl9pPr marL="1560332" indent="0">
              <a:buNone/>
              <a:defRPr sz="6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7905" y="1068716"/>
            <a:ext cx="2321004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77490" y="717218"/>
            <a:ext cx="2332435" cy="351498"/>
          </a:xfrm>
        </p:spPr>
        <p:txBody>
          <a:bodyPr anchor="b"/>
          <a:lstStyle>
            <a:lvl1pPr marL="0" indent="0">
              <a:buNone/>
              <a:defRPr sz="1024" b="1"/>
            </a:lvl1pPr>
            <a:lvl2pPr marL="195042" indent="0">
              <a:buNone/>
              <a:defRPr sz="853" b="1"/>
            </a:lvl2pPr>
            <a:lvl3pPr marL="390083" indent="0">
              <a:buNone/>
              <a:defRPr sz="768" b="1"/>
            </a:lvl3pPr>
            <a:lvl4pPr marL="585125" indent="0">
              <a:buNone/>
              <a:defRPr sz="683" b="1"/>
            </a:lvl4pPr>
            <a:lvl5pPr marL="780166" indent="0">
              <a:buNone/>
              <a:defRPr sz="683" b="1"/>
            </a:lvl5pPr>
            <a:lvl6pPr marL="975208" indent="0">
              <a:buNone/>
              <a:defRPr sz="683" b="1"/>
            </a:lvl6pPr>
            <a:lvl7pPr marL="1170249" indent="0">
              <a:buNone/>
              <a:defRPr sz="683" b="1"/>
            </a:lvl7pPr>
            <a:lvl8pPr marL="1365291" indent="0">
              <a:buNone/>
              <a:defRPr sz="683" b="1"/>
            </a:lvl8pPr>
            <a:lvl9pPr marL="1560332" indent="0">
              <a:buNone/>
              <a:defRPr sz="683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77490" y="1068716"/>
            <a:ext cx="2332435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2283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4792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9544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95051"/>
            <a:ext cx="1769507" cy="682678"/>
          </a:xfrm>
        </p:spPr>
        <p:txBody>
          <a:bodyPr anchor="b"/>
          <a:lstStyle>
            <a:lvl1pPr>
              <a:defRPr sz="13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332435" y="421256"/>
            <a:ext cx="2777490" cy="2079188"/>
          </a:xfrm>
        </p:spPr>
        <p:txBody>
          <a:bodyPr/>
          <a:lstStyle>
            <a:lvl1pPr>
              <a:defRPr sz="1365"/>
            </a:lvl1pPr>
            <a:lvl2pPr>
              <a:defRPr sz="1194"/>
            </a:lvl2pPr>
            <a:lvl3pPr>
              <a:defRPr sz="1024"/>
            </a:lvl3pPr>
            <a:lvl4pPr>
              <a:defRPr sz="853"/>
            </a:lvl4pPr>
            <a:lvl5pPr>
              <a:defRPr sz="853"/>
            </a:lvl5pPr>
            <a:lvl6pPr>
              <a:defRPr sz="853"/>
            </a:lvl6pPr>
            <a:lvl7pPr>
              <a:defRPr sz="853"/>
            </a:lvl7pPr>
            <a:lvl8pPr>
              <a:defRPr sz="853"/>
            </a:lvl8pPr>
            <a:lvl9pPr>
              <a:defRPr sz="85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77729"/>
            <a:ext cx="1769507" cy="1626101"/>
          </a:xfrm>
        </p:spPr>
        <p:txBody>
          <a:bodyPr/>
          <a:lstStyle>
            <a:lvl1pPr marL="0" indent="0">
              <a:buNone/>
              <a:defRPr sz="683"/>
            </a:lvl1pPr>
            <a:lvl2pPr marL="195042" indent="0">
              <a:buNone/>
              <a:defRPr sz="597"/>
            </a:lvl2pPr>
            <a:lvl3pPr marL="390083" indent="0">
              <a:buNone/>
              <a:defRPr sz="512"/>
            </a:lvl3pPr>
            <a:lvl4pPr marL="585125" indent="0">
              <a:buNone/>
              <a:defRPr sz="427"/>
            </a:lvl4pPr>
            <a:lvl5pPr marL="780166" indent="0">
              <a:buNone/>
              <a:defRPr sz="427"/>
            </a:lvl5pPr>
            <a:lvl6pPr marL="975208" indent="0">
              <a:buNone/>
              <a:defRPr sz="427"/>
            </a:lvl6pPr>
            <a:lvl7pPr marL="1170249" indent="0">
              <a:buNone/>
              <a:defRPr sz="427"/>
            </a:lvl7pPr>
            <a:lvl8pPr marL="1365291" indent="0">
              <a:buNone/>
              <a:defRPr sz="427"/>
            </a:lvl8pPr>
            <a:lvl9pPr marL="1560332" indent="0">
              <a:buNone/>
              <a:defRPr sz="4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3624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7905" y="195051"/>
            <a:ext cx="1769507" cy="682678"/>
          </a:xfrm>
        </p:spPr>
        <p:txBody>
          <a:bodyPr anchor="b"/>
          <a:lstStyle>
            <a:lvl1pPr>
              <a:defRPr sz="1365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32435" y="421256"/>
            <a:ext cx="2777490" cy="2079188"/>
          </a:xfrm>
        </p:spPr>
        <p:txBody>
          <a:bodyPr anchor="t"/>
          <a:lstStyle>
            <a:lvl1pPr marL="0" indent="0">
              <a:buNone/>
              <a:defRPr sz="1365"/>
            </a:lvl1pPr>
            <a:lvl2pPr marL="195042" indent="0">
              <a:buNone/>
              <a:defRPr sz="1194"/>
            </a:lvl2pPr>
            <a:lvl3pPr marL="390083" indent="0">
              <a:buNone/>
              <a:defRPr sz="1024"/>
            </a:lvl3pPr>
            <a:lvl4pPr marL="585125" indent="0">
              <a:buNone/>
              <a:defRPr sz="853"/>
            </a:lvl4pPr>
            <a:lvl5pPr marL="780166" indent="0">
              <a:buNone/>
              <a:defRPr sz="853"/>
            </a:lvl5pPr>
            <a:lvl6pPr marL="975208" indent="0">
              <a:buNone/>
              <a:defRPr sz="853"/>
            </a:lvl6pPr>
            <a:lvl7pPr marL="1170249" indent="0">
              <a:buNone/>
              <a:defRPr sz="853"/>
            </a:lvl7pPr>
            <a:lvl8pPr marL="1365291" indent="0">
              <a:buNone/>
              <a:defRPr sz="853"/>
            </a:lvl8pPr>
            <a:lvl9pPr marL="1560332" indent="0">
              <a:buNone/>
              <a:defRPr sz="853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7905" y="877729"/>
            <a:ext cx="1769507" cy="1626101"/>
          </a:xfrm>
        </p:spPr>
        <p:txBody>
          <a:bodyPr/>
          <a:lstStyle>
            <a:lvl1pPr marL="0" indent="0">
              <a:buNone/>
              <a:defRPr sz="683"/>
            </a:lvl1pPr>
            <a:lvl2pPr marL="195042" indent="0">
              <a:buNone/>
              <a:defRPr sz="597"/>
            </a:lvl2pPr>
            <a:lvl3pPr marL="390083" indent="0">
              <a:buNone/>
              <a:defRPr sz="512"/>
            </a:lvl3pPr>
            <a:lvl4pPr marL="585125" indent="0">
              <a:buNone/>
              <a:defRPr sz="427"/>
            </a:lvl4pPr>
            <a:lvl5pPr marL="780166" indent="0">
              <a:buNone/>
              <a:defRPr sz="427"/>
            </a:lvl5pPr>
            <a:lvl6pPr marL="975208" indent="0">
              <a:buNone/>
              <a:defRPr sz="427"/>
            </a:lvl6pPr>
            <a:lvl7pPr marL="1170249" indent="0">
              <a:buNone/>
              <a:defRPr sz="427"/>
            </a:lvl7pPr>
            <a:lvl8pPr marL="1365291" indent="0">
              <a:buNone/>
              <a:defRPr sz="427"/>
            </a:lvl8pPr>
            <a:lvl9pPr marL="1560332" indent="0">
              <a:buNone/>
              <a:defRPr sz="42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522982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72532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926205" y="155770"/>
            <a:ext cx="1183005" cy="2479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7190" y="155770"/>
            <a:ext cx="3480435" cy="2479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0EC89-F888-4496-B433-B8B27B9209F0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80016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7190" y="155770"/>
            <a:ext cx="4732020" cy="56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7190" y="778849"/>
            <a:ext cx="4732020" cy="1856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7190" y="2711749"/>
            <a:ext cx="123444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60EC89-F888-4496-B433-B8B27B9209F0}" type="datetimeFigureOut">
              <a:rPr lang="en-US" smtClean="0"/>
              <a:t>7/4/2024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817370" y="2711749"/>
            <a:ext cx="185166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74770" y="2711749"/>
            <a:ext cx="1234440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51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D9FB9D8-6166-48E3-889B-1725E87AB0C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471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defTabSz="390083" rtl="0" eaLnBrk="1" latinLnBrk="0" hangingPunct="1">
        <a:lnSpc>
          <a:spcPct val="90000"/>
        </a:lnSpc>
        <a:spcBef>
          <a:spcPct val="0"/>
        </a:spcBef>
        <a:buNone/>
        <a:defRPr sz="187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7521" indent="-97521" algn="l" defTabSz="390083" rtl="0" eaLnBrk="1" latinLnBrk="0" hangingPunct="1">
        <a:lnSpc>
          <a:spcPct val="90000"/>
        </a:lnSpc>
        <a:spcBef>
          <a:spcPts val="427"/>
        </a:spcBef>
        <a:buFont typeface="Arial" panose="020B0604020202020204" pitchFamily="34" charset="0"/>
        <a:buChar char="•"/>
        <a:defRPr sz="1194" kern="1200">
          <a:solidFill>
            <a:schemeClr val="tx1"/>
          </a:solidFill>
          <a:latin typeface="+mn-lt"/>
          <a:ea typeface="+mn-ea"/>
          <a:cs typeface="+mn-cs"/>
        </a:defRPr>
      </a:lvl1pPr>
      <a:lvl2pPr marL="292562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1024" kern="1200">
          <a:solidFill>
            <a:schemeClr val="tx1"/>
          </a:solidFill>
          <a:latin typeface="+mn-lt"/>
          <a:ea typeface="+mn-ea"/>
          <a:cs typeface="+mn-cs"/>
        </a:defRPr>
      </a:lvl2pPr>
      <a:lvl3pPr marL="487604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853" kern="1200">
          <a:solidFill>
            <a:schemeClr val="tx1"/>
          </a:solidFill>
          <a:latin typeface="+mn-lt"/>
          <a:ea typeface="+mn-ea"/>
          <a:cs typeface="+mn-cs"/>
        </a:defRPr>
      </a:lvl3pPr>
      <a:lvl4pPr marL="682645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4pPr>
      <a:lvl5pPr marL="877687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5pPr>
      <a:lvl6pPr marL="1072728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6pPr>
      <a:lvl7pPr marL="1267770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7pPr>
      <a:lvl8pPr marL="1462811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8pPr>
      <a:lvl9pPr marL="1657853" indent="-97521" algn="l" defTabSz="390083" rtl="0" eaLnBrk="1" latinLnBrk="0" hangingPunct="1">
        <a:lnSpc>
          <a:spcPct val="90000"/>
        </a:lnSpc>
        <a:spcBef>
          <a:spcPts val="213"/>
        </a:spcBef>
        <a:buFont typeface="Arial" panose="020B0604020202020204" pitchFamily="34" charset="0"/>
        <a:buChar char="•"/>
        <a:defRPr sz="76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1pPr>
      <a:lvl2pPr marL="195042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2pPr>
      <a:lvl3pPr marL="390083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3pPr>
      <a:lvl4pPr marL="585125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4pPr>
      <a:lvl5pPr marL="780166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5pPr>
      <a:lvl6pPr marL="975208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6pPr>
      <a:lvl7pPr marL="1170249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7pPr>
      <a:lvl8pPr marL="1365291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8pPr>
      <a:lvl9pPr marL="1560332" algn="l" defTabSz="390083" rtl="0" eaLnBrk="1" latinLnBrk="0" hangingPunct="1">
        <a:defRPr sz="76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8" name="Group 27">
            <a:extLst>
              <a:ext uri="{FF2B5EF4-FFF2-40B4-BE49-F238E27FC236}">
                <a16:creationId xmlns:a16="http://schemas.microsoft.com/office/drawing/2014/main" id="{981216AA-1C4D-4843-83AD-1DCBBAB7AE96}"/>
              </a:ext>
            </a:extLst>
          </p:cNvPr>
          <p:cNvGrpSpPr/>
          <p:nvPr/>
        </p:nvGrpSpPr>
        <p:grpSpPr>
          <a:xfrm>
            <a:off x="482722" y="643209"/>
            <a:ext cx="4949181" cy="2257527"/>
            <a:chOff x="3329554" y="3591924"/>
            <a:chExt cx="4949181" cy="2257527"/>
          </a:xfrm>
        </p:grpSpPr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5C00DA25-B964-44BB-811A-9DBEFF3D5926}"/>
                </a:ext>
              </a:extLst>
            </p:cNvPr>
            <p:cNvSpPr/>
            <p:nvPr/>
          </p:nvSpPr>
          <p:spPr>
            <a:xfrm>
              <a:off x="3329554" y="3603408"/>
              <a:ext cx="2150496" cy="832895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Tensor intrinsics</a:t>
              </a:r>
            </a:p>
            <a:p>
              <a:pPr marL="114300" lvl="0" indent="-11430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e.g. __load_input_buf();</a:t>
              </a:r>
            </a:p>
            <a:p>
              <a:pPr marL="114300" lvl="0" indent="-11430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e.g. __mma();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1E41B09D-351D-4C10-B73D-B342C25DB1F1}"/>
                </a:ext>
              </a:extLst>
            </p:cNvPr>
            <p:cNvSpPr/>
            <p:nvPr/>
          </p:nvSpPr>
          <p:spPr>
            <a:xfrm>
              <a:off x="6128239" y="3591924"/>
              <a:ext cx="2150496" cy="855862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Tensor data types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Matrix, </a:t>
              </a:r>
              <a:r>
                <a:rPr lang="en-US" altLang="zh-CN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Matrix3D</a:t>
              </a:r>
              <a:r>
                <a:rPr lang="en-US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,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Activation, ConvWeight, … </a:t>
              </a:r>
            </a:p>
            <a:p>
              <a:pPr marL="114300" indent="-114300">
                <a:buFont typeface="Arial" panose="020B0604020202020204" pitchFamily="34" charset="0"/>
                <a:buChar char="•"/>
              </a:pPr>
              <a:r>
                <a:rPr lang="en-US" sz="110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Coordinate, …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1B1D780-AA12-4126-BCBA-41C0F9D4FCA7}"/>
                </a:ext>
              </a:extLst>
            </p:cNvPr>
            <p:cNvSpPr/>
            <p:nvPr/>
          </p:nvSpPr>
          <p:spPr>
            <a:xfrm>
              <a:off x="3329554" y="5309775"/>
              <a:ext cx="2150496" cy="53967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BRCC Tensor intrinsics</a:t>
              </a:r>
              <a:r>
                <a:rPr lang="en-US" sz="1400" b="1" dirty="0">
                  <a:solidFill>
                    <a:prstClr val="black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 in LLVM</a:t>
              </a:r>
              <a:endParaRPr lang="en-US" sz="1400" b="1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22BE9899-5ECA-4CC1-A0BD-21B86D109EFE}"/>
                </a:ext>
              </a:extLst>
            </p:cNvPr>
            <p:cNvCxnSpPr>
              <a:cxnSpLocks/>
              <a:stCxn id="30" idx="2"/>
              <a:endCxn id="36" idx="0"/>
            </p:cNvCxnSpPr>
            <p:nvPr/>
          </p:nvCxnSpPr>
          <p:spPr>
            <a:xfrm>
              <a:off x="4404802" y="4436303"/>
              <a:ext cx="0" cy="87347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5CE0DA00-2152-4FE0-B72C-5AD2CDDF635E}"/>
                </a:ext>
              </a:extLst>
            </p:cNvPr>
            <p:cNvSpPr txBox="1"/>
            <p:nvPr/>
          </p:nvSpPr>
          <p:spPr>
            <a:xfrm>
              <a:off x="3498970" y="4704821"/>
              <a:ext cx="95521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映射</a:t>
              </a:r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编译至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2E9E069A-0CB8-44BD-B7CB-09606F3DB1CC}"/>
                </a:ext>
              </a:extLst>
            </p:cNvPr>
            <p:cNvSpPr/>
            <p:nvPr/>
          </p:nvSpPr>
          <p:spPr>
            <a:xfrm>
              <a:off x="6128239" y="5308239"/>
              <a:ext cx="2150496" cy="53967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Tensor Memory Object</a:t>
              </a:r>
            </a:p>
          </p:txBody>
        </p:sp>
        <p:cxnSp>
          <p:nvCxnSpPr>
            <p:cNvPr id="40" name="Straight Arrow Connector 39">
              <a:extLst>
                <a:ext uri="{FF2B5EF4-FFF2-40B4-BE49-F238E27FC236}">
                  <a16:creationId xmlns:a16="http://schemas.microsoft.com/office/drawing/2014/main" id="{28D2D8F4-A0AE-4884-9A60-C6B4A0594500}"/>
                </a:ext>
              </a:extLst>
            </p:cNvPr>
            <p:cNvCxnSpPr>
              <a:cxnSpLocks/>
              <a:stCxn id="31" idx="2"/>
              <a:endCxn id="39" idx="0"/>
            </p:cNvCxnSpPr>
            <p:nvPr/>
          </p:nvCxnSpPr>
          <p:spPr>
            <a:xfrm>
              <a:off x="7203487" y="4447786"/>
              <a:ext cx="0" cy="860453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3157E9DC-7F74-4103-A0E5-3681F8660FE5}"/>
                </a:ext>
              </a:extLst>
            </p:cNvPr>
            <p:cNvSpPr txBox="1"/>
            <p:nvPr/>
          </p:nvSpPr>
          <p:spPr>
            <a:xfrm>
              <a:off x="6227858" y="4785298"/>
              <a:ext cx="926251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映射</a:t>
              </a:r>
              <a:r>
                <a:rPr lang="en-US" altLang="zh-CN" sz="1100" dirty="0">
                  <a:latin typeface="Arial" panose="020B0604020202020204" pitchFamily="34" charset="0"/>
                  <a:cs typeface="Arial" panose="020B0604020202020204" pitchFamily="34" charset="0"/>
                </a:rPr>
                <a:t>/</a:t>
              </a:r>
              <a:r>
                <a:rPr lang="zh-CN" altLang="en-US" sz="1100" dirty="0">
                  <a:latin typeface="Arial" panose="020B0604020202020204" pitchFamily="34" charset="0"/>
                  <a:cs typeface="Arial" panose="020B0604020202020204" pitchFamily="34" charset="0"/>
                </a:rPr>
                <a:t>编译至</a:t>
              </a:r>
              <a:endParaRPr lang="en-US" sz="110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217B86F2-28B3-4E46-A8AD-99A105682CF9}"/>
              </a:ext>
            </a:extLst>
          </p:cNvPr>
          <p:cNvCxnSpPr>
            <a:stCxn id="30" idx="3"/>
            <a:endCxn id="31" idx="1"/>
          </p:cNvCxnSpPr>
          <p:nvPr/>
        </p:nvCxnSpPr>
        <p:spPr>
          <a:xfrm flipV="1">
            <a:off x="2633218" y="1071140"/>
            <a:ext cx="648189" cy="1"/>
          </a:xfrm>
          <a:prstGeom prst="straightConnector1">
            <a:avLst/>
          </a:prstGeom>
          <a:ln w="12700"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0047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51</Words>
  <Application>Microsoft Office PowerPoint</Application>
  <PresentationFormat>自定义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Haichuan Wang(王海川)</dc:creator>
  <cp:lastModifiedBy>Jirong Li(李季戎)</cp:lastModifiedBy>
  <cp:revision>17</cp:revision>
  <dcterms:created xsi:type="dcterms:W3CDTF">2020-03-18T02:10:58Z</dcterms:created>
  <dcterms:modified xsi:type="dcterms:W3CDTF">2024-07-04T12:43:21Z</dcterms:modified>
</cp:coreProperties>
</file>