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10972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82" d="100"/>
          <a:sy n="82" d="100"/>
        </p:scale>
        <p:origin x="57" y="9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3"/>
            <a:ext cx="82296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20408"/>
            <a:ext cx="82296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3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341948"/>
            <a:ext cx="9464040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917893"/>
            <a:ext cx="9464040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6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9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025"/>
            <a:ext cx="9464040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336233"/>
            <a:ext cx="4642008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501015"/>
            <a:ext cx="4642008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336233"/>
            <a:ext cx="4664869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501015"/>
            <a:ext cx="4664869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1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97485"/>
            <a:ext cx="5554980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97485"/>
            <a:ext cx="5554980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73025"/>
            <a:ext cx="2366010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73025"/>
            <a:ext cx="6960870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73025"/>
            <a:ext cx="9464040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365125"/>
            <a:ext cx="9464040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271270"/>
            <a:ext cx="370332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5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A72A5CED-3A75-4CA4-9FBA-1B27C273F9E4}"/>
              </a:ext>
            </a:extLst>
          </p:cNvPr>
          <p:cNvSpPr/>
          <p:nvPr/>
        </p:nvSpPr>
        <p:spPr>
          <a:xfrm>
            <a:off x="27938" y="43935"/>
            <a:ext cx="5123875" cy="1268490"/>
          </a:xfrm>
          <a:prstGeom prst="rect">
            <a:avLst/>
          </a:prstGeom>
          <a:solidFill>
            <a:srgbClr val="FFFF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NumaMatrix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&lt;BF16, </a:t>
            </a:r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BLOCK_COL_MAJOR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, 128, 128&gt; B(8);</a:t>
            </a:r>
            <a:endParaRPr lang="zh-CN" alt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//8 regions</a:t>
            </a:r>
          </a:p>
          <a:p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suLaunchKernel(sample1, 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dim3(8), dim3(512), 0, NULL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B);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7C4821F-1622-4F0C-B783-12328CD70B17}"/>
              </a:ext>
            </a:extLst>
          </p:cNvPr>
          <p:cNvSpPr/>
          <p:nvPr/>
        </p:nvSpPr>
        <p:spPr>
          <a:xfrm>
            <a:off x="5218311" y="4393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F954F7B-2428-49C4-8F2D-5114C870C129}"/>
              </a:ext>
            </a:extLst>
          </p:cNvPr>
          <p:cNvSpPr/>
          <p:nvPr/>
        </p:nvSpPr>
        <p:spPr>
          <a:xfrm>
            <a:off x="5940131" y="4393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5911EB8-69EE-43A7-8E97-12F0427D40B7}"/>
              </a:ext>
            </a:extLst>
          </p:cNvPr>
          <p:cNvSpPr/>
          <p:nvPr/>
        </p:nvSpPr>
        <p:spPr>
          <a:xfrm>
            <a:off x="6659182" y="4121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36B53EA-9274-420F-B851-4A9B0A72AFBD}"/>
              </a:ext>
            </a:extLst>
          </p:cNvPr>
          <p:cNvSpPr/>
          <p:nvPr/>
        </p:nvSpPr>
        <p:spPr>
          <a:xfrm>
            <a:off x="7378233" y="4121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EABB8F3-787D-467F-864E-4D00EC097DFA}"/>
              </a:ext>
            </a:extLst>
          </p:cNvPr>
          <p:cNvSpPr/>
          <p:nvPr/>
        </p:nvSpPr>
        <p:spPr>
          <a:xfrm>
            <a:off x="5215542" y="968959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B[0] in NUMA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0A64183-392A-4FE0-86CA-E5D10D038CF9}"/>
              </a:ext>
            </a:extLst>
          </p:cNvPr>
          <p:cNvCxnSpPr>
            <a:cxnSpLocks/>
            <a:stCxn id="124" idx="0"/>
            <a:endCxn id="120" idx="2"/>
          </p:cNvCxnSpPr>
          <p:nvPr/>
        </p:nvCxnSpPr>
        <p:spPr>
          <a:xfrm flipV="1">
            <a:off x="5523806" y="332483"/>
            <a:ext cx="2769" cy="63647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1FBCDA6-2B2E-4B75-A65F-F3CA764A55D6}"/>
              </a:ext>
            </a:extLst>
          </p:cNvPr>
          <p:cNvCxnSpPr>
            <a:cxnSpLocks/>
            <a:stCxn id="138" idx="0"/>
            <a:endCxn id="122" idx="2"/>
          </p:cNvCxnSpPr>
          <p:nvPr/>
        </p:nvCxnSpPr>
        <p:spPr>
          <a:xfrm flipV="1">
            <a:off x="6967446" y="329760"/>
            <a:ext cx="0" cy="60229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9E7DC85-D367-463C-82AD-0CF800D310D4}"/>
              </a:ext>
            </a:extLst>
          </p:cNvPr>
          <p:cNvCxnSpPr>
            <a:cxnSpLocks/>
            <a:stCxn id="139" idx="0"/>
            <a:endCxn id="123" idx="2"/>
          </p:cNvCxnSpPr>
          <p:nvPr/>
        </p:nvCxnSpPr>
        <p:spPr>
          <a:xfrm flipV="1">
            <a:off x="7686496" y="329760"/>
            <a:ext cx="1" cy="62963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E36FF55-5500-43FD-999C-9EC5033BE9D6}"/>
              </a:ext>
            </a:extLst>
          </p:cNvPr>
          <p:cNvCxnSpPr>
            <a:cxnSpLocks/>
            <a:stCxn id="141" idx="0"/>
            <a:endCxn id="130" idx="2"/>
          </p:cNvCxnSpPr>
          <p:nvPr/>
        </p:nvCxnSpPr>
        <p:spPr>
          <a:xfrm flipH="1" flipV="1">
            <a:off x="9185559" y="326157"/>
            <a:ext cx="6236" cy="63362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73A3439-1C06-44A4-AD02-E24DE550D095}"/>
              </a:ext>
            </a:extLst>
          </p:cNvPr>
          <p:cNvSpPr/>
          <p:nvPr/>
        </p:nvSpPr>
        <p:spPr>
          <a:xfrm>
            <a:off x="8155475" y="3760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7A6154C-4D27-4119-A20D-8861CE428FEF}"/>
              </a:ext>
            </a:extLst>
          </p:cNvPr>
          <p:cNvSpPr/>
          <p:nvPr/>
        </p:nvSpPr>
        <p:spPr>
          <a:xfrm>
            <a:off x="8877295" y="3760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0430845-F170-493A-8FBB-6706269A43DD}"/>
              </a:ext>
            </a:extLst>
          </p:cNvPr>
          <p:cNvSpPr/>
          <p:nvPr/>
        </p:nvSpPr>
        <p:spPr>
          <a:xfrm>
            <a:off x="9596346" y="3488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93BBB73-780A-412D-848E-7FAA920FE07E}"/>
              </a:ext>
            </a:extLst>
          </p:cNvPr>
          <p:cNvSpPr/>
          <p:nvPr/>
        </p:nvSpPr>
        <p:spPr>
          <a:xfrm>
            <a:off x="10315397" y="3488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DA94591-7E64-40A8-AD60-0149466F6AAE}"/>
              </a:ext>
            </a:extLst>
          </p:cNvPr>
          <p:cNvCxnSpPr>
            <a:cxnSpLocks/>
            <a:stCxn id="137" idx="0"/>
            <a:endCxn id="121" idx="2"/>
          </p:cNvCxnSpPr>
          <p:nvPr/>
        </p:nvCxnSpPr>
        <p:spPr>
          <a:xfrm flipV="1">
            <a:off x="6245626" y="332483"/>
            <a:ext cx="2769" cy="63647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98B2788-0640-462F-A179-DB0ADFE1630B}"/>
              </a:ext>
            </a:extLst>
          </p:cNvPr>
          <p:cNvCxnSpPr>
            <a:cxnSpLocks/>
            <a:stCxn id="140" idx="0"/>
            <a:endCxn id="129" idx="2"/>
          </p:cNvCxnSpPr>
          <p:nvPr/>
        </p:nvCxnSpPr>
        <p:spPr>
          <a:xfrm flipV="1">
            <a:off x="8460100" y="326157"/>
            <a:ext cx="3639" cy="62757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58C0424-E47D-4911-822C-56913F574BF8}"/>
              </a:ext>
            </a:extLst>
          </p:cNvPr>
          <p:cNvCxnSpPr>
            <a:cxnSpLocks/>
            <a:stCxn id="143" idx="0"/>
            <a:endCxn id="132" idx="2"/>
          </p:cNvCxnSpPr>
          <p:nvPr/>
        </p:nvCxnSpPr>
        <p:spPr>
          <a:xfrm flipH="1" flipV="1">
            <a:off x="10623661" y="323434"/>
            <a:ext cx="18015" cy="62386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62B5A6FD-C159-427A-84FF-2C159959BDA9}"/>
              </a:ext>
            </a:extLst>
          </p:cNvPr>
          <p:cNvCxnSpPr>
            <a:cxnSpLocks/>
            <a:stCxn id="142" idx="0"/>
            <a:endCxn id="131" idx="2"/>
          </p:cNvCxnSpPr>
          <p:nvPr/>
        </p:nvCxnSpPr>
        <p:spPr>
          <a:xfrm flipH="1" flipV="1">
            <a:off x="9904610" y="323434"/>
            <a:ext cx="17139" cy="60862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B1AD68A-02C6-431B-9B70-77BF7A950F14}"/>
              </a:ext>
            </a:extLst>
          </p:cNvPr>
          <p:cNvSpPr/>
          <p:nvPr/>
        </p:nvSpPr>
        <p:spPr>
          <a:xfrm>
            <a:off x="5937362" y="968960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B[1] in NUMA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86E6A30-4B1E-44F5-83EC-DCC8C50F443B}"/>
              </a:ext>
            </a:extLst>
          </p:cNvPr>
          <p:cNvSpPr/>
          <p:nvPr/>
        </p:nvSpPr>
        <p:spPr>
          <a:xfrm>
            <a:off x="6659182" y="932054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B[2] in NUMA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0DCA5F4-930C-45E7-89D1-F5CB88D89B41}"/>
              </a:ext>
            </a:extLst>
          </p:cNvPr>
          <p:cNvSpPr/>
          <p:nvPr/>
        </p:nvSpPr>
        <p:spPr>
          <a:xfrm>
            <a:off x="7378232" y="959398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B[3] in NUMA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972B7A4-4CD1-4D27-8BDB-5A1404AF9AED}"/>
              </a:ext>
            </a:extLst>
          </p:cNvPr>
          <p:cNvSpPr/>
          <p:nvPr/>
        </p:nvSpPr>
        <p:spPr>
          <a:xfrm>
            <a:off x="8151836" y="953728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B[4] in NUMA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E9BE84C-386B-440A-BAFB-26964B22AD46}"/>
              </a:ext>
            </a:extLst>
          </p:cNvPr>
          <p:cNvSpPr/>
          <p:nvPr/>
        </p:nvSpPr>
        <p:spPr>
          <a:xfrm>
            <a:off x="8883531" y="959779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B[5] in NUMA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2F6C649-E9AC-4C7F-A657-E45EC509C4DD}"/>
              </a:ext>
            </a:extLst>
          </p:cNvPr>
          <p:cNvSpPr/>
          <p:nvPr/>
        </p:nvSpPr>
        <p:spPr>
          <a:xfrm>
            <a:off x="9613485" y="932054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B[6] in NUMA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1C8C4E7-D86E-4FCB-B691-3D283B153482}"/>
              </a:ext>
            </a:extLst>
          </p:cNvPr>
          <p:cNvSpPr/>
          <p:nvPr/>
        </p:nvSpPr>
        <p:spPr>
          <a:xfrm>
            <a:off x="10333412" y="947300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B[7] in NUMA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92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25</cp:revision>
  <dcterms:created xsi:type="dcterms:W3CDTF">2020-03-18T02:10:58Z</dcterms:created>
  <dcterms:modified xsi:type="dcterms:W3CDTF">2024-07-04T12:56:21Z</dcterms:modified>
</cp:coreProperties>
</file>