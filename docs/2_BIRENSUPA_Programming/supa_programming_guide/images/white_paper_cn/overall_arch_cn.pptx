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"/>
  </p:notesMasterIdLst>
  <p:sldIdLst>
    <p:sldId id="258" r:id="rId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F3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23" autoAdjust="0"/>
    <p:restoredTop sz="94660"/>
  </p:normalViewPr>
  <p:slideViewPr>
    <p:cSldViewPr snapToGrid="0">
      <p:cViewPr>
        <p:scale>
          <a:sx n="70" d="100"/>
          <a:sy n="70" d="100"/>
        </p:scale>
        <p:origin x="656" y="260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9E70EE-409E-408E-B4F0-FC15B7600CE0}" type="datetimeFigureOut">
              <a:rPr lang="zh-CN" altLang="en-US" smtClean="0"/>
              <a:t>2023/8/28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CEEA09-8D53-4A60-A25D-EC140219551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456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449220" rtl="0" eaLnBrk="1" latinLnBrk="0" hangingPunct="1">
      <a:defRPr sz="3214" kern="1200">
        <a:solidFill>
          <a:schemeClr val="tx1"/>
        </a:solidFill>
        <a:latin typeface="+mn-lt"/>
        <a:ea typeface="+mn-ea"/>
        <a:cs typeface="+mn-cs"/>
      </a:defRPr>
    </a:lvl1pPr>
    <a:lvl2pPr marL="1224610" algn="l" defTabSz="2449220" rtl="0" eaLnBrk="1" latinLnBrk="0" hangingPunct="1">
      <a:defRPr sz="3214" kern="1200">
        <a:solidFill>
          <a:schemeClr val="tx1"/>
        </a:solidFill>
        <a:latin typeface="+mn-lt"/>
        <a:ea typeface="+mn-ea"/>
        <a:cs typeface="+mn-cs"/>
      </a:defRPr>
    </a:lvl2pPr>
    <a:lvl3pPr marL="2449220" algn="l" defTabSz="2449220" rtl="0" eaLnBrk="1" latinLnBrk="0" hangingPunct="1">
      <a:defRPr sz="3214" kern="1200">
        <a:solidFill>
          <a:schemeClr val="tx1"/>
        </a:solidFill>
        <a:latin typeface="+mn-lt"/>
        <a:ea typeface="+mn-ea"/>
        <a:cs typeface="+mn-cs"/>
      </a:defRPr>
    </a:lvl3pPr>
    <a:lvl4pPr marL="3673831" algn="l" defTabSz="2449220" rtl="0" eaLnBrk="1" latinLnBrk="0" hangingPunct="1">
      <a:defRPr sz="3214" kern="1200">
        <a:solidFill>
          <a:schemeClr val="tx1"/>
        </a:solidFill>
        <a:latin typeface="+mn-lt"/>
        <a:ea typeface="+mn-ea"/>
        <a:cs typeface="+mn-cs"/>
      </a:defRPr>
    </a:lvl4pPr>
    <a:lvl5pPr marL="4898441" algn="l" defTabSz="2449220" rtl="0" eaLnBrk="1" latinLnBrk="0" hangingPunct="1">
      <a:defRPr sz="3214" kern="1200">
        <a:solidFill>
          <a:schemeClr val="tx1"/>
        </a:solidFill>
        <a:latin typeface="+mn-lt"/>
        <a:ea typeface="+mn-ea"/>
        <a:cs typeface="+mn-cs"/>
      </a:defRPr>
    </a:lvl5pPr>
    <a:lvl6pPr marL="6123051" algn="l" defTabSz="2449220" rtl="0" eaLnBrk="1" latinLnBrk="0" hangingPunct="1">
      <a:defRPr sz="3214" kern="1200">
        <a:solidFill>
          <a:schemeClr val="tx1"/>
        </a:solidFill>
        <a:latin typeface="+mn-lt"/>
        <a:ea typeface="+mn-ea"/>
        <a:cs typeface="+mn-cs"/>
      </a:defRPr>
    </a:lvl6pPr>
    <a:lvl7pPr marL="7347661" algn="l" defTabSz="2449220" rtl="0" eaLnBrk="1" latinLnBrk="0" hangingPunct="1">
      <a:defRPr sz="3214" kern="1200">
        <a:solidFill>
          <a:schemeClr val="tx1"/>
        </a:solidFill>
        <a:latin typeface="+mn-lt"/>
        <a:ea typeface="+mn-ea"/>
        <a:cs typeface="+mn-cs"/>
      </a:defRPr>
    </a:lvl7pPr>
    <a:lvl8pPr marL="8572271" algn="l" defTabSz="2449220" rtl="0" eaLnBrk="1" latinLnBrk="0" hangingPunct="1">
      <a:defRPr sz="3214" kern="1200">
        <a:solidFill>
          <a:schemeClr val="tx1"/>
        </a:solidFill>
        <a:latin typeface="+mn-lt"/>
        <a:ea typeface="+mn-ea"/>
        <a:cs typeface="+mn-cs"/>
      </a:defRPr>
    </a:lvl8pPr>
    <a:lvl9pPr marL="9796882" algn="l" defTabSz="2449220" rtl="0" eaLnBrk="1" latinLnBrk="0" hangingPunct="1">
      <a:defRPr sz="321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0CEEA09-8D53-4A60-A25D-EC140219551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4464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369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73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714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6982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360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1698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326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515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362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603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11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8/28/2023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4679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6" Type="http://schemas.openxmlformats.org/officeDocument/2006/relationships/image" Target="../media/image3.jpeg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矩形 57"/>
          <p:cNvSpPr/>
          <p:nvPr/>
        </p:nvSpPr>
        <p:spPr>
          <a:xfrm>
            <a:off x="-19488" y="-90082"/>
            <a:ext cx="9213697" cy="5366169"/>
          </a:xfrm>
          <a:prstGeom prst="rect">
            <a:avLst/>
          </a:prstGeom>
          <a:solidFill>
            <a:srgbClr val="ECF3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7" name="Picture 2" descr="http://mms0.baidu.com/it/u=1245102371,3095006597&amp;fm=253&amp;app=138&amp;f=JPEG?w=750&amp;h=500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50" t="36354" r="7905" b="30439"/>
          <a:stretch/>
        </p:blipFill>
        <p:spPr bwMode="auto">
          <a:xfrm>
            <a:off x="5244175" y="943608"/>
            <a:ext cx="1371600" cy="36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矩形 14"/>
          <p:cNvSpPr/>
          <p:nvPr/>
        </p:nvSpPr>
        <p:spPr>
          <a:xfrm>
            <a:off x="584617" y="4549515"/>
            <a:ext cx="1362981" cy="432000"/>
          </a:xfrm>
          <a:prstGeom prst="rect">
            <a:avLst/>
          </a:prstGeom>
          <a:solidFill>
            <a:schemeClr val="accent5">
              <a:lumMod val="5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硬件平台</a:t>
            </a:r>
          </a:p>
        </p:txBody>
      </p:sp>
      <p:sp>
        <p:nvSpPr>
          <p:cNvPr id="13" name="矩形 12"/>
          <p:cNvSpPr/>
          <p:nvPr/>
        </p:nvSpPr>
        <p:spPr>
          <a:xfrm>
            <a:off x="2368445" y="4549514"/>
            <a:ext cx="5718747" cy="432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壁仞通用</a:t>
            </a:r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GPU</a:t>
            </a:r>
            <a:r>
              <a:rPr lang="zh-CN" altLang="en-US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产品</a:t>
            </a:r>
          </a:p>
        </p:txBody>
      </p:sp>
      <p:sp>
        <p:nvSpPr>
          <p:cNvPr id="17" name="矩形 16"/>
          <p:cNvSpPr/>
          <p:nvPr/>
        </p:nvSpPr>
        <p:spPr>
          <a:xfrm>
            <a:off x="2558323" y="3809735"/>
            <a:ext cx="1349115" cy="324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KMD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6565692" y="3809735"/>
            <a:ext cx="1349115" cy="324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</a:rPr>
              <a:t>BRsmi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569503" y="3809735"/>
            <a:ext cx="1349115" cy="324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suVS</a:t>
            </a:r>
            <a:endParaRPr lang="zh-CN" altLang="en-US" sz="12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84617" y="3737735"/>
            <a:ext cx="1362981" cy="432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驱动程序</a:t>
            </a:r>
          </a:p>
        </p:txBody>
      </p:sp>
      <p:sp>
        <p:nvSpPr>
          <p:cNvPr id="26" name="矩形 25"/>
          <p:cNvSpPr/>
          <p:nvPr/>
        </p:nvSpPr>
        <p:spPr>
          <a:xfrm>
            <a:off x="584617" y="871443"/>
            <a:ext cx="1362981" cy="468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机器学习框架</a:t>
            </a:r>
          </a:p>
        </p:txBody>
      </p:sp>
      <p:sp>
        <p:nvSpPr>
          <p:cNvPr id="27" name="矩形 26"/>
          <p:cNvSpPr/>
          <p:nvPr/>
        </p:nvSpPr>
        <p:spPr>
          <a:xfrm>
            <a:off x="2368444" y="3671280"/>
            <a:ext cx="5718747" cy="600910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35" b="17461"/>
          <a:stretch/>
        </p:blipFill>
        <p:spPr>
          <a:xfrm>
            <a:off x="2490868" y="947928"/>
            <a:ext cx="1094156" cy="360000"/>
          </a:xfrm>
          <a:prstGeom prst="rect">
            <a:avLst/>
          </a:prstGeom>
        </p:spPr>
      </p:pic>
      <p:sp>
        <p:nvSpPr>
          <p:cNvPr id="32" name="文本框 31"/>
          <p:cNvSpPr txBox="1"/>
          <p:nvPr/>
        </p:nvSpPr>
        <p:spPr>
          <a:xfrm>
            <a:off x="7642976" y="845936"/>
            <a:ext cx="1416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…</a:t>
            </a:r>
            <a:endParaRPr lang="zh-CN" altLang="en-US" sz="2000" dirty="0"/>
          </a:p>
        </p:txBody>
      </p:sp>
      <p:sp>
        <p:nvSpPr>
          <p:cNvPr id="33" name="矩形 32"/>
          <p:cNvSpPr/>
          <p:nvPr/>
        </p:nvSpPr>
        <p:spPr>
          <a:xfrm>
            <a:off x="584617" y="1524414"/>
            <a:ext cx="1362982" cy="191451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BIRENSUPA</a:t>
            </a:r>
            <a:r>
              <a:rPr lang="en-US" altLang="zh-CN" sz="1200" baseline="300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TM</a:t>
            </a:r>
          </a:p>
          <a:p>
            <a:pPr algn="ctr"/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软件平台</a:t>
            </a:r>
          </a:p>
        </p:txBody>
      </p:sp>
      <p:sp>
        <p:nvSpPr>
          <p:cNvPr id="34" name="矩形 33"/>
          <p:cNvSpPr/>
          <p:nvPr/>
        </p:nvSpPr>
        <p:spPr>
          <a:xfrm>
            <a:off x="2368443" y="1524414"/>
            <a:ext cx="5718747" cy="1914511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 dirty="0">
              <a:solidFill>
                <a:schemeClr val="accent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6" name="直接连接符 35"/>
          <p:cNvCxnSpPr/>
          <p:nvPr/>
        </p:nvCxnSpPr>
        <p:spPr>
          <a:xfrm>
            <a:off x="312516" y="4422098"/>
            <a:ext cx="872655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/>
          <p:cNvCxnSpPr/>
          <p:nvPr/>
        </p:nvCxnSpPr>
        <p:spPr>
          <a:xfrm>
            <a:off x="312516" y="737014"/>
            <a:ext cx="8726553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矩形 37"/>
          <p:cNvSpPr/>
          <p:nvPr/>
        </p:nvSpPr>
        <p:spPr>
          <a:xfrm>
            <a:off x="584617" y="157857"/>
            <a:ext cx="1362981" cy="4680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accent5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行业应用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6774195" y="951664"/>
            <a:ext cx="911395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suInfer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 rotWithShape="1"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847" b="22386"/>
          <a:stretch/>
        </p:blipFill>
        <p:spPr>
          <a:xfrm>
            <a:off x="3740187" y="947928"/>
            <a:ext cx="1312026" cy="360000"/>
          </a:xfrm>
          <a:prstGeom prst="rect">
            <a:avLst/>
          </a:prstGeom>
        </p:spPr>
      </p:pic>
      <p:sp>
        <p:nvSpPr>
          <p:cNvPr id="40" name="矩形 39"/>
          <p:cNvSpPr/>
          <p:nvPr/>
        </p:nvSpPr>
        <p:spPr>
          <a:xfrm>
            <a:off x="2571308" y="3016176"/>
            <a:ext cx="5363978" cy="310992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/>
              <a:t>BRCC</a:t>
            </a:r>
            <a:r>
              <a:rPr lang="zh-CN" altLang="en-US" sz="1200" dirty="0"/>
              <a:t>编译器</a:t>
            </a:r>
          </a:p>
        </p:txBody>
      </p:sp>
      <p:graphicFrame>
        <p:nvGraphicFramePr>
          <p:cNvPr id="41" name="表格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125835"/>
              </p:ext>
            </p:extLst>
          </p:nvPr>
        </p:nvGraphicFramePr>
        <p:xfrm>
          <a:off x="6828020" y="1687976"/>
          <a:ext cx="1107266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266">
                  <a:extLst>
                    <a:ext uri="{9D8B030D-6E8A-4147-A177-3AD203B41FA5}">
                      <a16:colId xmlns:a16="http://schemas.microsoft.com/office/drawing/2014/main" val="1010031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开发者工具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8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dirty="0"/>
                        <a:t>suProfiler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dirty="0"/>
                        <a:t>SUPTI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dirty="0"/>
                        <a:t>suDebugger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1200" dirty="0"/>
                        <a:t>…</a:t>
                      </a:r>
                      <a:endParaRPr lang="zh-CN" altLang="en-US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5353606"/>
                  </a:ext>
                </a:extLst>
              </a:tr>
            </a:tbl>
          </a:graphicData>
        </a:graphic>
      </p:graphicFrame>
      <p:graphicFrame>
        <p:nvGraphicFramePr>
          <p:cNvPr id="42" name="表格 4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9350418"/>
              </p:ext>
            </p:extLst>
          </p:nvPr>
        </p:nvGraphicFramePr>
        <p:xfrm>
          <a:off x="2571308" y="1672468"/>
          <a:ext cx="1107266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266">
                  <a:extLst>
                    <a:ext uri="{9D8B030D-6E8A-4147-A177-3AD203B41FA5}">
                      <a16:colId xmlns:a16="http://schemas.microsoft.com/office/drawing/2014/main" val="1010031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zh-CN" altLang="en-US" sz="1200" dirty="0"/>
                        <a:t>加速库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0831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dirty="0"/>
                        <a:t>suDNN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dirty="0"/>
                        <a:t>suBLAS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zh-CN" sz="1200" dirty="0"/>
                        <a:t>suCCL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altLang="zh-CN" sz="1200" dirty="0"/>
                        <a:t>…</a:t>
                      </a:r>
                      <a:endParaRPr lang="zh-CN" altLang="en-US" sz="1200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5353606"/>
                  </a:ext>
                </a:extLst>
              </a:tr>
            </a:tbl>
          </a:graphicData>
        </a:graphic>
      </p:graphicFrame>
      <p:sp>
        <p:nvSpPr>
          <p:cNvPr id="43" name="矩形 42"/>
          <p:cNvSpPr/>
          <p:nvPr/>
        </p:nvSpPr>
        <p:spPr>
          <a:xfrm>
            <a:off x="3779232" y="1667723"/>
            <a:ext cx="2877385" cy="119854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altLang="zh-CN" sz="1600" b="1" dirty="0"/>
              <a:t>BIRENSUPA</a:t>
            </a:r>
            <a:r>
              <a:rPr lang="en-US" altLang="zh-CN" sz="1600" b="1" baseline="30000" dirty="0"/>
              <a:t>TM</a:t>
            </a:r>
            <a:r>
              <a:rPr lang="zh-CN" altLang="en-US" sz="1600" b="1" dirty="0"/>
              <a:t>编程模型</a:t>
            </a:r>
            <a:endParaRPr lang="en-US" altLang="zh-CN" sz="1600" b="1" dirty="0"/>
          </a:p>
          <a:p>
            <a:pPr algn="ctr">
              <a:lnSpc>
                <a:spcPct val="120000"/>
              </a:lnSpc>
            </a:pPr>
            <a:r>
              <a:rPr lang="zh-CN" altLang="zh-CN" sz="1200" dirty="0"/>
              <a:t>定义</a:t>
            </a:r>
            <a:r>
              <a:rPr lang="en-US" altLang="zh-CN" sz="1200" dirty="0"/>
              <a:t>C++</a:t>
            </a:r>
            <a:r>
              <a:rPr lang="zh-CN" altLang="zh-CN" sz="1200" dirty="0"/>
              <a:t>编程语言扩展和运行时</a:t>
            </a:r>
            <a:r>
              <a:rPr lang="en-US" altLang="zh-CN" sz="1200" dirty="0"/>
              <a:t>API</a:t>
            </a:r>
            <a:endParaRPr lang="zh-CN" altLang="en-US" sz="1200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2900822" y="273581"/>
            <a:ext cx="111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推理训练</a:t>
            </a:r>
          </a:p>
        </p:txBody>
      </p:sp>
      <p:sp>
        <p:nvSpPr>
          <p:cNvPr id="46" name="iconfont-10405-5327922">
            <a:extLst>
              <a:ext uri="{FF2B5EF4-FFF2-40B4-BE49-F238E27FC236}">
                <a16:creationId xmlns:a16="http://schemas.microsoft.com/office/drawing/2014/main" id="{54405246-CCE2-4201-BBB1-D3F3EB6E740D}"/>
              </a:ext>
            </a:extLst>
          </p:cNvPr>
          <p:cNvSpPr>
            <a:spLocks noChangeAspect="1"/>
          </p:cNvSpPr>
          <p:nvPr/>
        </p:nvSpPr>
        <p:spPr>
          <a:xfrm>
            <a:off x="2485223" y="232080"/>
            <a:ext cx="370629" cy="360000"/>
          </a:xfrm>
          <a:custGeom>
            <a:avLst/>
            <a:gdLst>
              <a:gd name="T0" fmla="*/ 5612 w 13291"/>
              <a:gd name="T1" fmla="*/ 5837 h 12911"/>
              <a:gd name="T2" fmla="*/ 631 w 13291"/>
              <a:gd name="T3" fmla="*/ 3347 h 12911"/>
              <a:gd name="T4" fmla="*/ 233 w 13291"/>
              <a:gd name="T5" fmla="*/ 3347 h 12911"/>
              <a:gd name="T6" fmla="*/ 17 w 13291"/>
              <a:gd name="T7" fmla="*/ 3754 h 12911"/>
              <a:gd name="T8" fmla="*/ 17 w 13291"/>
              <a:gd name="T9" fmla="*/ 9273 h 12911"/>
              <a:gd name="T10" fmla="*/ 216 w 13291"/>
              <a:gd name="T11" fmla="*/ 9622 h 12911"/>
              <a:gd name="T12" fmla="*/ 5197 w 13291"/>
              <a:gd name="T13" fmla="*/ 12735 h 12911"/>
              <a:gd name="T14" fmla="*/ 5413 w 13291"/>
              <a:gd name="T15" fmla="*/ 12801 h 12911"/>
              <a:gd name="T16" fmla="*/ 5828 w 13291"/>
              <a:gd name="T17" fmla="*/ 12386 h 12911"/>
              <a:gd name="T18" fmla="*/ 5828 w 13291"/>
              <a:gd name="T19" fmla="*/ 6210 h 12911"/>
              <a:gd name="T20" fmla="*/ 5612 w 13291"/>
              <a:gd name="T21" fmla="*/ 5837 h 12911"/>
              <a:gd name="T22" fmla="*/ 4997 w 13291"/>
              <a:gd name="T23" fmla="*/ 11647 h 12911"/>
              <a:gd name="T24" fmla="*/ 847 w 13291"/>
              <a:gd name="T25" fmla="*/ 9041 h 12911"/>
              <a:gd name="T26" fmla="*/ 847 w 13291"/>
              <a:gd name="T27" fmla="*/ 4426 h 12911"/>
              <a:gd name="T28" fmla="*/ 4997 w 13291"/>
              <a:gd name="T29" fmla="*/ 6468 h 12911"/>
              <a:gd name="T30" fmla="*/ 4997 w 13291"/>
              <a:gd name="T31" fmla="*/ 11647 h 12911"/>
              <a:gd name="T32" fmla="*/ 13107 w 13291"/>
              <a:gd name="T33" fmla="*/ 3289 h 12911"/>
              <a:gd name="T34" fmla="*/ 12709 w 13291"/>
              <a:gd name="T35" fmla="*/ 3289 h 12911"/>
              <a:gd name="T36" fmla="*/ 6898 w 13291"/>
              <a:gd name="T37" fmla="*/ 5837 h 12911"/>
              <a:gd name="T38" fmla="*/ 6649 w 13291"/>
              <a:gd name="T39" fmla="*/ 6219 h 12911"/>
              <a:gd name="T40" fmla="*/ 6649 w 13291"/>
              <a:gd name="T41" fmla="*/ 12394 h 12911"/>
              <a:gd name="T42" fmla="*/ 7272 w 13291"/>
              <a:gd name="T43" fmla="*/ 12751 h 12911"/>
              <a:gd name="T44" fmla="*/ 13082 w 13291"/>
              <a:gd name="T45" fmla="*/ 9431 h 12911"/>
              <a:gd name="T46" fmla="*/ 13290 w 13291"/>
              <a:gd name="T47" fmla="*/ 9074 h 12911"/>
              <a:gd name="T48" fmla="*/ 13290 w 13291"/>
              <a:gd name="T49" fmla="*/ 3637 h 12911"/>
              <a:gd name="T50" fmla="*/ 13107 w 13291"/>
              <a:gd name="T51" fmla="*/ 3289 h 12911"/>
              <a:gd name="T52" fmla="*/ 12468 w 13291"/>
              <a:gd name="T53" fmla="*/ 8809 h 12911"/>
              <a:gd name="T54" fmla="*/ 7488 w 13291"/>
              <a:gd name="T55" fmla="*/ 11647 h 12911"/>
              <a:gd name="T56" fmla="*/ 7488 w 13291"/>
              <a:gd name="T57" fmla="*/ 6484 h 12911"/>
              <a:gd name="T58" fmla="*/ 12468 w 13291"/>
              <a:gd name="T59" fmla="*/ 4276 h 12911"/>
              <a:gd name="T60" fmla="*/ 12468 w 13291"/>
              <a:gd name="T61" fmla="*/ 8809 h 12911"/>
              <a:gd name="T62" fmla="*/ 12427 w 13291"/>
              <a:gd name="T63" fmla="*/ 2226 h 12911"/>
              <a:gd name="T64" fmla="*/ 12144 w 13291"/>
              <a:gd name="T65" fmla="*/ 1853 h 12911"/>
              <a:gd name="T66" fmla="*/ 6907 w 13291"/>
              <a:gd name="T67" fmla="*/ 27 h 12911"/>
              <a:gd name="T68" fmla="*/ 6658 w 13291"/>
              <a:gd name="T69" fmla="*/ 27 h 12911"/>
              <a:gd name="T70" fmla="*/ 1063 w 13291"/>
              <a:gd name="T71" fmla="*/ 1969 h 12911"/>
              <a:gd name="T72" fmla="*/ 784 w 13291"/>
              <a:gd name="T73" fmla="*/ 2334 h 12911"/>
              <a:gd name="T74" fmla="*/ 1013 w 13291"/>
              <a:gd name="T75" fmla="*/ 2733 h 12911"/>
              <a:gd name="T76" fmla="*/ 5994 w 13291"/>
              <a:gd name="T77" fmla="*/ 5223 h 12911"/>
              <a:gd name="T78" fmla="*/ 6176 w 13291"/>
              <a:gd name="T79" fmla="*/ 5264 h 12911"/>
              <a:gd name="T80" fmla="*/ 6342 w 13291"/>
              <a:gd name="T81" fmla="*/ 5264 h 12911"/>
              <a:gd name="T82" fmla="*/ 12153 w 13291"/>
              <a:gd name="T83" fmla="*/ 2691 h 12911"/>
              <a:gd name="T84" fmla="*/ 12427 w 13291"/>
              <a:gd name="T85" fmla="*/ 2226 h 12911"/>
              <a:gd name="T86" fmla="*/ 6201 w 13291"/>
              <a:gd name="T87" fmla="*/ 4368 h 12911"/>
              <a:gd name="T88" fmla="*/ 2275 w 13291"/>
              <a:gd name="T89" fmla="*/ 2434 h 12911"/>
              <a:gd name="T90" fmla="*/ 6766 w 13291"/>
              <a:gd name="T91" fmla="*/ 857 h 12911"/>
              <a:gd name="T92" fmla="*/ 10874 w 13291"/>
              <a:gd name="T93" fmla="*/ 2268 h 12911"/>
              <a:gd name="T94" fmla="*/ 6201 w 13291"/>
              <a:gd name="T95" fmla="*/ 4368 h 129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</a:cxnLst>
            <a:rect l="0" t="0" r="r" b="b"/>
            <a:pathLst>
              <a:path w="13291" h="12911">
                <a:moveTo>
                  <a:pt x="5612" y="5837"/>
                </a:moveTo>
                <a:lnTo>
                  <a:pt x="631" y="3347"/>
                </a:lnTo>
                <a:cubicBezTo>
                  <a:pt x="507" y="3279"/>
                  <a:pt x="357" y="3279"/>
                  <a:pt x="233" y="3347"/>
                </a:cubicBezTo>
                <a:cubicBezTo>
                  <a:pt x="85" y="3426"/>
                  <a:pt x="0" y="3587"/>
                  <a:pt x="17" y="3754"/>
                </a:cubicBezTo>
                <a:lnTo>
                  <a:pt x="17" y="9273"/>
                </a:lnTo>
                <a:cubicBezTo>
                  <a:pt x="19" y="9416"/>
                  <a:pt x="94" y="9548"/>
                  <a:pt x="216" y="9622"/>
                </a:cubicBezTo>
                <a:lnTo>
                  <a:pt x="5197" y="12735"/>
                </a:lnTo>
                <a:cubicBezTo>
                  <a:pt x="5261" y="12776"/>
                  <a:pt x="5336" y="12799"/>
                  <a:pt x="5413" y="12801"/>
                </a:cubicBezTo>
                <a:cubicBezTo>
                  <a:pt x="5642" y="12801"/>
                  <a:pt x="5828" y="12615"/>
                  <a:pt x="5828" y="12386"/>
                </a:cubicBezTo>
                <a:lnTo>
                  <a:pt x="5828" y="6210"/>
                </a:lnTo>
                <a:cubicBezTo>
                  <a:pt x="5831" y="6055"/>
                  <a:pt x="5748" y="5911"/>
                  <a:pt x="5612" y="5837"/>
                </a:cubicBezTo>
                <a:close/>
                <a:moveTo>
                  <a:pt x="4997" y="11647"/>
                </a:moveTo>
                <a:lnTo>
                  <a:pt x="847" y="9041"/>
                </a:lnTo>
                <a:lnTo>
                  <a:pt x="847" y="4426"/>
                </a:lnTo>
                <a:lnTo>
                  <a:pt x="4997" y="6468"/>
                </a:lnTo>
                <a:lnTo>
                  <a:pt x="4997" y="11647"/>
                </a:lnTo>
                <a:close/>
                <a:moveTo>
                  <a:pt x="13107" y="3289"/>
                </a:moveTo>
                <a:cubicBezTo>
                  <a:pt x="12983" y="3221"/>
                  <a:pt x="12833" y="3221"/>
                  <a:pt x="12709" y="3289"/>
                </a:cubicBezTo>
                <a:lnTo>
                  <a:pt x="6898" y="5837"/>
                </a:lnTo>
                <a:cubicBezTo>
                  <a:pt x="6747" y="5903"/>
                  <a:pt x="6649" y="6053"/>
                  <a:pt x="6649" y="6219"/>
                </a:cubicBezTo>
                <a:lnTo>
                  <a:pt x="6649" y="12394"/>
                </a:lnTo>
                <a:cubicBezTo>
                  <a:pt x="6651" y="12713"/>
                  <a:pt x="6996" y="12911"/>
                  <a:pt x="7272" y="12751"/>
                </a:cubicBezTo>
                <a:lnTo>
                  <a:pt x="13082" y="9431"/>
                </a:lnTo>
                <a:cubicBezTo>
                  <a:pt x="13210" y="9357"/>
                  <a:pt x="13289" y="9222"/>
                  <a:pt x="13290" y="9074"/>
                </a:cubicBezTo>
                <a:lnTo>
                  <a:pt x="13290" y="3637"/>
                </a:lnTo>
                <a:cubicBezTo>
                  <a:pt x="13291" y="3498"/>
                  <a:pt x="13223" y="3367"/>
                  <a:pt x="13107" y="3289"/>
                </a:cubicBezTo>
                <a:close/>
                <a:moveTo>
                  <a:pt x="12468" y="8809"/>
                </a:moveTo>
                <a:lnTo>
                  <a:pt x="7488" y="11647"/>
                </a:lnTo>
                <a:lnTo>
                  <a:pt x="7488" y="6484"/>
                </a:lnTo>
                <a:lnTo>
                  <a:pt x="12468" y="4276"/>
                </a:lnTo>
                <a:lnTo>
                  <a:pt x="12468" y="8809"/>
                </a:lnTo>
                <a:close/>
                <a:moveTo>
                  <a:pt x="12427" y="2226"/>
                </a:moveTo>
                <a:cubicBezTo>
                  <a:pt x="12418" y="2055"/>
                  <a:pt x="12306" y="1907"/>
                  <a:pt x="12144" y="1853"/>
                </a:cubicBezTo>
                <a:lnTo>
                  <a:pt x="6907" y="27"/>
                </a:lnTo>
                <a:cubicBezTo>
                  <a:pt x="6826" y="0"/>
                  <a:pt x="6739" y="0"/>
                  <a:pt x="6658" y="27"/>
                </a:cubicBezTo>
                <a:lnTo>
                  <a:pt x="1063" y="1969"/>
                </a:lnTo>
                <a:cubicBezTo>
                  <a:pt x="905" y="2023"/>
                  <a:pt x="795" y="2167"/>
                  <a:pt x="784" y="2334"/>
                </a:cubicBezTo>
                <a:cubicBezTo>
                  <a:pt x="773" y="2501"/>
                  <a:pt x="864" y="2658"/>
                  <a:pt x="1013" y="2733"/>
                </a:cubicBezTo>
                <a:lnTo>
                  <a:pt x="5994" y="5223"/>
                </a:lnTo>
                <a:cubicBezTo>
                  <a:pt x="6050" y="5250"/>
                  <a:pt x="6113" y="5264"/>
                  <a:pt x="6176" y="5264"/>
                </a:cubicBezTo>
                <a:cubicBezTo>
                  <a:pt x="6231" y="5275"/>
                  <a:pt x="6287" y="5275"/>
                  <a:pt x="6342" y="5264"/>
                </a:cubicBezTo>
                <a:lnTo>
                  <a:pt x="12153" y="2691"/>
                </a:lnTo>
                <a:cubicBezTo>
                  <a:pt x="12346" y="2625"/>
                  <a:pt x="12462" y="2427"/>
                  <a:pt x="12427" y="2226"/>
                </a:cubicBezTo>
                <a:close/>
                <a:moveTo>
                  <a:pt x="6201" y="4368"/>
                </a:moveTo>
                <a:lnTo>
                  <a:pt x="2275" y="2434"/>
                </a:lnTo>
                <a:lnTo>
                  <a:pt x="6766" y="857"/>
                </a:lnTo>
                <a:lnTo>
                  <a:pt x="10874" y="2268"/>
                </a:lnTo>
                <a:lnTo>
                  <a:pt x="6201" y="436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cloud-computing_348123">
            <a:extLst>
              <a:ext uri="{FF2B5EF4-FFF2-40B4-BE49-F238E27FC236}">
                <a16:creationId xmlns:a16="http://schemas.microsoft.com/office/drawing/2014/main" id="{54405246-CCE2-4201-BBB1-D3F3EB6E740D}"/>
              </a:ext>
            </a:extLst>
          </p:cNvPr>
          <p:cNvSpPr>
            <a:spLocks noChangeAspect="1"/>
          </p:cNvSpPr>
          <p:nvPr/>
        </p:nvSpPr>
        <p:spPr>
          <a:xfrm>
            <a:off x="4352724" y="232080"/>
            <a:ext cx="360043" cy="360000"/>
          </a:xfrm>
          <a:custGeom>
            <a:avLst/>
            <a:gdLst>
              <a:gd name="T0" fmla="*/ 5776 w 6302"/>
              <a:gd name="T1" fmla="*/ 4472 h 6310"/>
              <a:gd name="T2" fmla="*/ 5270 w 6302"/>
              <a:gd name="T3" fmla="*/ 4866 h 6310"/>
              <a:gd name="T4" fmla="*/ 4858 w 6302"/>
              <a:gd name="T5" fmla="*/ 4866 h 6310"/>
              <a:gd name="T6" fmla="*/ 4858 w 6302"/>
              <a:gd name="T7" fmla="*/ 3708 h 6310"/>
              <a:gd name="T8" fmla="*/ 5776 w 6302"/>
              <a:gd name="T9" fmla="*/ 2634 h 6310"/>
              <a:gd name="T10" fmla="*/ 5050 w 6302"/>
              <a:gd name="T11" fmla="*/ 1594 h 6310"/>
              <a:gd name="T12" fmla="*/ 5094 w 6302"/>
              <a:gd name="T13" fmla="*/ 1179 h 6310"/>
              <a:gd name="T14" fmla="*/ 3822 w 6302"/>
              <a:gd name="T15" fmla="*/ 8 h 6310"/>
              <a:gd name="T16" fmla="*/ 2623 w 6302"/>
              <a:gd name="T17" fmla="*/ 780 h 6310"/>
              <a:gd name="T18" fmla="*/ 1936 w 6302"/>
              <a:gd name="T19" fmla="*/ 590 h 6310"/>
              <a:gd name="T20" fmla="*/ 1119 w 6302"/>
              <a:gd name="T21" fmla="*/ 1212 h 6310"/>
              <a:gd name="T22" fmla="*/ 1074 w 6302"/>
              <a:gd name="T23" fmla="*/ 1677 h 6310"/>
              <a:gd name="T24" fmla="*/ 525 w 6302"/>
              <a:gd name="T25" fmla="*/ 2634 h 6310"/>
              <a:gd name="T26" fmla="*/ 1444 w 6302"/>
              <a:gd name="T27" fmla="*/ 3706 h 6310"/>
              <a:gd name="T28" fmla="*/ 1444 w 6302"/>
              <a:gd name="T29" fmla="*/ 4866 h 6310"/>
              <a:gd name="T30" fmla="*/ 1032 w 6302"/>
              <a:gd name="T31" fmla="*/ 4866 h 6310"/>
              <a:gd name="T32" fmla="*/ 525 w 6302"/>
              <a:gd name="T33" fmla="*/ 4472 h 6310"/>
              <a:gd name="T34" fmla="*/ 0 w 6302"/>
              <a:gd name="T35" fmla="*/ 4997 h 6310"/>
              <a:gd name="T36" fmla="*/ 525 w 6302"/>
              <a:gd name="T37" fmla="*/ 5522 h 6310"/>
              <a:gd name="T38" fmla="*/ 1032 w 6302"/>
              <a:gd name="T39" fmla="*/ 5128 h 6310"/>
              <a:gd name="T40" fmla="*/ 1707 w 6302"/>
              <a:gd name="T41" fmla="*/ 5128 h 6310"/>
              <a:gd name="T42" fmla="*/ 1707 w 6302"/>
              <a:gd name="T43" fmla="*/ 3739 h 6310"/>
              <a:gd name="T44" fmla="*/ 1754 w 6302"/>
              <a:gd name="T45" fmla="*/ 3741 h 6310"/>
              <a:gd name="T46" fmla="*/ 2363 w 6302"/>
              <a:gd name="T47" fmla="*/ 3741 h 6310"/>
              <a:gd name="T48" fmla="*/ 2363 w 6302"/>
              <a:gd name="T49" fmla="*/ 5278 h 6310"/>
              <a:gd name="T50" fmla="*/ 1969 w 6302"/>
              <a:gd name="T51" fmla="*/ 5785 h 6310"/>
              <a:gd name="T52" fmla="*/ 2494 w 6302"/>
              <a:gd name="T53" fmla="*/ 6310 h 6310"/>
              <a:gd name="T54" fmla="*/ 3020 w 6302"/>
              <a:gd name="T55" fmla="*/ 5785 h 6310"/>
              <a:gd name="T56" fmla="*/ 2626 w 6302"/>
              <a:gd name="T57" fmla="*/ 5278 h 6310"/>
              <a:gd name="T58" fmla="*/ 2626 w 6302"/>
              <a:gd name="T59" fmla="*/ 3741 h 6310"/>
              <a:gd name="T60" fmla="*/ 3676 w 6302"/>
              <a:gd name="T61" fmla="*/ 3741 h 6310"/>
              <a:gd name="T62" fmla="*/ 3676 w 6302"/>
              <a:gd name="T63" fmla="*/ 5278 h 6310"/>
              <a:gd name="T64" fmla="*/ 3282 w 6302"/>
              <a:gd name="T65" fmla="*/ 5785 h 6310"/>
              <a:gd name="T66" fmla="*/ 3807 w 6302"/>
              <a:gd name="T67" fmla="*/ 6310 h 6310"/>
              <a:gd name="T68" fmla="*/ 4332 w 6302"/>
              <a:gd name="T69" fmla="*/ 5785 h 6310"/>
              <a:gd name="T70" fmla="*/ 3939 w 6302"/>
              <a:gd name="T71" fmla="*/ 5278 h 6310"/>
              <a:gd name="T72" fmla="*/ 3939 w 6302"/>
              <a:gd name="T73" fmla="*/ 3741 h 6310"/>
              <a:gd name="T74" fmla="*/ 4548 w 6302"/>
              <a:gd name="T75" fmla="*/ 3741 h 6310"/>
              <a:gd name="T76" fmla="*/ 4595 w 6302"/>
              <a:gd name="T77" fmla="*/ 3739 h 6310"/>
              <a:gd name="T78" fmla="*/ 4595 w 6302"/>
              <a:gd name="T79" fmla="*/ 5128 h 6310"/>
              <a:gd name="T80" fmla="*/ 5270 w 6302"/>
              <a:gd name="T81" fmla="*/ 5128 h 6310"/>
              <a:gd name="T82" fmla="*/ 5777 w 6302"/>
              <a:gd name="T83" fmla="*/ 5522 h 6310"/>
              <a:gd name="T84" fmla="*/ 6302 w 6302"/>
              <a:gd name="T85" fmla="*/ 4997 h 6310"/>
              <a:gd name="T86" fmla="*/ 5776 w 6302"/>
              <a:gd name="T87" fmla="*/ 4472 h 63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</a:cxnLst>
            <a:rect l="0" t="0" r="r" b="b"/>
            <a:pathLst>
              <a:path w="6302" h="6310">
                <a:moveTo>
                  <a:pt x="5776" y="4472"/>
                </a:moveTo>
                <a:cubicBezTo>
                  <a:pt x="5532" y="4472"/>
                  <a:pt x="5329" y="4640"/>
                  <a:pt x="5270" y="4866"/>
                </a:cubicBezTo>
                <a:lnTo>
                  <a:pt x="4858" y="4866"/>
                </a:lnTo>
                <a:lnTo>
                  <a:pt x="4858" y="3708"/>
                </a:lnTo>
                <a:cubicBezTo>
                  <a:pt x="5405" y="3593"/>
                  <a:pt x="5776" y="3177"/>
                  <a:pt x="5776" y="2634"/>
                </a:cubicBezTo>
                <a:cubicBezTo>
                  <a:pt x="5776" y="2166"/>
                  <a:pt x="5478" y="1752"/>
                  <a:pt x="5050" y="1594"/>
                </a:cubicBezTo>
                <a:cubicBezTo>
                  <a:pt x="5089" y="1464"/>
                  <a:pt x="5103" y="1329"/>
                  <a:pt x="5094" y="1179"/>
                </a:cubicBezTo>
                <a:cubicBezTo>
                  <a:pt x="5054" y="539"/>
                  <a:pt x="4483" y="13"/>
                  <a:pt x="3822" y="8"/>
                </a:cubicBezTo>
                <a:cubicBezTo>
                  <a:pt x="3289" y="0"/>
                  <a:pt x="2820" y="318"/>
                  <a:pt x="2623" y="780"/>
                </a:cubicBezTo>
                <a:cubicBezTo>
                  <a:pt x="2430" y="636"/>
                  <a:pt x="2185" y="566"/>
                  <a:pt x="1936" y="590"/>
                </a:cubicBezTo>
                <a:cubicBezTo>
                  <a:pt x="1578" y="624"/>
                  <a:pt x="1264" y="861"/>
                  <a:pt x="1119" y="1212"/>
                </a:cubicBezTo>
                <a:cubicBezTo>
                  <a:pt x="1049" y="1379"/>
                  <a:pt x="1058" y="1564"/>
                  <a:pt x="1074" y="1677"/>
                </a:cubicBezTo>
                <a:cubicBezTo>
                  <a:pt x="738" y="1874"/>
                  <a:pt x="525" y="2239"/>
                  <a:pt x="525" y="2634"/>
                </a:cubicBezTo>
                <a:cubicBezTo>
                  <a:pt x="525" y="3167"/>
                  <a:pt x="903" y="3589"/>
                  <a:pt x="1444" y="3706"/>
                </a:cubicBezTo>
                <a:lnTo>
                  <a:pt x="1444" y="4866"/>
                </a:lnTo>
                <a:lnTo>
                  <a:pt x="1032" y="4866"/>
                </a:lnTo>
                <a:cubicBezTo>
                  <a:pt x="973" y="4640"/>
                  <a:pt x="769" y="4472"/>
                  <a:pt x="525" y="4472"/>
                </a:cubicBezTo>
                <a:cubicBezTo>
                  <a:pt x="235" y="4472"/>
                  <a:pt x="0" y="4707"/>
                  <a:pt x="0" y="4997"/>
                </a:cubicBezTo>
                <a:cubicBezTo>
                  <a:pt x="0" y="5286"/>
                  <a:pt x="235" y="5522"/>
                  <a:pt x="525" y="5522"/>
                </a:cubicBezTo>
                <a:cubicBezTo>
                  <a:pt x="769" y="5522"/>
                  <a:pt x="973" y="5354"/>
                  <a:pt x="1032" y="5128"/>
                </a:cubicBezTo>
                <a:lnTo>
                  <a:pt x="1707" y="5128"/>
                </a:lnTo>
                <a:lnTo>
                  <a:pt x="1707" y="3739"/>
                </a:lnTo>
                <a:cubicBezTo>
                  <a:pt x="1722" y="3739"/>
                  <a:pt x="1738" y="3741"/>
                  <a:pt x="1754" y="3741"/>
                </a:cubicBezTo>
                <a:lnTo>
                  <a:pt x="2363" y="3741"/>
                </a:lnTo>
                <a:lnTo>
                  <a:pt x="2363" y="5278"/>
                </a:lnTo>
                <a:cubicBezTo>
                  <a:pt x="2137" y="5337"/>
                  <a:pt x="1969" y="5540"/>
                  <a:pt x="1969" y="5785"/>
                </a:cubicBezTo>
                <a:cubicBezTo>
                  <a:pt x="1969" y="6073"/>
                  <a:pt x="2204" y="6310"/>
                  <a:pt x="2494" y="6310"/>
                </a:cubicBezTo>
                <a:cubicBezTo>
                  <a:pt x="2785" y="6310"/>
                  <a:pt x="3020" y="6073"/>
                  <a:pt x="3020" y="5785"/>
                </a:cubicBezTo>
                <a:cubicBezTo>
                  <a:pt x="3020" y="5540"/>
                  <a:pt x="2852" y="5337"/>
                  <a:pt x="2626" y="5278"/>
                </a:cubicBezTo>
                <a:lnTo>
                  <a:pt x="2626" y="3741"/>
                </a:lnTo>
                <a:lnTo>
                  <a:pt x="3676" y="3741"/>
                </a:lnTo>
                <a:lnTo>
                  <a:pt x="3676" y="5278"/>
                </a:lnTo>
                <a:cubicBezTo>
                  <a:pt x="3450" y="5337"/>
                  <a:pt x="3282" y="5540"/>
                  <a:pt x="3282" y="5785"/>
                </a:cubicBezTo>
                <a:cubicBezTo>
                  <a:pt x="3282" y="6073"/>
                  <a:pt x="3517" y="6310"/>
                  <a:pt x="3807" y="6310"/>
                </a:cubicBezTo>
                <a:cubicBezTo>
                  <a:pt x="4097" y="6310"/>
                  <a:pt x="4332" y="6073"/>
                  <a:pt x="4332" y="5785"/>
                </a:cubicBezTo>
                <a:cubicBezTo>
                  <a:pt x="4332" y="5540"/>
                  <a:pt x="4164" y="5337"/>
                  <a:pt x="3939" y="5278"/>
                </a:cubicBezTo>
                <a:lnTo>
                  <a:pt x="3939" y="3741"/>
                </a:lnTo>
                <a:lnTo>
                  <a:pt x="4548" y="3741"/>
                </a:lnTo>
                <a:cubicBezTo>
                  <a:pt x="4563" y="3741"/>
                  <a:pt x="4579" y="3739"/>
                  <a:pt x="4595" y="3739"/>
                </a:cubicBezTo>
                <a:lnTo>
                  <a:pt x="4595" y="5128"/>
                </a:lnTo>
                <a:lnTo>
                  <a:pt x="5270" y="5128"/>
                </a:lnTo>
                <a:cubicBezTo>
                  <a:pt x="5329" y="5354"/>
                  <a:pt x="5532" y="5522"/>
                  <a:pt x="5777" y="5522"/>
                </a:cubicBezTo>
                <a:cubicBezTo>
                  <a:pt x="6067" y="5522"/>
                  <a:pt x="6302" y="5286"/>
                  <a:pt x="6302" y="4997"/>
                </a:cubicBezTo>
                <a:cubicBezTo>
                  <a:pt x="6302" y="4707"/>
                  <a:pt x="6067" y="4472"/>
                  <a:pt x="5776" y="447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文本框 48"/>
          <p:cNvSpPr txBox="1"/>
          <p:nvPr/>
        </p:nvSpPr>
        <p:spPr>
          <a:xfrm>
            <a:off x="4765686" y="273581"/>
            <a:ext cx="111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机器学习</a:t>
            </a:r>
          </a:p>
        </p:txBody>
      </p:sp>
      <p:sp>
        <p:nvSpPr>
          <p:cNvPr id="50" name="iconfont-10124-4975218">
            <a:extLst>
              <a:ext uri="{FF2B5EF4-FFF2-40B4-BE49-F238E27FC236}">
                <a16:creationId xmlns:a16="http://schemas.microsoft.com/office/drawing/2014/main" id="{54405246-CCE2-4201-BBB1-D3F3EB6E740D}"/>
              </a:ext>
            </a:extLst>
          </p:cNvPr>
          <p:cNvSpPr>
            <a:spLocks noChangeAspect="1"/>
          </p:cNvSpPr>
          <p:nvPr/>
        </p:nvSpPr>
        <p:spPr>
          <a:xfrm>
            <a:off x="6209639" y="232080"/>
            <a:ext cx="360000" cy="360000"/>
          </a:xfrm>
          <a:custGeom>
            <a:avLst/>
            <a:gdLst>
              <a:gd name="T0" fmla="*/ 6400 w 12800"/>
              <a:gd name="T1" fmla="*/ 0 h 12800"/>
              <a:gd name="T2" fmla="*/ 12800 w 12800"/>
              <a:gd name="T3" fmla="*/ 6400 h 12800"/>
              <a:gd name="T4" fmla="*/ 6400 w 12800"/>
              <a:gd name="T5" fmla="*/ 12800 h 12800"/>
              <a:gd name="T6" fmla="*/ 0 w 12800"/>
              <a:gd name="T7" fmla="*/ 6400 h 12800"/>
              <a:gd name="T8" fmla="*/ 6400 w 12800"/>
              <a:gd name="T9" fmla="*/ 0 h 12800"/>
              <a:gd name="T10" fmla="*/ 6400 w 12800"/>
              <a:gd name="T11" fmla="*/ 2933 h 12800"/>
              <a:gd name="T12" fmla="*/ 5067 w 12800"/>
              <a:gd name="T13" fmla="*/ 4267 h 12800"/>
              <a:gd name="T14" fmla="*/ 5067 w 12800"/>
              <a:gd name="T15" fmla="*/ 6400 h 12800"/>
              <a:gd name="T16" fmla="*/ 6400 w 12800"/>
              <a:gd name="T17" fmla="*/ 7733 h 12800"/>
              <a:gd name="T18" fmla="*/ 7733 w 12800"/>
              <a:gd name="T19" fmla="*/ 6400 h 12800"/>
              <a:gd name="T20" fmla="*/ 7733 w 12800"/>
              <a:gd name="T21" fmla="*/ 4267 h 12800"/>
              <a:gd name="T22" fmla="*/ 6400 w 12800"/>
              <a:gd name="T23" fmla="*/ 2933 h 12800"/>
              <a:gd name="T24" fmla="*/ 6667 w 12800"/>
              <a:gd name="T25" fmla="*/ 8786 h 12800"/>
              <a:gd name="T26" fmla="*/ 8800 w 12800"/>
              <a:gd name="T27" fmla="*/ 6400 h 12800"/>
              <a:gd name="T28" fmla="*/ 8533 w 12800"/>
              <a:gd name="T29" fmla="*/ 6133 h 12800"/>
              <a:gd name="T30" fmla="*/ 8267 w 12800"/>
              <a:gd name="T31" fmla="*/ 6400 h 12800"/>
              <a:gd name="T32" fmla="*/ 6400 w 12800"/>
              <a:gd name="T33" fmla="*/ 8267 h 12800"/>
              <a:gd name="T34" fmla="*/ 4533 w 12800"/>
              <a:gd name="T35" fmla="*/ 6400 h 12800"/>
              <a:gd name="T36" fmla="*/ 4267 w 12800"/>
              <a:gd name="T37" fmla="*/ 6133 h 12800"/>
              <a:gd name="T38" fmla="*/ 4000 w 12800"/>
              <a:gd name="T39" fmla="*/ 6400 h 12800"/>
              <a:gd name="T40" fmla="*/ 6133 w 12800"/>
              <a:gd name="T41" fmla="*/ 8786 h 12800"/>
              <a:gd name="T42" fmla="*/ 6133 w 12800"/>
              <a:gd name="T43" fmla="*/ 10400 h 12800"/>
              <a:gd name="T44" fmla="*/ 6400 w 12800"/>
              <a:gd name="T45" fmla="*/ 10667 h 12800"/>
              <a:gd name="T46" fmla="*/ 6667 w 12800"/>
              <a:gd name="T47" fmla="*/ 10400 h 12800"/>
              <a:gd name="T48" fmla="*/ 6667 w 12800"/>
              <a:gd name="T49" fmla="*/ 8800 h 12800"/>
              <a:gd name="T50" fmla="*/ 6667 w 12800"/>
              <a:gd name="T51" fmla="*/ 8786 h 128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12800" h="12800">
                <a:moveTo>
                  <a:pt x="6400" y="0"/>
                </a:moveTo>
                <a:cubicBezTo>
                  <a:pt x="9934" y="0"/>
                  <a:pt x="12800" y="2866"/>
                  <a:pt x="12800" y="6400"/>
                </a:cubicBezTo>
                <a:cubicBezTo>
                  <a:pt x="12800" y="9934"/>
                  <a:pt x="9934" y="12800"/>
                  <a:pt x="6400" y="12800"/>
                </a:cubicBezTo>
                <a:cubicBezTo>
                  <a:pt x="2866" y="12800"/>
                  <a:pt x="0" y="9934"/>
                  <a:pt x="0" y="6400"/>
                </a:cubicBezTo>
                <a:cubicBezTo>
                  <a:pt x="0" y="2866"/>
                  <a:pt x="2866" y="0"/>
                  <a:pt x="6400" y="0"/>
                </a:cubicBezTo>
                <a:close/>
                <a:moveTo>
                  <a:pt x="6400" y="2933"/>
                </a:moveTo>
                <a:cubicBezTo>
                  <a:pt x="5664" y="2933"/>
                  <a:pt x="5067" y="3530"/>
                  <a:pt x="5067" y="4267"/>
                </a:cubicBezTo>
                <a:lnTo>
                  <a:pt x="5067" y="6400"/>
                </a:lnTo>
                <a:cubicBezTo>
                  <a:pt x="5067" y="7136"/>
                  <a:pt x="5664" y="7733"/>
                  <a:pt x="6400" y="7733"/>
                </a:cubicBezTo>
                <a:cubicBezTo>
                  <a:pt x="7136" y="7733"/>
                  <a:pt x="7733" y="7136"/>
                  <a:pt x="7733" y="6400"/>
                </a:cubicBezTo>
                <a:lnTo>
                  <a:pt x="7733" y="4267"/>
                </a:lnTo>
                <a:cubicBezTo>
                  <a:pt x="7733" y="3530"/>
                  <a:pt x="7136" y="2933"/>
                  <a:pt x="6400" y="2933"/>
                </a:cubicBezTo>
                <a:close/>
                <a:moveTo>
                  <a:pt x="6667" y="8786"/>
                </a:moveTo>
                <a:cubicBezTo>
                  <a:pt x="7882" y="8650"/>
                  <a:pt x="8800" y="7622"/>
                  <a:pt x="8800" y="6400"/>
                </a:cubicBezTo>
                <a:cubicBezTo>
                  <a:pt x="8800" y="6253"/>
                  <a:pt x="8681" y="6133"/>
                  <a:pt x="8533" y="6133"/>
                </a:cubicBezTo>
                <a:cubicBezTo>
                  <a:pt x="8386" y="6133"/>
                  <a:pt x="8267" y="6253"/>
                  <a:pt x="8267" y="6400"/>
                </a:cubicBezTo>
                <a:cubicBezTo>
                  <a:pt x="8267" y="7431"/>
                  <a:pt x="7431" y="8267"/>
                  <a:pt x="6400" y="8267"/>
                </a:cubicBezTo>
                <a:cubicBezTo>
                  <a:pt x="5369" y="8267"/>
                  <a:pt x="4533" y="7431"/>
                  <a:pt x="4533" y="6400"/>
                </a:cubicBezTo>
                <a:cubicBezTo>
                  <a:pt x="4533" y="6253"/>
                  <a:pt x="4414" y="6133"/>
                  <a:pt x="4267" y="6133"/>
                </a:cubicBezTo>
                <a:cubicBezTo>
                  <a:pt x="4119" y="6133"/>
                  <a:pt x="4000" y="6253"/>
                  <a:pt x="4000" y="6400"/>
                </a:cubicBezTo>
                <a:cubicBezTo>
                  <a:pt x="4000" y="7622"/>
                  <a:pt x="4918" y="8650"/>
                  <a:pt x="6133" y="8786"/>
                </a:cubicBezTo>
                <a:lnTo>
                  <a:pt x="6133" y="10400"/>
                </a:lnTo>
                <a:cubicBezTo>
                  <a:pt x="6133" y="10547"/>
                  <a:pt x="6253" y="10667"/>
                  <a:pt x="6400" y="10667"/>
                </a:cubicBezTo>
                <a:cubicBezTo>
                  <a:pt x="6547" y="10667"/>
                  <a:pt x="6667" y="10547"/>
                  <a:pt x="6667" y="10400"/>
                </a:cubicBezTo>
                <a:lnTo>
                  <a:pt x="6667" y="8800"/>
                </a:lnTo>
                <a:lnTo>
                  <a:pt x="6667" y="878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文本框 50"/>
          <p:cNvSpPr txBox="1"/>
          <p:nvPr/>
        </p:nvSpPr>
        <p:spPr>
          <a:xfrm>
            <a:off x="6630551" y="273581"/>
            <a:ext cx="11117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智能语音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7592394" y="87147"/>
            <a:ext cx="14165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…</a:t>
            </a:r>
            <a:endParaRPr lang="zh-CN" altLang="en-US" sz="2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06802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ICON" val="#391263;#161972;#137848;#379694;#372936;#21433;#370965;"/>
</p:tagLst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1011</TotalTime>
  <Words>54</Words>
  <Application>Microsoft Office PowerPoint</Application>
  <PresentationFormat>全屏显示(16:9)</PresentationFormat>
  <Paragraphs>30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微软雅黑</vt:lpstr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Jirong Li(李季戎)</cp:lastModifiedBy>
  <cp:revision>32</cp:revision>
  <dcterms:created xsi:type="dcterms:W3CDTF">2020-03-18T02:10:58Z</dcterms:created>
  <dcterms:modified xsi:type="dcterms:W3CDTF">2023-08-28T07:10:35Z</dcterms:modified>
</cp:coreProperties>
</file>