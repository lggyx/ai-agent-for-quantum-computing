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32004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9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" y="523770"/>
            <a:ext cx="2720340" cy="1114213"/>
          </a:xfrm>
        </p:spPr>
        <p:txBody>
          <a:bodyPr anchor="b"/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1680951"/>
            <a:ext cx="2400300" cy="772689"/>
          </a:xfrm>
        </p:spPr>
        <p:txBody>
          <a:bodyPr/>
          <a:lstStyle>
            <a:lvl1pPr marL="0" indent="0" algn="ctr">
              <a:buNone/>
              <a:defRPr sz="840"/>
            </a:lvl1pPr>
            <a:lvl2pPr marL="160020" indent="0" algn="ctr">
              <a:buNone/>
              <a:defRPr sz="700"/>
            </a:lvl2pPr>
            <a:lvl3pPr marL="320040" indent="0" algn="ctr">
              <a:buNone/>
              <a:defRPr sz="630"/>
            </a:lvl3pPr>
            <a:lvl4pPr marL="480060" indent="0" algn="ctr">
              <a:buNone/>
              <a:defRPr sz="560"/>
            </a:lvl4pPr>
            <a:lvl5pPr marL="640080" indent="0" algn="ctr">
              <a:buNone/>
              <a:defRPr sz="560"/>
            </a:lvl5pPr>
            <a:lvl6pPr marL="800100" indent="0" algn="ctr">
              <a:buNone/>
              <a:defRPr sz="560"/>
            </a:lvl6pPr>
            <a:lvl7pPr marL="960120" indent="0" algn="ctr">
              <a:buNone/>
              <a:defRPr sz="560"/>
            </a:lvl7pPr>
            <a:lvl8pPr marL="1120140" indent="0" algn="ctr">
              <a:buNone/>
              <a:defRPr sz="560"/>
            </a:lvl8pPr>
            <a:lvl9pPr marL="1280160" indent="0" algn="ctr">
              <a:buNone/>
              <a:defRPr sz="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7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1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797879"/>
            <a:ext cx="2760345" cy="1331277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2141750"/>
            <a:ext cx="2760345" cy="700087"/>
          </a:xfrm>
        </p:spPr>
        <p:txBody>
          <a:bodyPr/>
          <a:lstStyle>
            <a:lvl1pPr marL="0" indent="0">
              <a:buNone/>
              <a:defRPr sz="840">
                <a:solidFill>
                  <a:schemeClr val="tx1"/>
                </a:solidFill>
              </a:defRPr>
            </a:lvl1pPr>
            <a:lvl2pPr marL="16002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2pPr>
            <a:lvl3pPr marL="32004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3pPr>
            <a:lvl4pPr marL="4800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4pPr>
            <a:lvl5pPr marL="64008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5pPr>
            <a:lvl6pPr marL="80010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6pPr>
            <a:lvl7pPr marL="96012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7pPr>
            <a:lvl8pPr marL="112014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8pPr>
            <a:lvl9pPr marL="12801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4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851959"/>
            <a:ext cx="136017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851959"/>
            <a:ext cx="136017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6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170392"/>
            <a:ext cx="276034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784543"/>
            <a:ext cx="1353919" cy="384492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1169035"/>
            <a:ext cx="1353919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3" y="784543"/>
            <a:ext cx="1360587" cy="384492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3" y="1169035"/>
            <a:ext cx="1360587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0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5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7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213360"/>
            <a:ext cx="1032212" cy="746760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460799"/>
            <a:ext cx="1620203" cy="2274358"/>
          </a:xfrm>
        </p:spPr>
        <p:txBody>
          <a:bodyPr/>
          <a:lstStyle>
            <a:lvl1pPr>
              <a:defRPr sz="1120"/>
            </a:lvl1pPr>
            <a:lvl2pPr>
              <a:defRPr sz="980"/>
            </a:lvl2pPr>
            <a:lvl3pPr>
              <a:defRPr sz="84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960120"/>
            <a:ext cx="1032212" cy="1778741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25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213360"/>
            <a:ext cx="1032212" cy="746760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460799"/>
            <a:ext cx="1620203" cy="2274358"/>
          </a:xfrm>
        </p:spPr>
        <p:txBody>
          <a:bodyPr anchor="t"/>
          <a:lstStyle>
            <a:lvl1pPr marL="0" indent="0">
              <a:buNone/>
              <a:defRPr sz="1120"/>
            </a:lvl1pPr>
            <a:lvl2pPr marL="160020" indent="0">
              <a:buNone/>
              <a:defRPr sz="980"/>
            </a:lvl2pPr>
            <a:lvl3pPr marL="320040" indent="0">
              <a:buNone/>
              <a:defRPr sz="840"/>
            </a:lvl3pPr>
            <a:lvl4pPr marL="480060" indent="0">
              <a:buNone/>
              <a:defRPr sz="700"/>
            </a:lvl4pPr>
            <a:lvl5pPr marL="640080" indent="0">
              <a:buNone/>
              <a:defRPr sz="700"/>
            </a:lvl5pPr>
            <a:lvl6pPr marL="800100" indent="0">
              <a:buNone/>
              <a:defRPr sz="700"/>
            </a:lvl6pPr>
            <a:lvl7pPr marL="960120" indent="0">
              <a:buNone/>
              <a:defRPr sz="700"/>
            </a:lvl7pPr>
            <a:lvl8pPr marL="1120140" indent="0">
              <a:buNone/>
              <a:defRPr sz="700"/>
            </a:lvl8pPr>
            <a:lvl9pPr marL="1280160" indent="0">
              <a:buNone/>
              <a:defRPr sz="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960120"/>
            <a:ext cx="1032212" cy="1778741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8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76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7" y="170392"/>
            <a:ext cx="690086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8" y="170392"/>
            <a:ext cx="2030254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14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170392"/>
            <a:ext cx="276034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851959"/>
            <a:ext cx="276034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2966297"/>
            <a:ext cx="72009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2966297"/>
            <a:ext cx="108013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2966297"/>
            <a:ext cx="72009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7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320040" rtl="0" eaLnBrk="1" latinLnBrk="0" hangingPunct="1">
        <a:lnSpc>
          <a:spcPct val="90000"/>
        </a:lnSpc>
        <a:spcBef>
          <a:spcPct val="0"/>
        </a:spcBef>
        <a:buNone/>
        <a:defRPr sz="1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10" indent="-80010" algn="l" defTabSz="32004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600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8011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10401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3601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0010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1201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2801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3D19C38-5BD6-481E-A3A5-45F2176A8725}"/>
              </a:ext>
            </a:extLst>
          </p:cNvPr>
          <p:cNvSpPr/>
          <p:nvPr/>
        </p:nvSpPr>
        <p:spPr>
          <a:xfrm>
            <a:off x="74878" y="1919863"/>
            <a:ext cx="1253140" cy="70719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67A4BF-2A50-4402-8F35-1503FDFCC437}"/>
              </a:ext>
            </a:extLst>
          </p:cNvPr>
          <p:cNvSpPr txBox="1"/>
          <p:nvPr/>
        </p:nvSpPr>
        <p:spPr>
          <a:xfrm>
            <a:off x="245881" y="1178446"/>
            <a:ext cx="1094137" cy="235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b="1" i="1" dirty="0">
                <a:latin typeface="Arial" panose="020B0604020202020204" pitchFamily="34" charset="0"/>
                <a:cs typeface="Arial" panose="020B0604020202020204" pitchFamily="34" charset="0"/>
              </a:rPr>
              <a:t>Wide-warp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62031F2-D6E2-4A52-9EF3-C349F02609B9}"/>
              </a:ext>
            </a:extLst>
          </p:cNvPr>
          <p:cNvSpPr txBox="1"/>
          <p:nvPr/>
        </p:nvSpPr>
        <p:spPr>
          <a:xfrm>
            <a:off x="254212" y="991222"/>
            <a:ext cx="1094140" cy="237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b="1" i="1" dirty="0">
                <a:latin typeface="Arial" panose="020B0604020202020204" pitchFamily="34" charset="0"/>
                <a:cs typeface="Arial" panose="020B0604020202020204" pitchFamily="34" charset="0"/>
              </a:rPr>
              <a:t>Wide-warp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923E07D-4D68-4663-AE24-66CBAB78514C}"/>
              </a:ext>
            </a:extLst>
          </p:cNvPr>
          <p:cNvCxnSpPr>
            <a:cxnSpLocks/>
          </p:cNvCxnSpPr>
          <p:nvPr/>
        </p:nvCxnSpPr>
        <p:spPr>
          <a:xfrm>
            <a:off x="687530" y="1747476"/>
            <a:ext cx="0" cy="17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26A7A07D-5E5C-4706-9F8A-3D193CFCCEB3}"/>
              </a:ext>
            </a:extLst>
          </p:cNvPr>
          <p:cNvSpPr/>
          <p:nvPr/>
        </p:nvSpPr>
        <p:spPr>
          <a:xfrm>
            <a:off x="59210" y="969195"/>
            <a:ext cx="1253144" cy="780433"/>
          </a:xfrm>
          <a:prstGeom prst="roundRect">
            <a:avLst>
              <a:gd name="adj" fmla="val 9728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75848B-C833-4ED1-BFFE-7B61416D1BFA}"/>
              </a:ext>
            </a:extLst>
          </p:cNvPr>
          <p:cNvSpPr txBox="1"/>
          <p:nvPr/>
        </p:nvSpPr>
        <p:spPr>
          <a:xfrm>
            <a:off x="-16173" y="671600"/>
            <a:ext cx="16986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i="1" dirty="0">
                <a:latin typeface="Arial" panose="020B0604020202020204" pitchFamily="34" charset="0"/>
                <a:cs typeface="Arial" panose="020B0604020202020204" pitchFamily="34" charset="0"/>
              </a:rPr>
              <a:t>Wide-Thread-Block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61C15AE-780F-4308-8D5C-8E8625433960}"/>
              </a:ext>
            </a:extLst>
          </p:cNvPr>
          <p:cNvSpPr/>
          <p:nvPr/>
        </p:nvSpPr>
        <p:spPr>
          <a:xfrm>
            <a:off x="96281" y="10582"/>
            <a:ext cx="2989819" cy="454644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 Grid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Mega-Kernel</a:t>
            </a:r>
          </a:p>
        </p:txBody>
      </p:sp>
      <p:sp>
        <p:nvSpPr>
          <p:cNvPr id="87" name="Arrow: Down 86">
            <a:extLst>
              <a:ext uri="{FF2B5EF4-FFF2-40B4-BE49-F238E27FC236}">
                <a16:creationId xmlns:a16="http://schemas.microsoft.com/office/drawing/2014/main" id="{9602F05F-BA5E-4B83-B737-14BB5E5A3294}"/>
              </a:ext>
            </a:extLst>
          </p:cNvPr>
          <p:cNvSpPr/>
          <p:nvPr/>
        </p:nvSpPr>
        <p:spPr>
          <a:xfrm>
            <a:off x="545331" y="457137"/>
            <a:ext cx="208913" cy="262232"/>
          </a:xfrm>
          <a:prstGeom prst="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CEEAC86-F2EB-4A29-895F-0CC44C4EC2A0}"/>
              </a:ext>
            </a:extLst>
          </p:cNvPr>
          <p:cNvSpPr/>
          <p:nvPr/>
        </p:nvSpPr>
        <p:spPr>
          <a:xfrm>
            <a:off x="59210" y="2909598"/>
            <a:ext cx="3095470" cy="26032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Memory</a:t>
            </a:r>
          </a:p>
        </p:txBody>
      </p:sp>
      <p:sp>
        <p:nvSpPr>
          <p:cNvPr id="89" name="Arrow: Up-Down 88">
            <a:extLst>
              <a:ext uri="{FF2B5EF4-FFF2-40B4-BE49-F238E27FC236}">
                <a16:creationId xmlns:a16="http://schemas.microsoft.com/office/drawing/2014/main" id="{98C6B0B3-138E-4F93-8060-D226A2BC98F2}"/>
              </a:ext>
            </a:extLst>
          </p:cNvPr>
          <p:cNvSpPr/>
          <p:nvPr/>
        </p:nvSpPr>
        <p:spPr>
          <a:xfrm>
            <a:off x="546248" y="2626025"/>
            <a:ext cx="169896" cy="277318"/>
          </a:xfrm>
          <a:prstGeom prst="up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Arrow: Down 89">
            <a:extLst>
              <a:ext uri="{FF2B5EF4-FFF2-40B4-BE49-F238E27FC236}">
                <a16:creationId xmlns:a16="http://schemas.microsoft.com/office/drawing/2014/main" id="{26F8B64B-8FB1-4A20-B91C-366953968C5C}"/>
              </a:ext>
            </a:extLst>
          </p:cNvPr>
          <p:cNvSpPr/>
          <p:nvPr/>
        </p:nvSpPr>
        <p:spPr>
          <a:xfrm>
            <a:off x="1973666" y="464123"/>
            <a:ext cx="208913" cy="262232"/>
          </a:xfrm>
          <a:prstGeom prst="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5B484D52-8699-48D9-B54A-9CCCF73D9502}"/>
              </a:ext>
            </a:extLst>
          </p:cNvPr>
          <p:cNvSpPr/>
          <p:nvPr/>
        </p:nvSpPr>
        <p:spPr>
          <a:xfrm>
            <a:off x="1452145" y="963493"/>
            <a:ext cx="1253144" cy="792142"/>
          </a:xfrm>
          <a:prstGeom prst="roundRect">
            <a:avLst>
              <a:gd name="adj" fmla="val 9728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851CC98-DE30-485F-ADBF-00C147947088}"/>
              </a:ext>
            </a:extLst>
          </p:cNvPr>
          <p:cNvCxnSpPr>
            <a:cxnSpLocks/>
          </p:cNvCxnSpPr>
          <p:nvPr/>
        </p:nvCxnSpPr>
        <p:spPr>
          <a:xfrm>
            <a:off x="2067379" y="1763914"/>
            <a:ext cx="0" cy="17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Arrow: Up-Down 96">
            <a:extLst>
              <a:ext uri="{FF2B5EF4-FFF2-40B4-BE49-F238E27FC236}">
                <a16:creationId xmlns:a16="http://schemas.microsoft.com/office/drawing/2014/main" id="{68487B46-D170-4FAF-96D9-C01E91FCA096}"/>
              </a:ext>
            </a:extLst>
          </p:cNvPr>
          <p:cNvSpPr/>
          <p:nvPr/>
        </p:nvSpPr>
        <p:spPr>
          <a:xfrm>
            <a:off x="2001940" y="2642393"/>
            <a:ext cx="169896" cy="277318"/>
          </a:xfrm>
          <a:prstGeom prst="up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4BC7B06-60DC-462E-B0EA-DF4956F76A1C}"/>
              </a:ext>
            </a:extLst>
          </p:cNvPr>
          <p:cNvSpPr txBox="1"/>
          <p:nvPr/>
        </p:nvSpPr>
        <p:spPr>
          <a:xfrm>
            <a:off x="1356547" y="674760"/>
            <a:ext cx="14659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i="1">
                <a:latin typeface="Arial" panose="020B0604020202020204" pitchFamily="34" charset="0"/>
                <a:cs typeface="Arial" panose="020B0604020202020204" pitchFamily="34" charset="0"/>
              </a:rPr>
              <a:t>Wide-Thread-Block</a:t>
            </a:r>
            <a:endParaRPr lang="en-US" sz="11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Arrow: Up-Down 99">
            <a:extLst>
              <a:ext uri="{FF2B5EF4-FFF2-40B4-BE49-F238E27FC236}">
                <a16:creationId xmlns:a16="http://schemas.microsoft.com/office/drawing/2014/main" id="{CAD67C93-0024-4FC6-97D5-FF07AB42811C}"/>
              </a:ext>
            </a:extLst>
          </p:cNvPr>
          <p:cNvSpPr/>
          <p:nvPr/>
        </p:nvSpPr>
        <p:spPr>
          <a:xfrm>
            <a:off x="2923960" y="2634773"/>
            <a:ext cx="169896" cy="277318"/>
          </a:xfrm>
          <a:prstGeom prst="up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Arrow: Down 100">
            <a:extLst>
              <a:ext uri="{FF2B5EF4-FFF2-40B4-BE49-F238E27FC236}">
                <a16:creationId xmlns:a16="http://schemas.microsoft.com/office/drawing/2014/main" id="{07DE0C88-C632-4B03-962A-EAF378C0ABC7}"/>
              </a:ext>
            </a:extLst>
          </p:cNvPr>
          <p:cNvSpPr/>
          <p:nvPr/>
        </p:nvSpPr>
        <p:spPr>
          <a:xfrm>
            <a:off x="2842346" y="471743"/>
            <a:ext cx="208913" cy="262232"/>
          </a:xfrm>
          <a:prstGeom prst="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C28A1-4F5A-4A05-AA01-24C7FC946EC2}"/>
              </a:ext>
            </a:extLst>
          </p:cNvPr>
          <p:cNvSpPr txBox="1"/>
          <p:nvPr/>
        </p:nvSpPr>
        <p:spPr>
          <a:xfrm>
            <a:off x="2787035" y="108459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BE6B283-9826-4B29-B24F-05E6D7165B02}"/>
              </a:ext>
            </a:extLst>
          </p:cNvPr>
          <p:cNvSpPr txBox="1"/>
          <p:nvPr/>
        </p:nvSpPr>
        <p:spPr>
          <a:xfrm>
            <a:off x="2787035" y="205032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18071F-D884-4A88-8892-EE0EF8150307}"/>
              </a:ext>
            </a:extLst>
          </p:cNvPr>
          <p:cNvSpPr/>
          <p:nvPr/>
        </p:nvSpPr>
        <p:spPr>
          <a:xfrm>
            <a:off x="123705" y="2353363"/>
            <a:ext cx="1128376" cy="204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 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818751-8CB3-4CF1-B845-2F56668A522B}"/>
              </a:ext>
            </a:extLst>
          </p:cNvPr>
          <p:cNvSpPr/>
          <p:nvPr/>
        </p:nvSpPr>
        <p:spPr>
          <a:xfrm>
            <a:off x="1463375" y="1935748"/>
            <a:ext cx="1253140" cy="70719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F1BC5F-0C7A-401E-8AE7-749FC513324E}"/>
              </a:ext>
            </a:extLst>
          </p:cNvPr>
          <p:cNvSpPr/>
          <p:nvPr/>
        </p:nvSpPr>
        <p:spPr>
          <a:xfrm>
            <a:off x="1512202" y="2369248"/>
            <a:ext cx="1128376" cy="204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 Core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CFBE4C-8F09-4FBB-A0D1-894E3A2C7F3A}"/>
              </a:ext>
            </a:extLst>
          </p:cNvPr>
          <p:cNvSpPr txBox="1"/>
          <p:nvPr/>
        </p:nvSpPr>
        <p:spPr>
          <a:xfrm>
            <a:off x="243301" y="1361842"/>
            <a:ext cx="1094137" cy="235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b="1" i="1" dirty="0">
                <a:latin typeface="Arial" panose="020B0604020202020204" pitchFamily="34" charset="0"/>
                <a:cs typeface="Arial" panose="020B0604020202020204" pitchFamily="34" charset="0"/>
              </a:rPr>
              <a:t>Wide-warp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CE567B-FCB4-4072-AEFA-9BFB35F35C14}"/>
              </a:ext>
            </a:extLst>
          </p:cNvPr>
          <p:cNvSpPr txBox="1"/>
          <p:nvPr/>
        </p:nvSpPr>
        <p:spPr>
          <a:xfrm>
            <a:off x="465209" y="1356653"/>
            <a:ext cx="441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6605DD-A8A3-4C7C-8FCD-C16E1A781264}"/>
              </a:ext>
            </a:extLst>
          </p:cNvPr>
          <p:cNvSpPr txBox="1"/>
          <p:nvPr/>
        </p:nvSpPr>
        <p:spPr>
          <a:xfrm>
            <a:off x="1638236" y="1175148"/>
            <a:ext cx="1094137" cy="235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b="1" i="1" dirty="0">
                <a:latin typeface="Arial" panose="020B0604020202020204" pitchFamily="34" charset="0"/>
                <a:cs typeface="Arial" panose="020B0604020202020204" pitchFamily="34" charset="0"/>
              </a:rPr>
              <a:t>Wide-warp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DBBCD8-3B72-4F0D-9171-7407D7AEF4A7}"/>
              </a:ext>
            </a:extLst>
          </p:cNvPr>
          <p:cNvSpPr txBox="1"/>
          <p:nvPr/>
        </p:nvSpPr>
        <p:spPr>
          <a:xfrm>
            <a:off x="1646567" y="987924"/>
            <a:ext cx="1094140" cy="237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b="1" i="1" dirty="0">
                <a:latin typeface="Arial" panose="020B0604020202020204" pitchFamily="34" charset="0"/>
                <a:cs typeface="Arial" panose="020B0604020202020204" pitchFamily="34" charset="0"/>
              </a:rPr>
              <a:t>Wide-warp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711DE5-5F8F-42C8-B343-6F8594F3EF82}"/>
              </a:ext>
            </a:extLst>
          </p:cNvPr>
          <p:cNvSpPr txBox="1"/>
          <p:nvPr/>
        </p:nvSpPr>
        <p:spPr>
          <a:xfrm>
            <a:off x="1635656" y="1358544"/>
            <a:ext cx="1094137" cy="235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b="1" i="1" dirty="0">
                <a:latin typeface="Arial" panose="020B0604020202020204" pitchFamily="34" charset="0"/>
                <a:cs typeface="Arial" panose="020B0604020202020204" pitchFamily="34" charset="0"/>
              </a:rPr>
              <a:t>Wide-warp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B3DC0D-4CD7-4A51-BCAB-919C7F1127B3}"/>
              </a:ext>
            </a:extLst>
          </p:cNvPr>
          <p:cNvSpPr txBox="1"/>
          <p:nvPr/>
        </p:nvSpPr>
        <p:spPr>
          <a:xfrm>
            <a:off x="1852306" y="1359239"/>
            <a:ext cx="441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552E9B-A522-4E7E-A3FB-E9A1B86BA9D1}"/>
              </a:ext>
            </a:extLst>
          </p:cNvPr>
          <p:cNvSpPr txBox="1"/>
          <p:nvPr/>
        </p:nvSpPr>
        <p:spPr>
          <a:xfrm>
            <a:off x="2759254" y="53392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5" name="Rectangle 6">
            <a:extLst>
              <a:ext uri="{FF2B5EF4-FFF2-40B4-BE49-F238E27FC236}">
                <a16:creationId xmlns:a16="http://schemas.microsoft.com/office/drawing/2014/main" id="{D918071F-D884-4A88-8892-EE0EF8150307}"/>
              </a:ext>
            </a:extLst>
          </p:cNvPr>
          <p:cNvSpPr/>
          <p:nvPr/>
        </p:nvSpPr>
        <p:spPr>
          <a:xfrm>
            <a:off x="123705" y="2148834"/>
            <a:ext cx="1128376" cy="204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Engine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6">
            <a:extLst>
              <a:ext uri="{FF2B5EF4-FFF2-40B4-BE49-F238E27FC236}">
                <a16:creationId xmlns:a16="http://schemas.microsoft.com/office/drawing/2014/main" id="{D918071F-D884-4A88-8892-EE0EF8150307}"/>
              </a:ext>
            </a:extLst>
          </p:cNvPr>
          <p:cNvSpPr/>
          <p:nvPr/>
        </p:nvSpPr>
        <p:spPr>
          <a:xfrm>
            <a:off x="1511061" y="2164719"/>
            <a:ext cx="1128376" cy="204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Engine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27</Words>
  <Application>Microsoft Office PowerPoint</Application>
  <PresentationFormat>自定义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14</cp:revision>
  <dcterms:created xsi:type="dcterms:W3CDTF">2020-03-18T02:10:58Z</dcterms:created>
  <dcterms:modified xsi:type="dcterms:W3CDTF">2023-01-18T03:10:47Z</dcterms:modified>
</cp:coreProperties>
</file>