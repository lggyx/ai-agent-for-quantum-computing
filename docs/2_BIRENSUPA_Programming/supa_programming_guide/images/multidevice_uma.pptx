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</p:sldIdLst>
  <p:sldSz cx="5486400" cy="1096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206" d="100"/>
          <a:sy n="206" d="100"/>
        </p:scale>
        <p:origin x="139" y="10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26"/>
            <a:ext cx="4114800" cy="381906"/>
          </a:xfrm>
        </p:spPr>
        <p:txBody>
          <a:bodyPr anchor="b"/>
          <a:lstStyle>
            <a:lvl1pPr algn="ctr"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76160"/>
            <a:ext cx="4114800" cy="264845"/>
          </a:xfrm>
        </p:spPr>
        <p:txBody>
          <a:bodyPr/>
          <a:lstStyle>
            <a:lvl1pPr marL="0" indent="0" algn="ctr">
              <a:buNone/>
              <a:defRPr sz="384"/>
            </a:lvl1pPr>
            <a:lvl2pPr marL="73152" indent="0" algn="ctr">
              <a:buNone/>
              <a:defRPr sz="320"/>
            </a:lvl2pPr>
            <a:lvl3pPr marL="146304" indent="0" algn="ctr">
              <a:buNone/>
              <a:defRPr sz="288"/>
            </a:lvl3pPr>
            <a:lvl4pPr marL="219456" indent="0" algn="ctr">
              <a:buNone/>
              <a:defRPr sz="256"/>
            </a:lvl4pPr>
            <a:lvl5pPr marL="292608" indent="0" algn="ctr">
              <a:buNone/>
              <a:defRPr sz="256"/>
            </a:lvl5pPr>
            <a:lvl6pPr marL="365760" indent="0" algn="ctr">
              <a:buNone/>
              <a:defRPr sz="256"/>
            </a:lvl6pPr>
            <a:lvl7pPr marL="438912" indent="0" algn="ctr">
              <a:buNone/>
              <a:defRPr sz="256"/>
            </a:lvl7pPr>
            <a:lvl8pPr marL="512064" indent="0" algn="ctr">
              <a:buNone/>
              <a:defRPr sz="256"/>
            </a:lvl8pPr>
            <a:lvl9pPr marL="585216" indent="0" algn="ctr">
              <a:buNone/>
              <a:defRPr sz="2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4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273479"/>
            <a:ext cx="4732020" cy="456306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734102"/>
            <a:ext cx="4732020" cy="239961"/>
          </a:xfrm>
        </p:spPr>
        <p:txBody>
          <a:bodyPr/>
          <a:lstStyle>
            <a:lvl1pPr marL="0" indent="0">
              <a:buNone/>
              <a:defRPr sz="384">
                <a:solidFill>
                  <a:schemeClr val="tx1">
                    <a:tint val="75000"/>
                  </a:schemeClr>
                </a:solidFill>
              </a:defRPr>
            </a:lvl1pPr>
            <a:lvl2pPr marL="73152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2pPr>
            <a:lvl3pPr marL="146304" indent="0">
              <a:buNone/>
              <a:defRPr sz="288">
                <a:solidFill>
                  <a:schemeClr val="tx1">
                    <a:tint val="75000"/>
                  </a:schemeClr>
                </a:solidFill>
              </a:defRPr>
            </a:lvl3pPr>
            <a:lvl4pPr marL="219456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4pPr>
            <a:lvl5pPr marL="292608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5pPr>
            <a:lvl6pPr marL="365760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6pPr>
            <a:lvl7pPr marL="438912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7pPr>
            <a:lvl8pPr marL="512064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8pPr>
            <a:lvl9pPr marL="585216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9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292016"/>
            <a:ext cx="2331720" cy="696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292016"/>
            <a:ext cx="2331720" cy="696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6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58403"/>
            <a:ext cx="4732020" cy="212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268908"/>
            <a:ext cx="2321004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400696"/>
            <a:ext cx="2321004" cy="5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268908"/>
            <a:ext cx="2332435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400696"/>
            <a:ext cx="2332435" cy="5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6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5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73131"/>
            <a:ext cx="1769507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157942"/>
            <a:ext cx="2777490" cy="779555"/>
          </a:xfrm>
        </p:spPr>
        <p:txBody>
          <a:bodyPr/>
          <a:lstStyle>
            <a:lvl1pPr>
              <a:defRPr sz="512"/>
            </a:lvl1pPr>
            <a:lvl2pPr>
              <a:defRPr sz="448"/>
            </a:lvl2pPr>
            <a:lvl3pPr>
              <a:defRPr sz="384"/>
            </a:lvl3pPr>
            <a:lvl4pPr>
              <a:defRPr sz="320"/>
            </a:lvl4pPr>
            <a:lvl5pPr>
              <a:defRPr sz="320"/>
            </a:lvl5pPr>
            <a:lvl6pPr>
              <a:defRPr sz="320"/>
            </a:lvl6pPr>
            <a:lvl7pPr>
              <a:defRPr sz="320"/>
            </a:lvl7pPr>
            <a:lvl8pPr>
              <a:defRPr sz="320"/>
            </a:lvl8pPr>
            <a:lvl9pPr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329089"/>
            <a:ext cx="1769507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73131"/>
            <a:ext cx="1769507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157942"/>
            <a:ext cx="2777490" cy="779555"/>
          </a:xfrm>
        </p:spPr>
        <p:txBody>
          <a:bodyPr anchor="t"/>
          <a:lstStyle>
            <a:lvl1pPr marL="0" indent="0">
              <a:buNone/>
              <a:defRPr sz="512"/>
            </a:lvl1pPr>
            <a:lvl2pPr marL="73152" indent="0">
              <a:buNone/>
              <a:defRPr sz="448"/>
            </a:lvl2pPr>
            <a:lvl3pPr marL="146304" indent="0">
              <a:buNone/>
              <a:defRPr sz="384"/>
            </a:lvl3pPr>
            <a:lvl4pPr marL="219456" indent="0">
              <a:buNone/>
              <a:defRPr sz="320"/>
            </a:lvl4pPr>
            <a:lvl5pPr marL="292608" indent="0">
              <a:buNone/>
              <a:defRPr sz="320"/>
            </a:lvl5pPr>
            <a:lvl6pPr marL="365760" indent="0">
              <a:buNone/>
              <a:defRPr sz="320"/>
            </a:lvl6pPr>
            <a:lvl7pPr marL="438912" indent="0">
              <a:buNone/>
              <a:defRPr sz="320"/>
            </a:lvl7pPr>
            <a:lvl8pPr marL="512064" indent="0">
              <a:buNone/>
              <a:defRPr sz="320"/>
            </a:lvl8pPr>
            <a:lvl9pPr marL="585216" indent="0">
              <a:buNone/>
              <a:defRPr sz="3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329089"/>
            <a:ext cx="1769507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4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8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58403"/>
            <a:ext cx="1183005" cy="929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58403"/>
            <a:ext cx="3480435" cy="929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58403"/>
            <a:ext cx="4732020" cy="21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292016"/>
            <a:ext cx="4732020" cy="69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1016722"/>
            <a:ext cx="123444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1016722"/>
            <a:ext cx="185166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1016722"/>
            <a:ext cx="1234440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7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46304" rtl="0" eaLnBrk="1" latinLnBrk="0" hangingPunct="1">
        <a:lnSpc>
          <a:spcPct val="90000"/>
        </a:lnSpc>
        <a:spcBef>
          <a:spcPct val="0"/>
        </a:spcBef>
        <a:buNone/>
        <a:defRPr sz="7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" indent="-36576" algn="l" defTabSz="146304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1pPr>
      <a:lvl2pPr marL="7315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56F9B40-8DC0-4965-8DDD-262909AE9EE2}"/>
              </a:ext>
            </a:extLst>
          </p:cNvPr>
          <p:cNvSpPr/>
          <p:nvPr/>
        </p:nvSpPr>
        <p:spPr>
          <a:xfrm>
            <a:off x="475056" y="337028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Device0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 stored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UMA32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8E7CBF-AB0C-4184-B3DB-DB5A571592A4}"/>
              </a:ext>
            </a:extLst>
          </p:cNvPr>
          <p:cNvSpPr txBox="1"/>
          <p:nvPr/>
        </p:nvSpPr>
        <p:spPr>
          <a:xfrm>
            <a:off x="904" y="-33401"/>
            <a:ext cx="1761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ptrs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806C12-D3CD-485A-AC59-DF1D0B655FEB}"/>
              </a:ext>
            </a:extLst>
          </p:cNvPr>
          <p:cNvCxnSpPr/>
          <p:nvPr/>
        </p:nvCxnSpPr>
        <p:spPr>
          <a:xfrm>
            <a:off x="132784" y="337028"/>
            <a:ext cx="30729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9917FC4-8706-4FD9-9FEC-4E4ECB1733ED}"/>
              </a:ext>
            </a:extLst>
          </p:cNvPr>
          <p:cNvSpPr/>
          <p:nvPr/>
        </p:nvSpPr>
        <p:spPr>
          <a:xfrm>
            <a:off x="2926251" y="337028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Device1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 stored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UMA32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36E92D-4474-400D-B894-309D11126CC5}"/>
              </a:ext>
            </a:extLst>
          </p:cNvPr>
          <p:cNvSpPr txBox="1"/>
          <p:nvPr/>
        </p:nvSpPr>
        <p:spPr>
          <a:xfrm>
            <a:off x="2438104" y="-33401"/>
            <a:ext cx="1761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ptrs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FFADE16-7906-4A6F-A593-A5E95AD0B1FC}"/>
              </a:ext>
            </a:extLst>
          </p:cNvPr>
          <p:cNvCxnSpPr/>
          <p:nvPr/>
        </p:nvCxnSpPr>
        <p:spPr>
          <a:xfrm>
            <a:off x="2583971" y="376707"/>
            <a:ext cx="30729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F3FEF2-5424-4C8C-AA2E-BB53D392B94C}"/>
              </a:ext>
            </a:extLst>
          </p:cNvPr>
          <p:cNvSpPr txBox="1"/>
          <p:nvPr/>
        </p:nvSpPr>
        <p:spPr>
          <a:xfrm>
            <a:off x="4735383" y="27437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17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18</cp:revision>
  <dcterms:created xsi:type="dcterms:W3CDTF">2020-03-18T02:10:58Z</dcterms:created>
  <dcterms:modified xsi:type="dcterms:W3CDTF">2020-06-03T01:50:15Z</dcterms:modified>
</cp:coreProperties>
</file>