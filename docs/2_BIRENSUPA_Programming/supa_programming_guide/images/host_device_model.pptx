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4114800" cy="137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1" autoAdjust="0"/>
    <p:restoredTop sz="94660"/>
  </p:normalViewPr>
  <p:slideViewPr>
    <p:cSldViewPr snapToGrid="0">
      <p:cViewPr varScale="1">
        <p:scale>
          <a:sx n="328" d="100"/>
          <a:sy n="328" d="100"/>
        </p:scale>
        <p:origin x="-156" y="6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24473"/>
            <a:ext cx="3086100" cy="477520"/>
          </a:xfrm>
        </p:spPr>
        <p:txBody>
          <a:bodyPr anchor="b"/>
          <a:lstStyle>
            <a:lvl1pPr algn="ctr"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720408"/>
            <a:ext cx="3086100" cy="331152"/>
          </a:xfrm>
        </p:spPr>
        <p:txBody>
          <a:bodyPr/>
          <a:lstStyle>
            <a:lvl1pPr marL="0" indent="0" algn="ctr">
              <a:buNone/>
              <a:defRPr sz="480"/>
            </a:lvl1pPr>
            <a:lvl2pPr marL="91440" indent="0" algn="ctr">
              <a:buNone/>
              <a:defRPr sz="400"/>
            </a:lvl2pPr>
            <a:lvl3pPr marL="182880" indent="0" algn="ctr">
              <a:buNone/>
              <a:defRPr sz="360"/>
            </a:lvl3pPr>
            <a:lvl4pPr marL="274320" indent="0" algn="ctr">
              <a:buNone/>
              <a:defRPr sz="320"/>
            </a:lvl4pPr>
            <a:lvl5pPr marL="365760" indent="0" algn="ctr">
              <a:buNone/>
              <a:defRPr sz="320"/>
            </a:lvl5pPr>
            <a:lvl6pPr marL="457200" indent="0" algn="ctr">
              <a:buNone/>
              <a:defRPr sz="320"/>
            </a:lvl6pPr>
            <a:lvl7pPr marL="548640" indent="0" algn="ctr">
              <a:buNone/>
              <a:defRPr sz="320"/>
            </a:lvl7pPr>
            <a:lvl8pPr marL="640080" indent="0" algn="ctr">
              <a:buNone/>
              <a:defRPr sz="320"/>
            </a:lvl8pPr>
            <a:lvl9pPr marL="731520" indent="0" algn="ctr">
              <a:buNone/>
              <a:defRPr sz="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60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4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49" y="341948"/>
            <a:ext cx="3549015" cy="570547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749" y="917893"/>
            <a:ext cx="3549015" cy="300037"/>
          </a:xfrm>
        </p:spPr>
        <p:txBody>
          <a:bodyPr/>
          <a:lstStyle>
            <a:lvl1pPr marL="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1pPr>
            <a:lvl2pPr marL="9144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2pPr>
            <a:lvl3pPr marL="182880" indent="0">
              <a:buNone/>
              <a:defRPr sz="360">
                <a:solidFill>
                  <a:schemeClr val="tx1">
                    <a:tint val="75000"/>
                  </a:schemeClr>
                </a:solidFill>
              </a:defRPr>
            </a:lvl3pPr>
            <a:lvl4pPr marL="27432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4pPr>
            <a:lvl5pPr marL="36576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5pPr>
            <a:lvl6pPr marL="45720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6pPr>
            <a:lvl7pPr marL="54864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7pPr>
            <a:lvl8pPr marL="64008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8pPr>
            <a:lvl9pPr marL="73152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84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893" y="365125"/>
            <a:ext cx="1748790" cy="870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118" y="365125"/>
            <a:ext cx="1748790" cy="870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31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" y="73025"/>
            <a:ext cx="3549015" cy="265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29" y="336233"/>
            <a:ext cx="1740753" cy="164782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429" y="501015"/>
            <a:ext cx="1740753" cy="7369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3117" y="336233"/>
            <a:ext cx="1749326" cy="164782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3117" y="501015"/>
            <a:ext cx="1749326" cy="7369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9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64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91440"/>
            <a:ext cx="1327130" cy="320040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326" y="197485"/>
            <a:ext cx="2083118" cy="974725"/>
          </a:xfrm>
        </p:spPr>
        <p:txBody>
          <a:bodyPr/>
          <a:lstStyle>
            <a:lvl1pPr>
              <a:defRPr sz="640"/>
            </a:lvl1pPr>
            <a:lvl2pPr>
              <a:defRPr sz="560"/>
            </a:lvl2pPr>
            <a:lvl3pPr>
              <a:defRPr sz="48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411480"/>
            <a:ext cx="1327130" cy="762318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06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91440"/>
            <a:ext cx="1327130" cy="320040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49326" y="197485"/>
            <a:ext cx="2083118" cy="974725"/>
          </a:xfrm>
        </p:spPr>
        <p:txBody>
          <a:bodyPr anchor="t"/>
          <a:lstStyle>
            <a:lvl1pPr marL="0" indent="0">
              <a:buNone/>
              <a:defRPr sz="640"/>
            </a:lvl1pPr>
            <a:lvl2pPr marL="91440" indent="0">
              <a:buNone/>
              <a:defRPr sz="560"/>
            </a:lvl2pPr>
            <a:lvl3pPr marL="182880" indent="0">
              <a:buNone/>
              <a:defRPr sz="480"/>
            </a:lvl3pPr>
            <a:lvl4pPr marL="274320" indent="0">
              <a:buNone/>
              <a:defRPr sz="400"/>
            </a:lvl4pPr>
            <a:lvl5pPr marL="365760" indent="0">
              <a:buNone/>
              <a:defRPr sz="400"/>
            </a:lvl5pPr>
            <a:lvl6pPr marL="457200" indent="0">
              <a:buNone/>
              <a:defRPr sz="400"/>
            </a:lvl6pPr>
            <a:lvl7pPr marL="548640" indent="0">
              <a:buNone/>
              <a:defRPr sz="400"/>
            </a:lvl7pPr>
            <a:lvl8pPr marL="640080" indent="0">
              <a:buNone/>
              <a:defRPr sz="400"/>
            </a:lvl8pPr>
            <a:lvl9pPr marL="731520" indent="0">
              <a:buNone/>
              <a:defRPr sz="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411480"/>
            <a:ext cx="1327130" cy="762318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7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3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4654" y="73025"/>
            <a:ext cx="887254" cy="11623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2893" y="73025"/>
            <a:ext cx="2610326" cy="11623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9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93" y="73025"/>
            <a:ext cx="3549015" cy="265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93" y="365125"/>
            <a:ext cx="3549015" cy="870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893" y="1271270"/>
            <a:ext cx="92583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028" y="1271270"/>
            <a:ext cx="1388745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6078" y="1271270"/>
            <a:ext cx="92583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41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82880" rtl="0" eaLnBrk="1" latinLnBrk="0" hangingPunct="1">
        <a:lnSpc>
          <a:spcPct val="90000"/>
        </a:lnSpc>
        <a:spcBef>
          <a:spcPct val="0"/>
        </a:spcBef>
        <a:buNone/>
        <a:defRPr sz="8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" indent="-45720" algn="l" defTabSz="18288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56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6918" y="65664"/>
            <a:ext cx="4024321" cy="1305294"/>
            <a:chOff x="76918" y="65664"/>
            <a:chExt cx="4024321" cy="1305294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63CBC7D-E1D0-4847-A6EE-958CC3F2B6A0}"/>
                </a:ext>
              </a:extLst>
            </p:cNvPr>
            <p:cNvSpPr/>
            <p:nvPr/>
          </p:nvSpPr>
          <p:spPr>
            <a:xfrm>
              <a:off x="76918" y="291602"/>
              <a:ext cx="859727" cy="3602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CPU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F3065B5-FA39-4EE7-96F8-26F122ACE2D3}"/>
                </a:ext>
              </a:extLst>
            </p:cNvPr>
            <p:cNvSpPr/>
            <p:nvPr/>
          </p:nvSpPr>
          <p:spPr>
            <a:xfrm>
              <a:off x="2043786" y="291602"/>
              <a:ext cx="859727" cy="3602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GPU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6BCCBA2-558A-483B-9F88-9E31B3473833}"/>
                </a:ext>
              </a:extLst>
            </p:cNvPr>
            <p:cNvSpPr/>
            <p:nvPr/>
          </p:nvSpPr>
          <p:spPr>
            <a:xfrm>
              <a:off x="2043786" y="651818"/>
              <a:ext cx="859727" cy="3602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设备内存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63F0C65-8D96-4502-AB31-90F35E9F10AD}"/>
                </a:ext>
              </a:extLst>
            </p:cNvPr>
            <p:cNvSpPr/>
            <p:nvPr/>
          </p:nvSpPr>
          <p:spPr>
            <a:xfrm>
              <a:off x="76918" y="651818"/>
              <a:ext cx="859727" cy="3602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主机内存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7CE76E8-D888-444D-85E1-BFBFE97FE6DB}"/>
                </a:ext>
              </a:extLst>
            </p:cNvPr>
            <p:cNvSpPr/>
            <p:nvPr/>
          </p:nvSpPr>
          <p:spPr>
            <a:xfrm>
              <a:off x="3088057" y="291602"/>
              <a:ext cx="859727" cy="3602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GPU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0C6362E-11DE-41B3-8289-1F302777410C}"/>
                </a:ext>
              </a:extLst>
            </p:cNvPr>
            <p:cNvSpPr/>
            <p:nvPr/>
          </p:nvSpPr>
          <p:spPr>
            <a:xfrm>
              <a:off x="3088057" y="651818"/>
              <a:ext cx="859727" cy="3602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设备内存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7F9516A-A2F2-421D-9512-4BC95BA49344}"/>
                </a:ext>
              </a:extLst>
            </p:cNvPr>
            <p:cNvCxnSpPr>
              <a:cxnSpLocks/>
            </p:cNvCxnSpPr>
            <p:nvPr/>
          </p:nvCxnSpPr>
          <p:spPr>
            <a:xfrm>
              <a:off x="510649" y="1163190"/>
              <a:ext cx="3196742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09D4CC4-F8BD-4F31-9804-B4A05E6D3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649" y="1010790"/>
              <a:ext cx="0" cy="15240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1AFC1F4-F108-4C86-85D4-2867ABCD5E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3561" y="1010790"/>
              <a:ext cx="0" cy="15240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5F80F1E-066E-40D7-A132-8E896AB10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7920" y="1005261"/>
              <a:ext cx="0" cy="15240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A921BCB-6E78-4114-8587-A69E149042F7}"/>
                </a:ext>
              </a:extLst>
            </p:cNvPr>
            <p:cNvSpPr txBox="1"/>
            <p:nvPr/>
          </p:nvSpPr>
          <p:spPr>
            <a:xfrm>
              <a:off x="3819351" y="900182"/>
              <a:ext cx="281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77" name="Arrow: Pentagon 76">
              <a:extLst>
                <a:ext uri="{FF2B5EF4-FFF2-40B4-BE49-F238E27FC236}">
                  <a16:creationId xmlns:a16="http://schemas.microsoft.com/office/drawing/2014/main" id="{914F02BB-A9A1-4719-B81F-2CB7393740B3}"/>
                </a:ext>
              </a:extLst>
            </p:cNvPr>
            <p:cNvSpPr/>
            <p:nvPr/>
          </p:nvSpPr>
          <p:spPr>
            <a:xfrm>
              <a:off x="2201678" y="65665"/>
              <a:ext cx="610820" cy="194043"/>
            </a:xfrm>
            <a:prstGeom prst="homePlat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内核</a:t>
              </a:r>
              <a:endPara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Arrow: Pentagon 77">
              <a:extLst>
                <a:ext uri="{FF2B5EF4-FFF2-40B4-BE49-F238E27FC236}">
                  <a16:creationId xmlns:a16="http://schemas.microsoft.com/office/drawing/2014/main" id="{D19F58F2-F745-4EC1-83EB-5CA78567F81C}"/>
                </a:ext>
              </a:extLst>
            </p:cNvPr>
            <p:cNvSpPr/>
            <p:nvPr/>
          </p:nvSpPr>
          <p:spPr>
            <a:xfrm>
              <a:off x="3239216" y="65666"/>
              <a:ext cx="610820" cy="194043"/>
            </a:xfrm>
            <a:prstGeom prst="homePlat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内核</a:t>
              </a:r>
              <a:endPara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Arrow: Pentagon 78">
              <a:extLst>
                <a:ext uri="{FF2B5EF4-FFF2-40B4-BE49-F238E27FC236}">
                  <a16:creationId xmlns:a16="http://schemas.microsoft.com/office/drawing/2014/main" id="{13D54255-D366-49AF-A77D-5961BAC91110}"/>
                </a:ext>
              </a:extLst>
            </p:cNvPr>
            <p:cNvSpPr/>
            <p:nvPr/>
          </p:nvSpPr>
          <p:spPr>
            <a:xfrm>
              <a:off x="76918" y="65664"/>
              <a:ext cx="859727" cy="194043"/>
            </a:xfrm>
            <a:prstGeom prst="homePlat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主机代码</a:t>
              </a:r>
              <a:endPara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8C1E28F-5A59-4913-BF39-C8424399FFB4}"/>
                </a:ext>
              </a:extLst>
            </p:cNvPr>
            <p:cNvSpPr txBox="1"/>
            <p:nvPr/>
          </p:nvSpPr>
          <p:spPr>
            <a:xfrm>
              <a:off x="918535" y="928978"/>
              <a:ext cx="1343253" cy="441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内核</a:t>
              </a:r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二进制</a:t>
              </a:r>
              <a:r>
                <a:rPr lang="en-US" sz="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zh-CN" altLang="en-US" sz="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数据</a:t>
              </a:r>
              <a:r>
                <a:rPr lang="en-US" sz="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设备控制</a:t>
              </a:r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命令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</TotalTime>
  <Words>21</Words>
  <Application>Microsoft Office PowerPoint</Application>
  <PresentationFormat>自定义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Amy Zhao(赵明宇)</cp:lastModifiedBy>
  <cp:revision>11</cp:revision>
  <dcterms:created xsi:type="dcterms:W3CDTF">2020-03-18T02:10:58Z</dcterms:created>
  <dcterms:modified xsi:type="dcterms:W3CDTF">2022-07-20T08:45:36Z</dcterms:modified>
</cp:coreProperties>
</file>