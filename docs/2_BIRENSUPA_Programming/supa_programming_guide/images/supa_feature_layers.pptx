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91440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0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88" y="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448945"/>
            <a:ext cx="68580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440815"/>
            <a:ext cx="68580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2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3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3895"/>
            <a:ext cx="788670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835785"/>
            <a:ext cx="788670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730250"/>
            <a:ext cx="38862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730250"/>
            <a:ext cx="388620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8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46050"/>
            <a:ext cx="788670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672465"/>
            <a:ext cx="3868340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002030"/>
            <a:ext cx="386834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672465"/>
            <a:ext cx="388739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002030"/>
            <a:ext cx="388739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2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06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30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82880"/>
            <a:ext cx="2949178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94970"/>
            <a:ext cx="462915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822960"/>
            <a:ext cx="2949178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39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82880"/>
            <a:ext cx="2949178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94970"/>
            <a:ext cx="462915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822960"/>
            <a:ext cx="2949178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3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46050"/>
            <a:ext cx="197167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6050"/>
            <a:ext cx="580072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7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46050"/>
            <a:ext cx="788670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730250"/>
            <a:ext cx="788670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2542540"/>
            <a:ext cx="20574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2542540"/>
            <a:ext cx="30861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2542540"/>
            <a:ext cx="205740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1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C4A5256-41DD-4FE5-8846-74BADC54BE09}"/>
              </a:ext>
            </a:extLst>
          </p:cNvPr>
          <p:cNvSpPr/>
          <p:nvPr/>
        </p:nvSpPr>
        <p:spPr>
          <a:xfrm>
            <a:off x="2279650" y="1970337"/>
            <a:ext cx="6816127" cy="73616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8A0351-7FB8-446C-8B11-8A3E3550080B}"/>
              </a:ext>
            </a:extLst>
          </p:cNvPr>
          <p:cNvSpPr/>
          <p:nvPr/>
        </p:nvSpPr>
        <p:spPr>
          <a:xfrm>
            <a:off x="2279650" y="1062783"/>
            <a:ext cx="6818342" cy="73616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FF5F6E-EAF3-4314-BD21-BFD9BAA569AF}"/>
              </a:ext>
            </a:extLst>
          </p:cNvPr>
          <p:cNvSpPr/>
          <p:nvPr/>
        </p:nvSpPr>
        <p:spPr>
          <a:xfrm>
            <a:off x="2279650" y="168436"/>
            <a:ext cx="6818342" cy="73616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5052D6-DC37-43B1-B813-0496B40EC040}"/>
              </a:ext>
            </a:extLst>
          </p:cNvPr>
          <p:cNvSpPr/>
          <p:nvPr/>
        </p:nvSpPr>
        <p:spPr>
          <a:xfrm>
            <a:off x="48223" y="2053330"/>
            <a:ext cx="2042855" cy="569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层</a:t>
            </a:r>
            <a:endParaRPr lang="en-US" altLang="zh-CN" b="1" dirty="0" smtClean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5F1AAB-D024-4D75-ADC3-DBD8B1BE5F89}"/>
              </a:ext>
            </a:extLst>
          </p:cNvPr>
          <p:cNvSpPr/>
          <p:nvPr/>
        </p:nvSpPr>
        <p:spPr>
          <a:xfrm>
            <a:off x="43407" y="1150502"/>
            <a:ext cx="2042855" cy="569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层</a:t>
            </a:r>
            <a:endParaRPr lang="en-US" altLang="zh-CN" b="1" dirty="0" smtClean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SUPA </a:t>
            </a:r>
            <a:r>
              <a:rPr lang="zh-CN" altLang="en-US" sz="1200" b="1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特性</a:t>
            </a:r>
            <a:r>
              <a:rPr lang="en-US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059DBC-3838-44F7-8B8C-FF7ED2C1DE2F}"/>
              </a:ext>
            </a:extLst>
          </p:cNvPr>
          <p:cNvSpPr/>
          <p:nvPr/>
        </p:nvSpPr>
        <p:spPr>
          <a:xfrm>
            <a:off x="43407" y="244908"/>
            <a:ext cx="2042855" cy="569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层</a:t>
            </a:r>
            <a:endParaRPr lang="en-US" altLang="zh-CN" b="1" dirty="0" smtClean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BR100</a:t>
            </a:r>
            <a:r>
              <a:rPr lang="zh-CN" altLang="en-US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高级特性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CA5483-856C-4C97-818B-EB5C56CCF0F2}"/>
              </a:ext>
            </a:extLst>
          </p:cNvPr>
          <p:cNvSpPr txBox="1"/>
          <p:nvPr/>
        </p:nvSpPr>
        <p:spPr>
          <a:xfrm>
            <a:off x="2396647" y="1199275"/>
            <a:ext cx="1192472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 smtClean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巨核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7C8493-895E-487C-927B-C0992BD70159}"/>
              </a:ext>
            </a:extLst>
          </p:cNvPr>
          <p:cNvSpPr txBox="1"/>
          <p:nvPr/>
        </p:nvSpPr>
        <p:spPr>
          <a:xfrm>
            <a:off x="5086200" y="1199275"/>
            <a:ext cx="1192472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张量数据布局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71315-94C5-406B-9A5E-B7BC190E509C}"/>
              </a:ext>
            </a:extLst>
          </p:cNvPr>
          <p:cNvSpPr txBox="1"/>
          <p:nvPr/>
        </p:nvSpPr>
        <p:spPr>
          <a:xfrm>
            <a:off x="6440608" y="1192711"/>
            <a:ext cx="1192472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张量算子库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4F48C2-3969-435D-9EE4-A1A6709EC8C9}"/>
              </a:ext>
            </a:extLst>
          </p:cNvPr>
          <p:cNvSpPr txBox="1"/>
          <p:nvPr/>
        </p:nvSpPr>
        <p:spPr>
          <a:xfrm>
            <a:off x="7792638" y="1192711"/>
            <a:ext cx="1192472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UDV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846351-C36E-46C3-8AD7-2FD82CB437CF}"/>
              </a:ext>
            </a:extLst>
          </p:cNvPr>
          <p:cNvSpPr txBox="1"/>
          <p:nvPr/>
        </p:nvSpPr>
        <p:spPr>
          <a:xfrm>
            <a:off x="3749866" y="1192711"/>
            <a:ext cx="1192472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UMA/NUMA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F89A75-5841-464D-9A5C-245A0F5F3AA3}"/>
              </a:ext>
            </a:extLst>
          </p:cNvPr>
          <p:cNvSpPr txBox="1"/>
          <p:nvPr/>
        </p:nvSpPr>
        <p:spPr>
          <a:xfrm>
            <a:off x="2362878" y="314434"/>
            <a:ext cx="1226241" cy="467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内核协程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B8C5DE-F944-4304-AC9C-2C5B9EB04DA0}"/>
              </a:ext>
            </a:extLst>
          </p:cNvPr>
          <p:cNvSpPr txBox="1"/>
          <p:nvPr/>
        </p:nvSpPr>
        <p:spPr>
          <a:xfrm>
            <a:off x="3716097" y="314434"/>
            <a:ext cx="1226241" cy="467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VMC </a:t>
            </a:r>
            <a:r>
              <a:rPr lang="zh-CN" altLang="en-US" sz="1200" b="1" dirty="0" smtClean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模式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90C942-396E-4A5B-B041-57A45EB2EED2}"/>
              </a:ext>
            </a:extLst>
          </p:cNvPr>
          <p:cNvSpPr txBox="1"/>
          <p:nvPr/>
        </p:nvSpPr>
        <p:spPr>
          <a:xfrm>
            <a:off x="5069316" y="305474"/>
            <a:ext cx="1226241" cy="467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 smtClean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高级规约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61F7C9-444D-4107-A7C4-38AADC0C13FE}"/>
              </a:ext>
            </a:extLst>
          </p:cNvPr>
          <p:cNvSpPr txBox="1"/>
          <p:nvPr/>
        </p:nvSpPr>
        <p:spPr>
          <a:xfrm>
            <a:off x="6422535" y="321449"/>
            <a:ext cx="1226241" cy="467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GPU</a:t>
            </a:r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任务卸载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0ECC90-6E6C-4402-938F-4CDE5092A70C}"/>
              </a:ext>
            </a:extLst>
          </p:cNvPr>
          <p:cNvSpPr txBox="1"/>
          <p:nvPr/>
        </p:nvSpPr>
        <p:spPr>
          <a:xfrm>
            <a:off x="2396647" y="2124925"/>
            <a:ext cx="1553053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 smtClean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主机</a:t>
            </a:r>
            <a:r>
              <a:rPr lang="en-US" altLang="zh-CN" sz="1200" b="1" dirty="0" smtClean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b="1" dirty="0" smtClean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设备内核启动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C257DE-0322-440B-8C18-5D9CE3DD1334}"/>
              </a:ext>
            </a:extLst>
          </p:cNvPr>
          <p:cNvSpPr txBox="1"/>
          <p:nvPr/>
        </p:nvSpPr>
        <p:spPr>
          <a:xfrm>
            <a:off x="4066697" y="2124925"/>
            <a:ext cx="1553053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单指令多线程，线程网格、线程块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948F52-B5B8-4EC7-B114-E1ECF88F493E}"/>
              </a:ext>
            </a:extLst>
          </p:cNvPr>
          <p:cNvSpPr txBox="1"/>
          <p:nvPr/>
        </p:nvSpPr>
        <p:spPr>
          <a:xfrm>
            <a:off x="5736747" y="2126207"/>
            <a:ext cx="1553053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本地</a:t>
            </a:r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共享</a:t>
            </a:r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全局内存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F6CAD9-EC5A-4C60-A564-9F1E15C4CDC8}"/>
              </a:ext>
            </a:extLst>
          </p:cNvPr>
          <p:cNvSpPr txBox="1"/>
          <p:nvPr/>
        </p:nvSpPr>
        <p:spPr>
          <a:xfrm>
            <a:off x="7406797" y="2124925"/>
            <a:ext cx="1553053" cy="4631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流</a:t>
            </a:r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事件 </a:t>
            </a:r>
            <a:r>
              <a:rPr lang="en-US" altLang="zh-CN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&amp; </a:t>
            </a:r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并行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DE729A-91E4-4A11-8CCF-1562609BEA90}"/>
              </a:ext>
            </a:extLst>
          </p:cNvPr>
          <p:cNvSpPr txBox="1"/>
          <p:nvPr/>
        </p:nvSpPr>
        <p:spPr>
          <a:xfrm>
            <a:off x="7775754" y="295741"/>
            <a:ext cx="1226241" cy="467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200" b="1" dirty="0">
                <a:solidFill>
                  <a:srgbClr val="0070C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数据加载广播</a:t>
            </a:r>
            <a:endParaRPr lang="en-US" sz="1200" b="1" dirty="0">
              <a:solidFill>
                <a:srgbClr val="0070C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60</Words>
  <Application>Microsoft Office PowerPoint</Application>
  <PresentationFormat>自定义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14</cp:revision>
  <dcterms:created xsi:type="dcterms:W3CDTF">2020-03-18T02:10:58Z</dcterms:created>
  <dcterms:modified xsi:type="dcterms:W3CDTF">2022-07-20T06:56:43Z</dcterms:modified>
</cp:coreProperties>
</file>