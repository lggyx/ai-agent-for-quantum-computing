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sldIdLst>
    <p:sldId id="256" r:id="rId2"/>
  </p:sldIdLst>
  <p:sldSz cx="9144000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5" autoAdjust="0"/>
    <p:restoredTop sz="94903" autoAdjust="0"/>
  </p:normalViewPr>
  <p:slideViewPr>
    <p:cSldViewPr snapToGrid="0">
      <p:cViewPr varScale="1">
        <p:scale>
          <a:sx n="193" d="100"/>
          <a:sy n="193" d="100"/>
        </p:scale>
        <p:origin x="11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598593"/>
            <a:ext cx="6858000" cy="1273387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1921087"/>
            <a:ext cx="6858000" cy="883073"/>
          </a:xfrm>
        </p:spPr>
        <p:txBody>
          <a:bodyPr/>
          <a:lstStyle>
            <a:lvl1pPr marL="0" indent="0" algn="ctr">
              <a:buNone/>
              <a:defRPr sz="1280"/>
            </a:lvl1pPr>
            <a:lvl2pPr marL="243825" indent="0" algn="ctr">
              <a:buNone/>
              <a:defRPr sz="1067"/>
            </a:lvl2pPr>
            <a:lvl3pPr marL="487650" indent="0" algn="ctr">
              <a:buNone/>
              <a:defRPr sz="960"/>
            </a:lvl3pPr>
            <a:lvl4pPr marL="731474" indent="0" algn="ctr">
              <a:buNone/>
              <a:defRPr sz="853"/>
            </a:lvl4pPr>
            <a:lvl5pPr marL="975299" indent="0" algn="ctr">
              <a:buNone/>
              <a:defRPr sz="853"/>
            </a:lvl5pPr>
            <a:lvl6pPr marL="1219124" indent="0" algn="ctr">
              <a:buNone/>
              <a:defRPr sz="853"/>
            </a:lvl6pPr>
            <a:lvl7pPr marL="1462949" indent="0" algn="ctr">
              <a:buNone/>
              <a:defRPr sz="853"/>
            </a:lvl7pPr>
            <a:lvl8pPr marL="1706773" indent="0" algn="ctr">
              <a:buNone/>
              <a:defRPr sz="853"/>
            </a:lvl8pPr>
            <a:lvl9pPr marL="1950598" indent="0" algn="ctr">
              <a:buNone/>
              <a:defRPr sz="8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699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9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911860"/>
            <a:ext cx="7886700" cy="152146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447714"/>
            <a:ext cx="7886700" cy="800100"/>
          </a:xfrm>
        </p:spPr>
        <p:txBody>
          <a:bodyPr/>
          <a:lstStyle>
            <a:lvl1pPr marL="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1pPr>
            <a:lvl2pPr marL="243825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2pPr>
            <a:lvl3pPr marL="48765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3pPr>
            <a:lvl4pPr marL="731474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4pPr>
            <a:lvl5pPr marL="975299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5pPr>
            <a:lvl6pPr marL="1219124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6pPr>
            <a:lvl7pPr marL="1462949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7pPr>
            <a:lvl8pPr marL="1706773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8pPr>
            <a:lvl9pPr marL="1950598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634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973666"/>
            <a:ext cx="388620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973666"/>
            <a:ext cx="388620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960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94734"/>
            <a:ext cx="7886700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896620"/>
            <a:ext cx="3868340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336040"/>
            <a:ext cx="3868340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896620"/>
            <a:ext cx="3887391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336040"/>
            <a:ext cx="3887391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462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301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65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43840"/>
            <a:ext cx="2949178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526627"/>
            <a:ext cx="4629150" cy="2599267"/>
          </a:xfrm>
        </p:spPr>
        <p:txBody>
          <a:bodyPr/>
          <a:lstStyle>
            <a:lvl1pPr>
              <a:defRPr sz="1707"/>
            </a:lvl1pPr>
            <a:lvl2pPr>
              <a:defRPr sz="1493"/>
            </a:lvl2pPr>
            <a:lvl3pPr>
              <a:defRPr sz="128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097280"/>
            <a:ext cx="2949178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913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43840"/>
            <a:ext cx="2949178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526627"/>
            <a:ext cx="4629150" cy="2599267"/>
          </a:xfrm>
        </p:spPr>
        <p:txBody>
          <a:bodyPr anchor="t"/>
          <a:lstStyle>
            <a:lvl1pPr marL="0" indent="0">
              <a:buNone/>
              <a:defRPr sz="1707"/>
            </a:lvl1pPr>
            <a:lvl2pPr marL="243825" indent="0">
              <a:buNone/>
              <a:defRPr sz="1493"/>
            </a:lvl2pPr>
            <a:lvl3pPr marL="487650" indent="0">
              <a:buNone/>
              <a:defRPr sz="1280"/>
            </a:lvl3pPr>
            <a:lvl4pPr marL="731474" indent="0">
              <a:buNone/>
              <a:defRPr sz="1067"/>
            </a:lvl4pPr>
            <a:lvl5pPr marL="975299" indent="0">
              <a:buNone/>
              <a:defRPr sz="1067"/>
            </a:lvl5pPr>
            <a:lvl6pPr marL="1219124" indent="0">
              <a:buNone/>
              <a:defRPr sz="1067"/>
            </a:lvl6pPr>
            <a:lvl7pPr marL="1462949" indent="0">
              <a:buNone/>
              <a:defRPr sz="1067"/>
            </a:lvl7pPr>
            <a:lvl8pPr marL="1706773" indent="0">
              <a:buNone/>
              <a:defRPr sz="1067"/>
            </a:lvl8pPr>
            <a:lvl9pPr marL="1950598" indent="0">
              <a:buNone/>
              <a:defRPr sz="10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097280"/>
            <a:ext cx="2949178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88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06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194733"/>
            <a:ext cx="1971675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94733"/>
            <a:ext cx="5800725" cy="3099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598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94734"/>
            <a:ext cx="7886700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73666"/>
            <a:ext cx="7886700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3390054"/>
            <a:ext cx="205740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3390054"/>
            <a:ext cx="308610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3390054"/>
            <a:ext cx="205740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12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487650" rtl="0" eaLnBrk="1" latinLnBrk="0" hangingPunct="1">
        <a:lnSpc>
          <a:spcPct val="90000"/>
        </a:lnSpc>
        <a:spcBef>
          <a:spcPct val="0"/>
        </a:spcBef>
        <a:buNone/>
        <a:defRPr sz="23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912" indent="-121912" algn="l" defTabSz="48765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1pPr>
      <a:lvl2pPr marL="36573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2pPr>
      <a:lvl3pPr marL="609562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067" kern="1200">
          <a:solidFill>
            <a:schemeClr val="tx1"/>
          </a:solidFill>
          <a:latin typeface="+mn-lt"/>
          <a:ea typeface="+mn-ea"/>
          <a:cs typeface="+mn-cs"/>
        </a:defRPr>
      </a:lvl3pPr>
      <a:lvl4pPr marL="85338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1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34103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58486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82868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2072510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1pPr>
      <a:lvl2pPr marL="243825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8765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3147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97529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21912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46294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706773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1950598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10">
            <a:extLst>
              <a:ext uri="{FF2B5EF4-FFF2-40B4-BE49-F238E27FC236}">
                <a16:creationId xmlns:a16="http://schemas.microsoft.com/office/drawing/2014/main" id="{B87D7087-330A-4BBC-9996-39C1647187A5}"/>
              </a:ext>
            </a:extLst>
          </p:cNvPr>
          <p:cNvSpPr/>
          <p:nvPr/>
        </p:nvSpPr>
        <p:spPr>
          <a:xfrm>
            <a:off x="2504992" y="924847"/>
            <a:ext cx="3441970" cy="518869"/>
          </a:xfrm>
          <a:prstGeom prst="rect">
            <a:avLst/>
          </a:prstGeom>
          <a:solidFill>
            <a:srgbClr val="99CCFF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BIRENSUPA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编程模型</a:t>
            </a: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Arrow: Up 111">
            <a:extLst>
              <a:ext uri="{FF2B5EF4-FFF2-40B4-BE49-F238E27FC236}">
                <a16:creationId xmlns:a16="http://schemas.microsoft.com/office/drawing/2014/main" id="{D61B5E85-C2EE-4143-AEF3-B05CCD4D1494}"/>
              </a:ext>
            </a:extLst>
          </p:cNvPr>
          <p:cNvSpPr/>
          <p:nvPr/>
        </p:nvSpPr>
        <p:spPr>
          <a:xfrm rot="5400000">
            <a:off x="6202425" y="995418"/>
            <a:ext cx="431686" cy="389151"/>
          </a:xfrm>
          <a:prstGeom prst="upArrow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8CF0FDA-A0CB-4B9D-9C94-16836BC5CC64}"/>
              </a:ext>
            </a:extLst>
          </p:cNvPr>
          <p:cNvSpPr/>
          <p:nvPr/>
        </p:nvSpPr>
        <p:spPr>
          <a:xfrm>
            <a:off x="6889061" y="869950"/>
            <a:ext cx="2186359" cy="817674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文档</a:t>
            </a:r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示例</a:t>
            </a:r>
            <a:endParaRPr lang="en-GB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Arrow: Up 113">
            <a:extLst>
              <a:ext uri="{FF2B5EF4-FFF2-40B4-BE49-F238E27FC236}">
                <a16:creationId xmlns:a16="http://schemas.microsoft.com/office/drawing/2014/main" id="{EC3667CB-DFDB-49E0-B857-23D124E11CC0}"/>
              </a:ext>
            </a:extLst>
          </p:cNvPr>
          <p:cNvSpPr/>
          <p:nvPr/>
        </p:nvSpPr>
        <p:spPr>
          <a:xfrm rot="14577378">
            <a:off x="1173961" y="1570239"/>
            <a:ext cx="431686" cy="389151"/>
          </a:xfrm>
          <a:prstGeom prst="upArrow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01020D9-5D31-4974-8A49-A520C56F7479}"/>
              </a:ext>
            </a:extLst>
          </p:cNvPr>
          <p:cNvSpPr/>
          <p:nvPr/>
        </p:nvSpPr>
        <p:spPr>
          <a:xfrm>
            <a:off x="66438" y="1992835"/>
            <a:ext cx="2092562" cy="98848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编译器</a:t>
            </a:r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BRCC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AFAD9D76-9E05-4BDC-AE24-A3CA08EC7A73}"/>
              </a:ext>
            </a:extLst>
          </p:cNvPr>
          <p:cNvSpPr/>
          <p:nvPr/>
        </p:nvSpPr>
        <p:spPr>
          <a:xfrm>
            <a:off x="6727725" y="1992835"/>
            <a:ext cx="2416275" cy="98849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运行时与驱动</a:t>
            </a: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</a:p>
          <a:p>
            <a:pPr algn="ctr"/>
            <a:r>
              <a: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（主机端）</a:t>
            </a:r>
            <a:endParaRPr lang="en-GB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16B19A42-BC23-4E8B-9265-EBDF9972E320}"/>
              </a:ext>
            </a:extLst>
          </p:cNvPr>
          <p:cNvSpPr/>
          <p:nvPr/>
        </p:nvSpPr>
        <p:spPr>
          <a:xfrm>
            <a:off x="2743006" y="1992836"/>
            <a:ext cx="2876744" cy="98848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C/C++</a:t>
            </a: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语言扩展，编程原语、函数</a:t>
            </a:r>
            <a:r>
              <a: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（设备端）</a:t>
            </a:r>
            <a:endParaRPr lang="en-GB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Arrow: Up 119">
            <a:extLst>
              <a:ext uri="{FF2B5EF4-FFF2-40B4-BE49-F238E27FC236}">
                <a16:creationId xmlns:a16="http://schemas.microsoft.com/office/drawing/2014/main" id="{13A83EB6-1D99-4375-95DC-9128A6D98B44}"/>
              </a:ext>
            </a:extLst>
          </p:cNvPr>
          <p:cNvSpPr/>
          <p:nvPr/>
        </p:nvSpPr>
        <p:spPr>
          <a:xfrm rot="10800000">
            <a:off x="4069088" y="1555584"/>
            <a:ext cx="431686" cy="389151"/>
          </a:xfrm>
          <a:prstGeom prst="upArrow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Arrow: Up 120">
            <a:extLst>
              <a:ext uri="{FF2B5EF4-FFF2-40B4-BE49-F238E27FC236}">
                <a16:creationId xmlns:a16="http://schemas.microsoft.com/office/drawing/2014/main" id="{A208B8D4-B3D9-4123-91B0-9723D1DECC59}"/>
              </a:ext>
            </a:extLst>
          </p:cNvPr>
          <p:cNvSpPr/>
          <p:nvPr/>
        </p:nvSpPr>
        <p:spPr>
          <a:xfrm rot="6677125">
            <a:off x="6133632" y="1699361"/>
            <a:ext cx="431686" cy="389151"/>
          </a:xfrm>
          <a:prstGeom prst="upArrow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175</TotalTime>
  <Words>33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Haichuan Wang(王海川)</cp:lastModifiedBy>
  <cp:revision>26</cp:revision>
  <dcterms:created xsi:type="dcterms:W3CDTF">2020-03-18T02:10:58Z</dcterms:created>
  <dcterms:modified xsi:type="dcterms:W3CDTF">2022-08-07T19:45:09Z</dcterms:modified>
</cp:coreProperties>
</file>