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04" r:id="rId1"/>
  </p:sldMasterIdLst>
  <p:sldIdLst>
    <p:sldId id="256" r:id="rId2"/>
  </p:sldIdLst>
  <p:sldSz cx="4114800" cy="32004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0785" autoAdjust="0"/>
    <p:restoredTop sz="94903" autoAdjust="0"/>
  </p:normalViewPr>
  <p:slideViewPr>
    <p:cSldViewPr snapToGrid="0">
      <p:cViewPr>
        <p:scale>
          <a:sx n="125" d="100"/>
          <a:sy n="125" d="100"/>
        </p:scale>
        <p:origin x="2347" y="112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08610" y="523770"/>
            <a:ext cx="3497580" cy="1114213"/>
          </a:xfrm>
        </p:spPr>
        <p:txBody>
          <a:bodyPr anchor="b"/>
          <a:lstStyle>
            <a:lvl1pPr algn="ctr">
              <a:defRPr sz="27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14350" y="1680951"/>
            <a:ext cx="3086100" cy="772689"/>
          </a:xfrm>
        </p:spPr>
        <p:txBody>
          <a:bodyPr/>
          <a:lstStyle>
            <a:lvl1pPr marL="0" indent="0" algn="ctr">
              <a:buNone/>
              <a:defRPr sz="1080"/>
            </a:lvl1pPr>
            <a:lvl2pPr marL="205740" indent="0" algn="ctr">
              <a:buNone/>
              <a:defRPr sz="900"/>
            </a:lvl2pPr>
            <a:lvl3pPr marL="411480" indent="0" algn="ctr">
              <a:buNone/>
              <a:defRPr sz="810"/>
            </a:lvl3pPr>
            <a:lvl4pPr marL="617220" indent="0" algn="ctr">
              <a:buNone/>
              <a:defRPr sz="720"/>
            </a:lvl4pPr>
            <a:lvl5pPr marL="822960" indent="0" algn="ctr">
              <a:buNone/>
              <a:defRPr sz="720"/>
            </a:lvl5pPr>
            <a:lvl6pPr marL="1028700" indent="0" algn="ctr">
              <a:buNone/>
              <a:defRPr sz="720"/>
            </a:lvl6pPr>
            <a:lvl7pPr marL="1234440" indent="0" algn="ctr">
              <a:buNone/>
              <a:defRPr sz="720"/>
            </a:lvl7pPr>
            <a:lvl8pPr marL="1440180" indent="0" algn="ctr">
              <a:buNone/>
              <a:defRPr sz="720"/>
            </a:lvl8pPr>
            <a:lvl9pPr marL="1645920" indent="0" algn="ctr">
              <a:buNone/>
              <a:defRPr sz="72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60EC89-F888-4496-B433-B8B27B9209F0}" type="datetimeFigureOut">
              <a:rPr lang="en-US" smtClean="0"/>
              <a:t>3/19/2020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9FB9D8-6166-48E3-889B-1725E87AB0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761367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60EC89-F888-4496-B433-B8B27B9209F0}" type="datetimeFigureOut">
              <a:rPr lang="en-US" smtClean="0"/>
              <a:t>3/19/2020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9FB9D8-6166-48E3-889B-1725E87AB0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03926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0750" y="797879"/>
            <a:ext cx="3549015" cy="1331277"/>
          </a:xfrm>
        </p:spPr>
        <p:txBody>
          <a:bodyPr anchor="b"/>
          <a:lstStyle>
            <a:lvl1pPr>
              <a:defRPr sz="27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80750" y="2141750"/>
            <a:ext cx="3549015" cy="700087"/>
          </a:xfrm>
        </p:spPr>
        <p:txBody>
          <a:bodyPr/>
          <a:lstStyle>
            <a:lvl1pPr marL="0" indent="0">
              <a:buNone/>
              <a:defRPr sz="1080">
                <a:solidFill>
                  <a:schemeClr val="tx1"/>
                </a:solidFill>
              </a:defRPr>
            </a:lvl1pPr>
            <a:lvl2pPr marL="205740" indent="0">
              <a:buNone/>
              <a:defRPr sz="900">
                <a:solidFill>
                  <a:schemeClr val="tx1">
                    <a:tint val="75000"/>
                  </a:schemeClr>
                </a:solidFill>
              </a:defRPr>
            </a:lvl2pPr>
            <a:lvl3pPr marL="411480" indent="0">
              <a:buNone/>
              <a:defRPr sz="810">
                <a:solidFill>
                  <a:schemeClr val="tx1">
                    <a:tint val="75000"/>
                  </a:schemeClr>
                </a:solidFill>
              </a:defRPr>
            </a:lvl3pPr>
            <a:lvl4pPr marL="617220" indent="0">
              <a:buNone/>
              <a:defRPr sz="720">
                <a:solidFill>
                  <a:schemeClr val="tx1">
                    <a:tint val="75000"/>
                  </a:schemeClr>
                </a:solidFill>
              </a:defRPr>
            </a:lvl4pPr>
            <a:lvl5pPr marL="822960" indent="0">
              <a:buNone/>
              <a:defRPr sz="720">
                <a:solidFill>
                  <a:schemeClr val="tx1">
                    <a:tint val="75000"/>
                  </a:schemeClr>
                </a:solidFill>
              </a:defRPr>
            </a:lvl5pPr>
            <a:lvl6pPr marL="1028700" indent="0">
              <a:buNone/>
              <a:defRPr sz="720">
                <a:solidFill>
                  <a:schemeClr val="tx1">
                    <a:tint val="75000"/>
                  </a:schemeClr>
                </a:solidFill>
              </a:defRPr>
            </a:lvl6pPr>
            <a:lvl7pPr marL="1234440" indent="0">
              <a:buNone/>
              <a:defRPr sz="720">
                <a:solidFill>
                  <a:schemeClr val="tx1">
                    <a:tint val="75000"/>
                  </a:schemeClr>
                </a:solidFill>
              </a:defRPr>
            </a:lvl7pPr>
            <a:lvl8pPr marL="1440180" indent="0">
              <a:buNone/>
              <a:defRPr sz="720">
                <a:solidFill>
                  <a:schemeClr val="tx1">
                    <a:tint val="75000"/>
                  </a:schemeClr>
                </a:solidFill>
              </a:defRPr>
            </a:lvl8pPr>
            <a:lvl9pPr marL="1645920" indent="0">
              <a:buNone/>
              <a:defRPr sz="72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60EC89-F888-4496-B433-B8B27B9209F0}" type="datetimeFigureOut">
              <a:rPr lang="en-US" smtClean="0"/>
              <a:t>3/19/2020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9FB9D8-6166-48E3-889B-1725E87AB0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132165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82893" y="851959"/>
            <a:ext cx="1748790" cy="203062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083118" y="851959"/>
            <a:ext cx="1748790" cy="203062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60EC89-F888-4496-B433-B8B27B9209F0}" type="datetimeFigureOut">
              <a:rPr lang="en-US" smtClean="0"/>
              <a:t>3/19/2020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9FB9D8-6166-48E3-889B-1725E87AB0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94819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3428" y="170392"/>
            <a:ext cx="3549015" cy="61859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83429" y="784543"/>
            <a:ext cx="1740753" cy="384492"/>
          </a:xfrm>
        </p:spPr>
        <p:txBody>
          <a:bodyPr anchor="b"/>
          <a:lstStyle>
            <a:lvl1pPr marL="0" indent="0">
              <a:buNone/>
              <a:defRPr sz="1080" b="1"/>
            </a:lvl1pPr>
            <a:lvl2pPr marL="205740" indent="0">
              <a:buNone/>
              <a:defRPr sz="900" b="1"/>
            </a:lvl2pPr>
            <a:lvl3pPr marL="411480" indent="0">
              <a:buNone/>
              <a:defRPr sz="810" b="1"/>
            </a:lvl3pPr>
            <a:lvl4pPr marL="617220" indent="0">
              <a:buNone/>
              <a:defRPr sz="720" b="1"/>
            </a:lvl4pPr>
            <a:lvl5pPr marL="822960" indent="0">
              <a:buNone/>
              <a:defRPr sz="720" b="1"/>
            </a:lvl5pPr>
            <a:lvl6pPr marL="1028700" indent="0">
              <a:buNone/>
              <a:defRPr sz="720" b="1"/>
            </a:lvl6pPr>
            <a:lvl7pPr marL="1234440" indent="0">
              <a:buNone/>
              <a:defRPr sz="720" b="1"/>
            </a:lvl7pPr>
            <a:lvl8pPr marL="1440180" indent="0">
              <a:buNone/>
              <a:defRPr sz="720" b="1"/>
            </a:lvl8pPr>
            <a:lvl9pPr marL="1645920" indent="0">
              <a:buNone/>
              <a:defRPr sz="72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83429" y="1169035"/>
            <a:ext cx="1740753" cy="171947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2083118" y="784543"/>
            <a:ext cx="1749326" cy="384492"/>
          </a:xfrm>
        </p:spPr>
        <p:txBody>
          <a:bodyPr anchor="b"/>
          <a:lstStyle>
            <a:lvl1pPr marL="0" indent="0">
              <a:buNone/>
              <a:defRPr sz="1080" b="1"/>
            </a:lvl1pPr>
            <a:lvl2pPr marL="205740" indent="0">
              <a:buNone/>
              <a:defRPr sz="900" b="1"/>
            </a:lvl2pPr>
            <a:lvl3pPr marL="411480" indent="0">
              <a:buNone/>
              <a:defRPr sz="810" b="1"/>
            </a:lvl3pPr>
            <a:lvl4pPr marL="617220" indent="0">
              <a:buNone/>
              <a:defRPr sz="720" b="1"/>
            </a:lvl4pPr>
            <a:lvl5pPr marL="822960" indent="0">
              <a:buNone/>
              <a:defRPr sz="720" b="1"/>
            </a:lvl5pPr>
            <a:lvl6pPr marL="1028700" indent="0">
              <a:buNone/>
              <a:defRPr sz="720" b="1"/>
            </a:lvl6pPr>
            <a:lvl7pPr marL="1234440" indent="0">
              <a:buNone/>
              <a:defRPr sz="720" b="1"/>
            </a:lvl7pPr>
            <a:lvl8pPr marL="1440180" indent="0">
              <a:buNone/>
              <a:defRPr sz="720" b="1"/>
            </a:lvl8pPr>
            <a:lvl9pPr marL="1645920" indent="0">
              <a:buNone/>
              <a:defRPr sz="72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2083118" y="1169035"/>
            <a:ext cx="1749326" cy="171947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60EC89-F888-4496-B433-B8B27B9209F0}" type="datetimeFigureOut">
              <a:rPr lang="en-US" smtClean="0"/>
              <a:t>3/19/2020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9FB9D8-6166-48E3-889B-1725E87AB0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786630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60EC89-F888-4496-B433-B8B27B9209F0}" type="datetimeFigureOut">
              <a:rPr lang="en-US" smtClean="0"/>
              <a:t>3/19/2020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9FB9D8-6166-48E3-889B-1725E87AB0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193069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60EC89-F888-4496-B433-B8B27B9209F0}" type="datetimeFigureOut">
              <a:rPr lang="en-US" smtClean="0"/>
              <a:t>3/19/2020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9FB9D8-6166-48E3-889B-1725E87AB0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143716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3429" y="213360"/>
            <a:ext cx="1327130" cy="746760"/>
          </a:xfrm>
        </p:spPr>
        <p:txBody>
          <a:bodyPr anchor="b"/>
          <a:lstStyle>
            <a:lvl1pPr>
              <a:defRPr sz="144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749326" y="460799"/>
            <a:ext cx="2083118" cy="2274358"/>
          </a:xfrm>
        </p:spPr>
        <p:txBody>
          <a:bodyPr/>
          <a:lstStyle>
            <a:lvl1pPr>
              <a:defRPr sz="1440"/>
            </a:lvl1pPr>
            <a:lvl2pPr>
              <a:defRPr sz="1260"/>
            </a:lvl2pPr>
            <a:lvl3pPr>
              <a:defRPr sz="1080"/>
            </a:lvl3pPr>
            <a:lvl4pPr>
              <a:defRPr sz="900"/>
            </a:lvl4pPr>
            <a:lvl5pPr>
              <a:defRPr sz="900"/>
            </a:lvl5pPr>
            <a:lvl6pPr>
              <a:defRPr sz="900"/>
            </a:lvl6pPr>
            <a:lvl7pPr>
              <a:defRPr sz="900"/>
            </a:lvl7pPr>
            <a:lvl8pPr>
              <a:defRPr sz="900"/>
            </a:lvl8pPr>
            <a:lvl9pPr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83429" y="960120"/>
            <a:ext cx="1327130" cy="1778741"/>
          </a:xfrm>
        </p:spPr>
        <p:txBody>
          <a:bodyPr/>
          <a:lstStyle>
            <a:lvl1pPr marL="0" indent="0">
              <a:buNone/>
              <a:defRPr sz="720"/>
            </a:lvl1pPr>
            <a:lvl2pPr marL="205740" indent="0">
              <a:buNone/>
              <a:defRPr sz="630"/>
            </a:lvl2pPr>
            <a:lvl3pPr marL="411480" indent="0">
              <a:buNone/>
              <a:defRPr sz="540"/>
            </a:lvl3pPr>
            <a:lvl4pPr marL="617220" indent="0">
              <a:buNone/>
              <a:defRPr sz="450"/>
            </a:lvl4pPr>
            <a:lvl5pPr marL="822960" indent="0">
              <a:buNone/>
              <a:defRPr sz="450"/>
            </a:lvl5pPr>
            <a:lvl6pPr marL="1028700" indent="0">
              <a:buNone/>
              <a:defRPr sz="450"/>
            </a:lvl6pPr>
            <a:lvl7pPr marL="1234440" indent="0">
              <a:buNone/>
              <a:defRPr sz="450"/>
            </a:lvl7pPr>
            <a:lvl8pPr marL="1440180" indent="0">
              <a:buNone/>
              <a:defRPr sz="450"/>
            </a:lvl8pPr>
            <a:lvl9pPr marL="1645920" indent="0">
              <a:buNone/>
              <a:defRPr sz="4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60EC89-F888-4496-B433-B8B27B9209F0}" type="datetimeFigureOut">
              <a:rPr lang="en-US" smtClean="0"/>
              <a:t>3/19/2020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9FB9D8-6166-48E3-889B-1725E87AB0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779540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3429" y="213360"/>
            <a:ext cx="1327130" cy="746760"/>
          </a:xfrm>
        </p:spPr>
        <p:txBody>
          <a:bodyPr anchor="b"/>
          <a:lstStyle>
            <a:lvl1pPr>
              <a:defRPr sz="144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749326" y="460799"/>
            <a:ext cx="2083118" cy="2274358"/>
          </a:xfrm>
        </p:spPr>
        <p:txBody>
          <a:bodyPr anchor="t"/>
          <a:lstStyle>
            <a:lvl1pPr marL="0" indent="0">
              <a:buNone/>
              <a:defRPr sz="1440"/>
            </a:lvl1pPr>
            <a:lvl2pPr marL="205740" indent="0">
              <a:buNone/>
              <a:defRPr sz="1260"/>
            </a:lvl2pPr>
            <a:lvl3pPr marL="411480" indent="0">
              <a:buNone/>
              <a:defRPr sz="1080"/>
            </a:lvl3pPr>
            <a:lvl4pPr marL="617220" indent="0">
              <a:buNone/>
              <a:defRPr sz="900"/>
            </a:lvl4pPr>
            <a:lvl5pPr marL="822960" indent="0">
              <a:buNone/>
              <a:defRPr sz="900"/>
            </a:lvl5pPr>
            <a:lvl6pPr marL="1028700" indent="0">
              <a:buNone/>
              <a:defRPr sz="900"/>
            </a:lvl6pPr>
            <a:lvl7pPr marL="1234440" indent="0">
              <a:buNone/>
              <a:defRPr sz="900"/>
            </a:lvl7pPr>
            <a:lvl8pPr marL="1440180" indent="0">
              <a:buNone/>
              <a:defRPr sz="900"/>
            </a:lvl8pPr>
            <a:lvl9pPr marL="1645920" indent="0">
              <a:buNone/>
              <a:defRPr sz="9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83429" y="960120"/>
            <a:ext cx="1327130" cy="1778741"/>
          </a:xfrm>
        </p:spPr>
        <p:txBody>
          <a:bodyPr/>
          <a:lstStyle>
            <a:lvl1pPr marL="0" indent="0">
              <a:buNone/>
              <a:defRPr sz="720"/>
            </a:lvl1pPr>
            <a:lvl2pPr marL="205740" indent="0">
              <a:buNone/>
              <a:defRPr sz="630"/>
            </a:lvl2pPr>
            <a:lvl3pPr marL="411480" indent="0">
              <a:buNone/>
              <a:defRPr sz="540"/>
            </a:lvl3pPr>
            <a:lvl4pPr marL="617220" indent="0">
              <a:buNone/>
              <a:defRPr sz="450"/>
            </a:lvl4pPr>
            <a:lvl5pPr marL="822960" indent="0">
              <a:buNone/>
              <a:defRPr sz="450"/>
            </a:lvl5pPr>
            <a:lvl6pPr marL="1028700" indent="0">
              <a:buNone/>
              <a:defRPr sz="450"/>
            </a:lvl6pPr>
            <a:lvl7pPr marL="1234440" indent="0">
              <a:buNone/>
              <a:defRPr sz="450"/>
            </a:lvl7pPr>
            <a:lvl8pPr marL="1440180" indent="0">
              <a:buNone/>
              <a:defRPr sz="450"/>
            </a:lvl8pPr>
            <a:lvl9pPr marL="1645920" indent="0">
              <a:buNone/>
              <a:defRPr sz="4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60EC89-F888-4496-B433-B8B27B9209F0}" type="datetimeFigureOut">
              <a:rPr lang="en-US" smtClean="0"/>
              <a:t>3/19/2020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9FB9D8-6166-48E3-889B-1725E87AB0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998607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60EC89-F888-4496-B433-B8B27B9209F0}" type="datetimeFigureOut">
              <a:rPr lang="en-US" smtClean="0"/>
              <a:t>3/19/2020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9FB9D8-6166-48E3-889B-1725E87AB0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220266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2944654" y="170392"/>
            <a:ext cx="887254" cy="271219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82893" y="170392"/>
            <a:ext cx="2610326" cy="2712191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60EC89-F888-4496-B433-B8B27B9209F0}" type="datetimeFigureOut">
              <a:rPr lang="en-US" smtClean="0"/>
              <a:t>3/19/2020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9FB9D8-6166-48E3-889B-1725E87AB0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869108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82893" y="170392"/>
            <a:ext cx="3549015" cy="61859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82893" y="851959"/>
            <a:ext cx="3549015" cy="203062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282893" y="2966297"/>
            <a:ext cx="925830" cy="17039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54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060EC89-F888-4496-B433-B8B27B9209F0}" type="datetimeFigureOut">
              <a:rPr lang="en-US" smtClean="0"/>
              <a:t>3/19/2020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363028" y="2966297"/>
            <a:ext cx="1388745" cy="17039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54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2906078" y="2966297"/>
            <a:ext cx="925830" cy="17039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54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D9FB9D8-6166-48E3-889B-1725E87AB0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48409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05" r:id="rId1"/>
    <p:sldLayoutId id="2147483806" r:id="rId2"/>
    <p:sldLayoutId id="2147483807" r:id="rId3"/>
    <p:sldLayoutId id="2147483808" r:id="rId4"/>
    <p:sldLayoutId id="2147483809" r:id="rId5"/>
    <p:sldLayoutId id="2147483810" r:id="rId6"/>
    <p:sldLayoutId id="2147483811" r:id="rId7"/>
    <p:sldLayoutId id="2147483812" r:id="rId8"/>
    <p:sldLayoutId id="2147483813" r:id="rId9"/>
    <p:sldLayoutId id="2147483814" r:id="rId10"/>
    <p:sldLayoutId id="2147483815" r:id="rId11"/>
  </p:sldLayoutIdLst>
  <p:txStyles>
    <p:titleStyle>
      <a:lvl1pPr algn="l" defTabSz="411480" rtl="0" eaLnBrk="1" latinLnBrk="0" hangingPunct="1">
        <a:lnSpc>
          <a:spcPct val="90000"/>
        </a:lnSpc>
        <a:spcBef>
          <a:spcPct val="0"/>
        </a:spcBef>
        <a:buNone/>
        <a:defRPr sz="198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02870" indent="-102870" algn="l" defTabSz="411480" rtl="0" eaLnBrk="1" latinLnBrk="0" hangingPunct="1">
        <a:lnSpc>
          <a:spcPct val="90000"/>
        </a:lnSpc>
        <a:spcBef>
          <a:spcPts val="450"/>
        </a:spcBef>
        <a:buFont typeface="Arial" panose="020B0604020202020204" pitchFamily="34" charset="0"/>
        <a:buChar char="•"/>
        <a:defRPr sz="1260" kern="1200">
          <a:solidFill>
            <a:schemeClr val="tx1"/>
          </a:solidFill>
          <a:latin typeface="+mn-lt"/>
          <a:ea typeface="+mn-ea"/>
          <a:cs typeface="+mn-cs"/>
        </a:defRPr>
      </a:lvl1pPr>
      <a:lvl2pPr marL="308610" indent="-102870" algn="l" defTabSz="411480" rtl="0" eaLnBrk="1" latinLnBrk="0" hangingPunct="1">
        <a:lnSpc>
          <a:spcPct val="90000"/>
        </a:lnSpc>
        <a:spcBef>
          <a:spcPts val="225"/>
        </a:spcBef>
        <a:buFont typeface="Arial" panose="020B0604020202020204" pitchFamily="34" charset="0"/>
        <a:buChar char="•"/>
        <a:defRPr sz="1080" kern="1200">
          <a:solidFill>
            <a:schemeClr val="tx1"/>
          </a:solidFill>
          <a:latin typeface="+mn-lt"/>
          <a:ea typeface="+mn-ea"/>
          <a:cs typeface="+mn-cs"/>
        </a:defRPr>
      </a:lvl2pPr>
      <a:lvl3pPr marL="514350" indent="-102870" algn="l" defTabSz="411480" rtl="0" eaLnBrk="1" latinLnBrk="0" hangingPunct="1">
        <a:lnSpc>
          <a:spcPct val="90000"/>
        </a:lnSpc>
        <a:spcBef>
          <a:spcPts val="225"/>
        </a:spcBef>
        <a:buFont typeface="Arial" panose="020B0604020202020204" pitchFamily="34" charset="0"/>
        <a:buChar char="•"/>
        <a:defRPr sz="900" kern="1200">
          <a:solidFill>
            <a:schemeClr val="tx1"/>
          </a:solidFill>
          <a:latin typeface="+mn-lt"/>
          <a:ea typeface="+mn-ea"/>
          <a:cs typeface="+mn-cs"/>
        </a:defRPr>
      </a:lvl3pPr>
      <a:lvl4pPr marL="720090" indent="-102870" algn="l" defTabSz="411480" rtl="0" eaLnBrk="1" latinLnBrk="0" hangingPunct="1">
        <a:lnSpc>
          <a:spcPct val="90000"/>
        </a:lnSpc>
        <a:spcBef>
          <a:spcPts val="225"/>
        </a:spcBef>
        <a:buFont typeface="Arial" panose="020B0604020202020204" pitchFamily="34" charset="0"/>
        <a:buChar char="•"/>
        <a:defRPr sz="810" kern="1200">
          <a:solidFill>
            <a:schemeClr val="tx1"/>
          </a:solidFill>
          <a:latin typeface="+mn-lt"/>
          <a:ea typeface="+mn-ea"/>
          <a:cs typeface="+mn-cs"/>
        </a:defRPr>
      </a:lvl4pPr>
      <a:lvl5pPr marL="925830" indent="-102870" algn="l" defTabSz="411480" rtl="0" eaLnBrk="1" latinLnBrk="0" hangingPunct="1">
        <a:lnSpc>
          <a:spcPct val="90000"/>
        </a:lnSpc>
        <a:spcBef>
          <a:spcPts val="225"/>
        </a:spcBef>
        <a:buFont typeface="Arial" panose="020B0604020202020204" pitchFamily="34" charset="0"/>
        <a:buChar char="•"/>
        <a:defRPr sz="810" kern="1200">
          <a:solidFill>
            <a:schemeClr val="tx1"/>
          </a:solidFill>
          <a:latin typeface="+mn-lt"/>
          <a:ea typeface="+mn-ea"/>
          <a:cs typeface="+mn-cs"/>
        </a:defRPr>
      </a:lvl5pPr>
      <a:lvl6pPr marL="1131570" indent="-102870" algn="l" defTabSz="411480" rtl="0" eaLnBrk="1" latinLnBrk="0" hangingPunct="1">
        <a:lnSpc>
          <a:spcPct val="90000"/>
        </a:lnSpc>
        <a:spcBef>
          <a:spcPts val="225"/>
        </a:spcBef>
        <a:buFont typeface="Arial" panose="020B0604020202020204" pitchFamily="34" charset="0"/>
        <a:buChar char="•"/>
        <a:defRPr sz="810" kern="1200">
          <a:solidFill>
            <a:schemeClr val="tx1"/>
          </a:solidFill>
          <a:latin typeface="+mn-lt"/>
          <a:ea typeface="+mn-ea"/>
          <a:cs typeface="+mn-cs"/>
        </a:defRPr>
      </a:lvl6pPr>
      <a:lvl7pPr marL="1337310" indent="-102870" algn="l" defTabSz="411480" rtl="0" eaLnBrk="1" latinLnBrk="0" hangingPunct="1">
        <a:lnSpc>
          <a:spcPct val="90000"/>
        </a:lnSpc>
        <a:spcBef>
          <a:spcPts val="225"/>
        </a:spcBef>
        <a:buFont typeface="Arial" panose="020B0604020202020204" pitchFamily="34" charset="0"/>
        <a:buChar char="•"/>
        <a:defRPr sz="810" kern="1200">
          <a:solidFill>
            <a:schemeClr val="tx1"/>
          </a:solidFill>
          <a:latin typeface="+mn-lt"/>
          <a:ea typeface="+mn-ea"/>
          <a:cs typeface="+mn-cs"/>
        </a:defRPr>
      </a:lvl7pPr>
      <a:lvl8pPr marL="1543050" indent="-102870" algn="l" defTabSz="411480" rtl="0" eaLnBrk="1" latinLnBrk="0" hangingPunct="1">
        <a:lnSpc>
          <a:spcPct val="90000"/>
        </a:lnSpc>
        <a:spcBef>
          <a:spcPts val="225"/>
        </a:spcBef>
        <a:buFont typeface="Arial" panose="020B0604020202020204" pitchFamily="34" charset="0"/>
        <a:buChar char="•"/>
        <a:defRPr sz="810" kern="1200">
          <a:solidFill>
            <a:schemeClr val="tx1"/>
          </a:solidFill>
          <a:latin typeface="+mn-lt"/>
          <a:ea typeface="+mn-ea"/>
          <a:cs typeface="+mn-cs"/>
        </a:defRPr>
      </a:lvl8pPr>
      <a:lvl9pPr marL="1748790" indent="-102870" algn="l" defTabSz="411480" rtl="0" eaLnBrk="1" latinLnBrk="0" hangingPunct="1">
        <a:lnSpc>
          <a:spcPct val="90000"/>
        </a:lnSpc>
        <a:spcBef>
          <a:spcPts val="225"/>
        </a:spcBef>
        <a:buFont typeface="Arial" panose="020B0604020202020204" pitchFamily="34" charset="0"/>
        <a:buChar char="•"/>
        <a:defRPr sz="81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11480" rtl="0" eaLnBrk="1" latinLnBrk="0" hangingPunct="1">
        <a:defRPr sz="810" kern="1200">
          <a:solidFill>
            <a:schemeClr val="tx1"/>
          </a:solidFill>
          <a:latin typeface="+mn-lt"/>
          <a:ea typeface="+mn-ea"/>
          <a:cs typeface="+mn-cs"/>
        </a:defRPr>
      </a:lvl1pPr>
      <a:lvl2pPr marL="205740" algn="l" defTabSz="411480" rtl="0" eaLnBrk="1" latinLnBrk="0" hangingPunct="1">
        <a:defRPr sz="810" kern="1200">
          <a:solidFill>
            <a:schemeClr val="tx1"/>
          </a:solidFill>
          <a:latin typeface="+mn-lt"/>
          <a:ea typeface="+mn-ea"/>
          <a:cs typeface="+mn-cs"/>
        </a:defRPr>
      </a:lvl2pPr>
      <a:lvl3pPr marL="411480" algn="l" defTabSz="411480" rtl="0" eaLnBrk="1" latinLnBrk="0" hangingPunct="1">
        <a:defRPr sz="810" kern="1200">
          <a:solidFill>
            <a:schemeClr val="tx1"/>
          </a:solidFill>
          <a:latin typeface="+mn-lt"/>
          <a:ea typeface="+mn-ea"/>
          <a:cs typeface="+mn-cs"/>
        </a:defRPr>
      </a:lvl3pPr>
      <a:lvl4pPr marL="617220" algn="l" defTabSz="411480" rtl="0" eaLnBrk="1" latinLnBrk="0" hangingPunct="1">
        <a:defRPr sz="810" kern="1200">
          <a:solidFill>
            <a:schemeClr val="tx1"/>
          </a:solidFill>
          <a:latin typeface="+mn-lt"/>
          <a:ea typeface="+mn-ea"/>
          <a:cs typeface="+mn-cs"/>
        </a:defRPr>
      </a:lvl4pPr>
      <a:lvl5pPr marL="822960" algn="l" defTabSz="411480" rtl="0" eaLnBrk="1" latinLnBrk="0" hangingPunct="1">
        <a:defRPr sz="810" kern="1200">
          <a:solidFill>
            <a:schemeClr val="tx1"/>
          </a:solidFill>
          <a:latin typeface="+mn-lt"/>
          <a:ea typeface="+mn-ea"/>
          <a:cs typeface="+mn-cs"/>
        </a:defRPr>
      </a:lvl5pPr>
      <a:lvl6pPr marL="1028700" algn="l" defTabSz="411480" rtl="0" eaLnBrk="1" latinLnBrk="0" hangingPunct="1">
        <a:defRPr sz="810" kern="1200">
          <a:solidFill>
            <a:schemeClr val="tx1"/>
          </a:solidFill>
          <a:latin typeface="+mn-lt"/>
          <a:ea typeface="+mn-ea"/>
          <a:cs typeface="+mn-cs"/>
        </a:defRPr>
      </a:lvl6pPr>
      <a:lvl7pPr marL="1234440" algn="l" defTabSz="411480" rtl="0" eaLnBrk="1" latinLnBrk="0" hangingPunct="1">
        <a:defRPr sz="810" kern="1200">
          <a:solidFill>
            <a:schemeClr val="tx1"/>
          </a:solidFill>
          <a:latin typeface="+mn-lt"/>
          <a:ea typeface="+mn-ea"/>
          <a:cs typeface="+mn-cs"/>
        </a:defRPr>
      </a:lvl7pPr>
      <a:lvl8pPr marL="1440180" algn="l" defTabSz="411480" rtl="0" eaLnBrk="1" latinLnBrk="0" hangingPunct="1">
        <a:defRPr sz="810" kern="1200">
          <a:solidFill>
            <a:schemeClr val="tx1"/>
          </a:solidFill>
          <a:latin typeface="+mn-lt"/>
          <a:ea typeface="+mn-ea"/>
          <a:cs typeface="+mn-cs"/>
        </a:defRPr>
      </a:lvl8pPr>
      <a:lvl9pPr marL="1645920" algn="l" defTabSz="411480" rtl="0" eaLnBrk="1" latinLnBrk="0" hangingPunct="1">
        <a:defRPr sz="81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Rectangle 160">
            <a:extLst>
              <a:ext uri="{FF2B5EF4-FFF2-40B4-BE49-F238E27FC236}">
                <a16:creationId xmlns:a16="http://schemas.microsoft.com/office/drawing/2014/main" id="{BB6F6935-9CDD-4A07-B09F-2CC9788DBFED}"/>
              </a:ext>
            </a:extLst>
          </p:cNvPr>
          <p:cNvSpPr/>
          <p:nvPr/>
        </p:nvSpPr>
        <p:spPr>
          <a:xfrm>
            <a:off x="902751" y="1877108"/>
            <a:ext cx="778119" cy="536331"/>
          </a:xfrm>
          <a:prstGeom prst="rect">
            <a:avLst/>
          </a:prstGeom>
          <a:ln w="127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Host</a:t>
            </a:r>
          </a:p>
        </p:txBody>
      </p:sp>
      <p:sp>
        <p:nvSpPr>
          <p:cNvPr id="162" name="TextBox 161">
            <a:extLst>
              <a:ext uri="{FF2B5EF4-FFF2-40B4-BE49-F238E27FC236}">
                <a16:creationId xmlns:a16="http://schemas.microsoft.com/office/drawing/2014/main" id="{D08DB219-365E-44C4-8BCB-AEB134B2AB19}"/>
              </a:ext>
            </a:extLst>
          </p:cNvPr>
          <p:cNvSpPr txBox="1"/>
          <p:nvPr/>
        </p:nvSpPr>
        <p:spPr>
          <a:xfrm>
            <a:off x="188070" y="603995"/>
            <a:ext cx="10287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Virtual Memory</a:t>
            </a:r>
          </a:p>
        </p:txBody>
      </p:sp>
      <p:sp>
        <p:nvSpPr>
          <p:cNvPr id="163" name="Rectangle 162">
            <a:extLst>
              <a:ext uri="{FF2B5EF4-FFF2-40B4-BE49-F238E27FC236}">
                <a16:creationId xmlns:a16="http://schemas.microsoft.com/office/drawing/2014/main" id="{89A3A1F4-C910-4FA7-A420-695F502575AF}"/>
              </a:ext>
            </a:extLst>
          </p:cNvPr>
          <p:cNvSpPr/>
          <p:nvPr/>
        </p:nvSpPr>
        <p:spPr>
          <a:xfrm>
            <a:off x="2000321" y="1877106"/>
            <a:ext cx="926487" cy="536331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Device0</a:t>
            </a:r>
          </a:p>
        </p:txBody>
      </p:sp>
      <p:sp>
        <p:nvSpPr>
          <p:cNvPr id="164" name="Rectangle 163">
            <a:extLst>
              <a:ext uri="{FF2B5EF4-FFF2-40B4-BE49-F238E27FC236}">
                <a16:creationId xmlns:a16="http://schemas.microsoft.com/office/drawing/2014/main" id="{74424180-30E7-432A-8410-E5609B0331B7}"/>
              </a:ext>
            </a:extLst>
          </p:cNvPr>
          <p:cNvSpPr/>
          <p:nvPr/>
        </p:nvSpPr>
        <p:spPr>
          <a:xfrm>
            <a:off x="2923512" y="1877106"/>
            <a:ext cx="926487" cy="536331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Device1</a:t>
            </a:r>
          </a:p>
        </p:txBody>
      </p:sp>
      <p:cxnSp>
        <p:nvCxnSpPr>
          <p:cNvPr id="165" name="Straight Arrow Connector 164">
            <a:extLst>
              <a:ext uri="{FF2B5EF4-FFF2-40B4-BE49-F238E27FC236}">
                <a16:creationId xmlns:a16="http://schemas.microsoft.com/office/drawing/2014/main" id="{D1D63B29-F787-4D69-A725-BC18BB6B0907}"/>
              </a:ext>
            </a:extLst>
          </p:cNvPr>
          <p:cNvCxnSpPr>
            <a:cxnSpLocks/>
          </p:cNvCxnSpPr>
          <p:nvPr/>
        </p:nvCxnSpPr>
        <p:spPr>
          <a:xfrm flipV="1">
            <a:off x="1981455" y="2492513"/>
            <a:ext cx="1884114" cy="1"/>
          </a:xfrm>
          <a:prstGeom prst="straightConnector1">
            <a:avLst/>
          </a:prstGeom>
          <a:ln w="19050"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6" name="TextBox 165">
            <a:extLst>
              <a:ext uri="{FF2B5EF4-FFF2-40B4-BE49-F238E27FC236}">
                <a16:creationId xmlns:a16="http://schemas.microsoft.com/office/drawing/2014/main" id="{33DF6CC8-11A4-4736-9777-568BAB475D50}"/>
              </a:ext>
            </a:extLst>
          </p:cNvPr>
          <p:cNvSpPr txBox="1"/>
          <p:nvPr/>
        </p:nvSpPr>
        <p:spPr>
          <a:xfrm>
            <a:off x="2165933" y="2464990"/>
            <a:ext cx="151515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One address space</a:t>
            </a:r>
          </a:p>
        </p:txBody>
      </p:sp>
      <p:sp>
        <p:nvSpPr>
          <p:cNvPr id="167" name="Rectangle 166">
            <a:extLst>
              <a:ext uri="{FF2B5EF4-FFF2-40B4-BE49-F238E27FC236}">
                <a16:creationId xmlns:a16="http://schemas.microsoft.com/office/drawing/2014/main" id="{973EF966-3397-4C4C-A21D-0ECE2AE2244C}"/>
              </a:ext>
            </a:extLst>
          </p:cNvPr>
          <p:cNvSpPr/>
          <p:nvPr/>
        </p:nvSpPr>
        <p:spPr>
          <a:xfrm>
            <a:off x="1299138" y="737207"/>
            <a:ext cx="672612" cy="347132"/>
          </a:xfrm>
          <a:prstGeom prst="rect">
            <a:avLst/>
          </a:prstGeom>
          <a:solidFill>
            <a:schemeClr val="bg1"/>
          </a:solidFill>
          <a:ln w="127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VA1</a:t>
            </a:r>
          </a:p>
        </p:txBody>
      </p:sp>
      <p:sp>
        <p:nvSpPr>
          <p:cNvPr id="168" name="Rectangle 167">
            <a:extLst>
              <a:ext uri="{FF2B5EF4-FFF2-40B4-BE49-F238E27FC236}">
                <a16:creationId xmlns:a16="http://schemas.microsoft.com/office/drawing/2014/main" id="{F0606825-DC6E-448C-8053-B84630383DD9}"/>
              </a:ext>
            </a:extLst>
          </p:cNvPr>
          <p:cNvSpPr/>
          <p:nvPr/>
        </p:nvSpPr>
        <p:spPr>
          <a:xfrm>
            <a:off x="1965885" y="735410"/>
            <a:ext cx="672612" cy="347132"/>
          </a:xfrm>
          <a:prstGeom prst="rect">
            <a:avLst/>
          </a:prstGeom>
          <a:solidFill>
            <a:schemeClr val="bg1"/>
          </a:solidFill>
          <a:ln w="127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VA2</a:t>
            </a:r>
          </a:p>
        </p:txBody>
      </p:sp>
      <p:sp>
        <p:nvSpPr>
          <p:cNvPr id="169" name="Rectangle 168">
            <a:extLst>
              <a:ext uri="{FF2B5EF4-FFF2-40B4-BE49-F238E27FC236}">
                <a16:creationId xmlns:a16="http://schemas.microsoft.com/office/drawing/2014/main" id="{CDBF43E3-6AEF-4BFA-B0C5-26296114813A}"/>
              </a:ext>
            </a:extLst>
          </p:cNvPr>
          <p:cNvSpPr/>
          <p:nvPr/>
        </p:nvSpPr>
        <p:spPr>
          <a:xfrm>
            <a:off x="2632632" y="735410"/>
            <a:ext cx="672612" cy="347132"/>
          </a:xfrm>
          <a:prstGeom prst="rect">
            <a:avLst/>
          </a:prstGeom>
          <a:solidFill>
            <a:schemeClr val="bg1"/>
          </a:solidFill>
          <a:ln w="127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VA3</a:t>
            </a:r>
          </a:p>
        </p:txBody>
      </p:sp>
      <p:cxnSp>
        <p:nvCxnSpPr>
          <p:cNvPr id="170" name="Straight Arrow Connector 169">
            <a:extLst>
              <a:ext uri="{FF2B5EF4-FFF2-40B4-BE49-F238E27FC236}">
                <a16:creationId xmlns:a16="http://schemas.microsoft.com/office/drawing/2014/main" id="{67F11BF9-1D7B-4DE4-B082-3084474A4AF0}"/>
              </a:ext>
            </a:extLst>
          </p:cNvPr>
          <p:cNvCxnSpPr>
            <a:cxnSpLocks/>
            <a:stCxn id="168" idx="2"/>
            <a:endCxn id="161" idx="0"/>
          </p:cNvCxnSpPr>
          <p:nvPr/>
        </p:nvCxnSpPr>
        <p:spPr>
          <a:xfrm flipH="1">
            <a:off x="1291811" y="1082542"/>
            <a:ext cx="1010380" cy="794566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1" name="Straight Arrow Connector 170">
            <a:extLst>
              <a:ext uri="{FF2B5EF4-FFF2-40B4-BE49-F238E27FC236}">
                <a16:creationId xmlns:a16="http://schemas.microsoft.com/office/drawing/2014/main" id="{AA056850-5CEC-4877-8B6B-9809B6904C2B}"/>
              </a:ext>
            </a:extLst>
          </p:cNvPr>
          <p:cNvCxnSpPr>
            <a:cxnSpLocks/>
            <a:stCxn id="169" idx="2"/>
            <a:endCxn id="164" idx="0"/>
          </p:cNvCxnSpPr>
          <p:nvPr/>
        </p:nvCxnSpPr>
        <p:spPr>
          <a:xfrm>
            <a:off x="2968938" y="1082542"/>
            <a:ext cx="417818" cy="794564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2" name="Straight Arrow Connector 171">
            <a:extLst>
              <a:ext uri="{FF2B5EF4-FFF2-40B4-BE49-F238E27FC236}">
                <a16:creationId xmlns:a16="http://schemas.microsoft.com/office/drawing/2014/main" id="{B61F0DBD-53F0-434A-92DA-544C871F4DAE}"/>
              </a:ext>
            </a:extLst>
          </p:cNvPr>
          <p:cNvCxnSpPr>
            <a:cxnSpLocks/>
            <a:stCxn id="167" idx="2"/>
            <a:endCxn id="163" idx="0"/>
          </p:cNvCxnSpPr>
          <p:nvPr/>
        </p:nvCxnSpPr>
        <p:spPr>
          <a:xfrm>
            <a:off x="1635444" y="1084339"/>
            <a:ext cx="828121" cy="792767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6" name="Arrow: Down 175">
            <a:extLst>
              <a:ext uri="{FF2B5EF4-FFF2-40B4-BE49-F238E27FC236}">
                <a16:creationId xmlns:a16="http://schemas.microsoft.com/office/drawing/2014/main" id="{F5670283-0829-4EB0-9CC8-0137769B447F}"/>
              </a:ext>
            </a:extLst>
          </p:cNvPr>
          <p:cNvSpPr/>
          <p:nvPr/>
        </p:nvSpPr>
        <p:spPr>
          <a:xfrm>
            <a:off x="1584149" y="101394"/>
            <a:ext cx="400050" cy="347132"/>
          </a:xfrm>
          <a:prstGeom prst="downArrow">
            <a:avLst/>
          </a:prstGeom>
          <a:ln w="127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77" name="TextBox 176">
            <a:extLst>
              <a:ext uri="{FF2B5EF4-FFF2-40B4-BE49-F238E27FC236}">
                <a16:creationId xmlns:a16="http://schemas.microsoft.com/office/drawing/2014/main" id="{FF5AD495-9728-4964-98E2-A369731A8FD6}"/>
              </a:ext>
            </a:extLst>
          </p:cNvPr>
          <p:cNvSpPr txBox="1"/>
          <p:nvPr/>
        </p:nvSpPr>
        <p:spPr>
          <a:xfrm>
            <a:off x="1988259" y="-12740"/>
            <a:ext cx="214893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Application: just use pointer normally</a:t>
            </a:r>
          </a:p>
        </p:txBody>
      </p:sp>
      <p:sp>
        <p:nvSpPr>
          <p:cNvPr id="178" name="TextBox 177">
            <a:extLst>
              <a:ext uri="{FF2B5EF4-FFF2-40B4-BE49-F238E27FC236}">
                <a16:creationId xmlns:a16="http://schemas.microsoft.com/office/drawing/2014/main" id="{7032D4C4-A930-4249-A964-59DB57C7D2A0}"/>
              </a:ext>
            </a:extLst>
          </p:cNvPr>
          <p:cNvSpPr txBox="1"/>
          <p:nvPr/>
        </p:nvSpPr>
        <p:spPr>
          <a:xfrm>
            <a:off x="68212" y="1890867"/>
            <a:ext cx="10287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Physical Memory</a:t>
            </a:r>
          </a:p>
        </p:txBody>
      </p:sp>
      <p:sp>
        <p:nvSpPr>
          <p:cNvPr id="179" name="TextBox 178">
            <a:extLst>
              <a:ext uri="{FF2B5EF4-FFF2-40B4-BE49-F238E27FC236}">
                <a16:creationId xmlns:a16="http://schemas.microsoft.com/office/drawing/2014/main" id="{AFCD728A-3A00-4A68-8EA9-3F4381CCABFD}"/>
              </a:ext>
            </a:extLst>
          </p:cNvPr>
          <p:cNvSpPr txBox="1"/>
          <p:nvPr/>
        </p:nvSpPr>
        <p:spPr>
          <a:xfrm>
            <a:off x="1060522" y="511774"/>
            <a:ext cx="2760692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50" dirty="0">
                <a:latin typeface="Arial" panose="020B0604020202020204" pitchFamily="34" charset="0"/>
                <a:cs typeface="Arial" panose="020B0604020202020204" pitchFamily="34" charset="0"/>
              </a:rPr>
              <a:t>Canonical address: 0 ~ 0x7FFFFFFFFFFF </a:t>
            </a:r>
          </a:p>
        </p:txBody>
      </p:sp>
      <p:sp>
        <p:nvSpPr>
          <p:cNvPr id="180" name="TextBox 179">
            <a:extLst>
              <a:ext uri="{FF2B5EF4-FFF2-40B4-BE49-F238E27FC236}">
                <a16:creationId xmlns:a16="http://schemas.microsoft.com/office/drawing/2014/main" id="{27999164-38CD-46A5-892F-75EBBFD36C1F}"/>
              </a:ext>
            </a:extLst>
          </p:cNvPr>
          <p:cNvSpPr txBox="1"/>
          <p:nvPr/>
        </p:nvSpPr>
        <p:spPr>
          <a:xfrm>
            <a:off x="2000321" y="2762205"/>
            <a:ext cx="2027709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>
                <a:latin typeface="Arial" panose="020B0604020202020204" pitchFamily="34" charset="0"/>
                <a:cs typeface="Arial" panose="020B0604020202020204" pitchFamily="34" charset="0"/>
              </a:rPr>
              <a:t>Physical address can be used to identify the device</a:t>
            </a:r>
          </a:p>
        </p:txBody>
      </p:sp>
    </p:spTree>
    <p:extLst>
      <p:ext uri="{BB962C8B-B14F-4D97-AF65-F5344CB8AC3E}">
        <p14:creationId xmlns:p14="http://schemas.microsoft.com/office/powerpoint/2010/main" val="187700472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94</TotalTime>
  <Words>34</Words>
  <Application>Microsoft Office PowerPoint</Application>
  <PresentationFormat>Custom</PresentationFormat>
  <Paragraphs>12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Haichuan Wang(王海川)</dc:creator>
  <cp:lastModifiedBy>Haichuan Wang(王海川)</cp:lastModifiedBy>
  <cp:revision>16</cp:revision>
  <dcterms:created xsi:type="dcterms:W3CDTF">2020-03-18T02:10:58Z</dcterms:created>
  <dcterms:modified xsi:type="dcterms:W3CDTF">2020-03-19T21:19:39Z</dcterms:modified>
</cp:coreProperties>
</file>