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</p:sldIdLst>
  <p:sldSz cx="91440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1" autoAdjust="0"/>
    <p:restoredTop sz="94660"/>
  </p:normalViewPr>
  <p:slideViewPr>
    <p:cSldViewPr snapToGrid="0">
      <p:cViewPr varScale="1">
        <p:scale>
          <a:sx n="172" d="100"/>
          <a:sy n="172" d="100"/>
        </p:scale>
        <p:origin x="1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73418"/>
            <a:ext cx="68580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161223"/>
            <a:ext cx="68580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5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7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25843"/>
            <a:ext cx="788670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753678"/>
            <a:ext cx="788670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4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95375"/>
            <a:ext cx="38862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95375"/>
            <a:ext cx="38862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19075"/>
            <a:ext cx="788670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008698"/>
            <a:ext cx="3868340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03045"/>
            <a:ext cx="3868340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08698"/>
            <a:ext cx="3887391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03045"/>
            <a:ext cx="3887391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1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5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320"/>
            <a:ext cx="2949178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592455"/>
            <a:ext cx="462915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234440"/>
            <a:ext cx="2949178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9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320"/>
            <a:ext cx="2949178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592455"/>
            <a:ext cx="462915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234440"/>
            <a:ext cx="2949178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4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6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19075"/>
            <a:ext cx="1971675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19075"/>
            <a:ext cx="5800725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19075"/>
            <a:ext cx="788670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95375"/>
            <a:ext cx="788670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3813810"/>
            <a:ext cx="20574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3813810"/>
            <a:ext cx="30861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3813810"/>
            <a:ext cx="20574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364" y="-19923"/>
            <a:ext cx="8958329" cy="4081705"/>
            <a:chOff x="102364" y="-19923"/>
            <a:chExt cx="8958329" cy="4081705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A57F8D14-5886-428F-BCBA-AAECACE4D130}"/>
                </a:ext>
              </a:extLst>
            </p:cNvPr>
            <p:cNvSpPr/>
            <p:nvPr/>
          </p:nvSpPr>
          <p:spPr>
            <a:xfrm>
              <a:off x="223229" y="322666"/>
              <a:ext cx="2286000" cy="2286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512x512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14FA6C3-32E3-4538-B53D-2C387969054C}"/>
                </a:ext>
              </a:extLst>
            </p:cNvPr>
            <p:cNvSpPr/>
            <p:nvPr/>
          </p:nvSpPr>
          <p:spPr>
            <a:xfrm>
              <a:off x="223230" y="326718"/>
              <a:ext cx="665187" cy="333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16x32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1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DF6F7986-579F-4D22-8549-B903189189B9}"/>
                </a:ext>
              </a:extLst>
            </p:cNvPr>
            <p:cNvSpPr/>
            <p:nvPr/>
          </p:nvSpPr>
          <p:spPr>
            <a:xfrm>
              <a:off x="223229" y="659945"/>
              <a:ext cx="665187" cy="333227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16x32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2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EA0CF1C-F4A6-4768-B557-587AD9C1C3C4}"/>
                </a:ext>
              </a:extLst>
            </p:cNvPr>
            <p:cNvSpPr/>
            <p:nvPr/>
          </p:nvSpPr>
          <p:spPr>
            <a:xfrm>
              <a:off x="3453736" y="335721"/>
              <a:ext cx="2286000" cy="2286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512x512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9466B8D-2C4F-4EC4-A710-567BFDC75B33}"/>
                </a:ext>
              </a:extLst>
            </p:cNvPr>
            <p:cNvSpPr/>
            <p:nvPr/>
          </p:nvSpPr>
          <p:spPr>
            <a:xfrm>
              <a:off x="3453734" y="730489"/>
              <a:ext cx="2285999" cy="1847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1x512 Step n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859E504E-E946-43C8-A9B8-71F42B18FDEE}"/>
                </a:ext>
              </a:extLst>
            </p:cNvPr>
            <p:cNvCxnSpPr/>
            <p:nvPr/>
          </p:nvCxnSpPr>
          <p:spPr>
            <a:xfrm>
              <a:off x="4543331" y="1091160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582473DD-6499-4792-9F27-E1DBD49CD0ED}"/>
                </a:ext>
              </a:extLst>
            </p:cNvPr>
            <p:cNvCxnSpPr/>
            <p:nvPr/>
          </p:nvCxnSpPr>
          <p:spPr>
            <a:xfrm>
              <a:off x="555822" y="993172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D228633-1AAA-4F8E-9005-8C2B71CCC37D}"/>
                </a:ext>
              </a:extLst>
            </p:cNvPr>
            <p:cNvSpPr/>
            <p:nvPr/>
          </p:nvSpPr>
          <p:spPr>
            <a:xfrm>
              <a:off x="6664502" y="338552"/>
              <a:ext cx="2286000" cy="2286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512x512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930AD2C-ABBC-427F-A843-4407886AD5B1}"/>
                </a:ext>
              </a:extLst>
            </p:cNvPr>
            <p:cNvSpPr/>
            <p:nvPr/>
          </p:nvSpPr>
          <p:spPr>
            <a:xfrm>
              <a:off x="6660738" y="333871"/>
              <a:ext cx="545080" cy="2295362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85000"/>
                </a:lnSpc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512x32</a:t>
              </a:r>
            </a:p>
            <a:p>
              <a:pPr algn="ctr">
                <a:lnSpc>
                  <a:spcPct val="85000"/>
                </a:lnSpc>
              </a:pPr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Warp0</a:t>
              </a: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area`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FB745515-47FD-40E5-A686-7A5554632CCD}"/>
                </a:ext>
              </a:extLst>
            </p:cNvPr>
            <p:cNvSpPr/>
            <p:nvPr/>
          </p:nvSpPr>
          <p:spPr>
            <a:xfrm>
              <a:off x="8417245" y="339694"/>
              <a:ext cx="537461" cy="228599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85000"/>
                </a:lnSpc>
              </a:pPr>
              <a:r>
                <a:rPr lang="en-US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512x32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Warp15</a:t>
              </a: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area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9DAB53AB-8491-420F-9377-84E81D709D05}"/>
                </a:ext>
              </a:extLst>
            </p:cNvPr>
            <p:cNvSpPr/>
            <p:nvPr/>
          </p:nvSpPr>
          <p:spPr>
            <a:xfrm>
              <a:off x="6664503" y="333871"/>
              <a:ext cx="286658" cy="16450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4x8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D8007FB-0493-4B07-BE4A-A38D86A6570A}"/>
                </a:ext>
              </a:extLst>
            </p:cNvPr>
            <p:cNvSpPr/>
            <p:nvPr/>
          </p:nvSpPr>
          <p:spPr>
            <a:xfrm>
              <a:off x="102364" y="2664856"/>
              <a:ext cx="2514627" cy="1381364"/>
            </a:xfrm>
            <a:prstGeom prst="rect">
              <a:avLst/>
            </a:prstGeom>
            <a:solidFill>
              <a:srgbClr val="FFFFCC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__shared__ u8 d[16][32];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d[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][j] =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i+y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j+x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];</a:t>
              </a:r>
            </a:p>
            <a:p>
              <a:endParaRPr lang="en-US" sz="105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//ignore boundary condition</a:t>
              </a:r>
            </a:p>
            <a:p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dst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i+y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j+x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 = max9(d[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][j],     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  d[i-1</a:t>
              </a:r>
              <a:r>
                <a:rPr lang="en-US" sz="1050">
                  <a:solidFill>
                    <a:schemeClr val="tx1"/>
                  </a:solidFill>
                  <a:latin typeface="Consolas" panose="020B0609020204030204" pitchFamily="49" charset="0"/>
                </a:rPr>
                <a:t>][j-1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], ...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  , d[i+1][j+1]);</a:t>
              </a:r>
            </a:p>
            <a:p>
              <a:endParaRPr lang="en-US" sz="105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52B8F8E-7DB6-4EDD-B5BD-18078193E4FB}"/>
                </a:ext>
              </a:extLst>
            </p:cNvPr>
            <p:cNvSpPr/>
            <p:nvPr/>
          </p:nvSpPr>
          <p:spPr>
            <a:xfrm>
              <a:off x="3152252" y="2680418"/>
              <a:ext cx="2869174" cy="1381364"/>
            </a:xfrm>
            <a:prstGeom prst="rect">
              <a:avLst/>
            </a:prstGeom>
            <a:solidFill>
              <a:srgbClr val="FFFFCC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 u8 pre,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preL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preR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...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 u8 cur,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curL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curR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...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u8 next =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[step+1][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thread_idx.x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u8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nextL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__shuffle(...); //left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u8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nextR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__shuffle(...); //right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//process warp border shuffle</a:t>
              </a:r>
            </a:p>
            <a:p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dst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[step][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thread_idx.x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 =max9(...);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//update pre and cur 6 pixels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D69AEC2-A0E5-4C25-B7B0-35DFCC13C445}"/>
                </a:ext>
              </a:extLst>
            </p:cNvPr>
            <p:cNvSpPr/>
            <p:nvPr/>
          </p:nvSpPr>
          <p:spPr>
            <a:xfrm>
              <a:off x="6546067" y="2673423"/>
              <a:ext cx="2514626" cy="1381364"/>
            </a:xfrm>
            <a:prstGeom prst="rect">
              <a:avLst/>
            </a:prstGeom>
            <a:solidFill>
              <a:srgbClr val="FFFFCC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 register array for whole tile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register float tile[4][8];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tile = ... // Use </a:t>
              </a:r>
              <a:r>
                <a:rPr lang="en-US" sz="1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instr</a:t>
              </a:r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LDM</a:t>
              </a:r>
            </a:p>
            <a:p>
              <a:endParaRPr lang="en-US" sz="1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 Use </a:t>
              </a:r>
              <a:r>
                <a:rPr lang="en-US" sz="1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instr</a:t>
              </a:r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POOL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 Use </a:t>
              </a:r>
              <a:r>
                <a:rPr lang="en-US" sz="1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instr</a:t>
              </a:r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STM</a:t>
              </a:r>
            </a:p>
            <a:p>
              <a:endParaRPr lang="en-US" sz="1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//Move to next 4x8 tile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81BB21E-6C72-4176-8376-04785ABE9552}"/>
                </a:ext>
              </a:extLst>
            </p:cNvPr>
            <p:cNvSpPr/>
            <p:nvPr/>
          </p:nvSpPr>
          <p:spPr>
            <a:xfrm>
              <a:off x="3453734" y="554744"/>
              <a:ext cx="2285999" cy="18478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n-1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E2C0E95-5436-4502-A8F8-0CC0A4BCD4C3}"/>
                </a:ext>
              </a:extLst>
            </p:cNvPr>
            <p:cNvSpPr/>
            <p:nvPr/>
          </p:nvSpPr>
          <p:spPr>
            <a:xfrm>
              <a:off x="3453734" y="895125"/>
              <a:ext cx="2285999" cy="18478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n+1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927C6C03-B2C8-4D34-A2B1-955B9BA8BEE4}"/>
                </a:ext>
              </a:extLst>
            </p:cNvPr>
            <p:cNvCxnSpPr/>
            <p:nvPr/>
          </p:nvCxnSpPr>
          <p:spPr>
            <a:xfrm>
              <a:off x="6830006" y="512305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E5EE8E7-7157-4EEC-BF30-A0ED42E08058}"/>
                </a:ext>
              </a:extLst>
            </p:cNvPr>
            <p:cNvCxnSpPr/>
            <p:nvPr/>
          </p:nvCxnSpPr>
          <p:spPr>
            <a:xfrm>
              <a:off x="2880360" y="258758"/>
              <a:ext cx="0" cy="36960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BAC637C2-6B1F-4A34-94F3-50CB93E3B696}"/>
                </a:ext>
              </a:extLst>
            </p:cNvPr>
            <p:cNvCxnSpPr/>
            <p:nvPr/>
          </p:nvCxnSpPr>
          <p:spPr>
            <a:xfrm>
              <a:off x="6286500" y="264880"/>
              <a:ext cx="0" cy="36960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68A7EC-A291-4B4D-A3C9-8D84D0FB1022}"/>
                </a:ext>
              </a:extLst>
            </p:cNvPr>
            <p:cNvSpPr txBox="1"/>
            <p:nvPr/>
          </p:nvSpPr>
          <p:spPr>
            <a:xfrm>
              <a:off x="253708" y="-19923"/>
              <a:ext cx="17251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(a) 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共享内存模式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AD38CD7-E37B-4D2F-A8B9-F0467D0C0D2D}"/>
                </a:ext>
              </a:extLst>
            </p:cNvPr>
            <p:cNvSpPr txBox="1"/>
            <p:nvPr/>
          </p:nvSpPr>
          <p:spPr>
            <a:xfrm>
              <a:off x="3812993" y="-19923"/>
              <a:ext cx="16124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(b) Shuffle 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模式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D7744E31-7128-4709-ACE9-150872190403}"/>
                </a:ext>
              </a:extLst>
            </p:cNvPr>
            <p:cNvSpPr txBox="1"/>
            <p:nvPr/>
          </p:nvSpPr>
          <p:spPr>
            <a:xfrm>
              <a:off x="6687633" y="0"/>
              <a:ext cx="17299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(c) 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张量核心模式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AA1A52-2B09-4E4D-8006-A6913DB9F598}"/>
                </a:ext>
              </a:extLst>
            </p:cNvPr>
            <p:cNvSpPr/>
            <p:nvPr/>
          </p:nvSpPr>
          <p:spPr>
            <a:xfrm>
              <a:off x="8410230" y="340273"/>
              <a:ext cx="286658" cy="16450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4x8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D12FF90-030A-407C-AD50-712AF7D89301}"/>
                </a:ext>
              </a:extLst>
            </p:cNvPr>
            <p:cNvCxnSpPr/>
            <p:nvPr/>
          </p:nvCxnSpPr>
          <p:spPr>
            <a:xfrm>
              <a:off x="8575733" y="518707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228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21</cp:revision>
  <dcterms:created xsi:type="dcterms:W3CDTF">2020-03-18T02:10:58Z</dcterms:created>
  <dcterms:modified xsi:type="dcterms:W3CDTF">2022-08-07T19:39:27Z</dcterms:modified>
</cp:coreProperties>
</file>