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36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4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42CB-D513-16D0-ECA9-771906691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CA20D-7361-4870-F6A1-D2C54140C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E5B6D-C4DE-B8EC-C0ED-AD93FC8C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13B4D-168D-F4AB-B284-D2F9B6ACA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F2384-B2C2-EDA1-284B-CBE0ED00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3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8D79-0DE0-E5CE-3A12-814D2017A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9F45-37F4-4BFE-E57B-68D51BCDF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C06D3-ECCE-ADA9-0F30-2A9649144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AFE21-632D-8DEC-6BD5-96FCD00F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A4108-B9DA-D21F-B8E4-51FCCB12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69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51D37-8DBA-9F1F-839B-05967566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9B98F-F97D-B81D-11B3-2FF0E73B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99168-CB2C-8D81-6FD8-97B5D7B5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98C0A-1243-9427-829A-DF084CDD9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56406-63C3-C081-BF7D-3C9F8241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1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7B20-61D8-C1A0-A690-669AA628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72DB-D463-2EB4-7728-7AFC3EA0D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767AA-2294-C4DA-E255-C55952600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FD4DE-86CD-412A-35F6-743E03EB6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F7960-9F4A-4473-4461-5AF446DC3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98195-9899-AA0D-A746-C4D5B5FC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6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525E9-460F-F06D-4A76-59D66517F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B58FC-BB27-13C1-76BE-C751BDCB8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BE925-4DD9-A730-5A74-5BD36F333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106AD-0629-DBC8-05CF-008AAA9ED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37BEC-BAF1-706A-5D55-59413D7A6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A6B86-F19D-2A8B-12B5-484BDB88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375BA-6B47-E04E-9D03-6199F1BDB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D0D5B5-E7F5-DC7E-B6AF-97FFDEC4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9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F831-CD2B-A90B-9A3D-40E01A4AC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C92C0-13D8-09B5-0BE4-0E3A9A54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A313A-E3FA-99BE-992E-8C9600B1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19C9C-E622-FB50-9CCB-C6E83DE6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5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9500D1-C604-3B70-DF49-CC6B26F0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249F7-EA45-E9B2-9DA1-43A7F947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CD197-DF45-5B1E-AFAA-83A58F2E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9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0703-0B8C-0175-AD12-5A18421F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987F7-FE73-7766-0373-FD552FB98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7467A-6367-3423-3BA8-0FB73616F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702CE-75BE-E5CD-4A5B-18FB02F6F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C594D-0101-4073-1539-3A5F2112D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1597A-26A7-2847-EE99-74805FFC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FB02-CDDB-007B-E98E-2EF11D066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0A0E3-3CDE-6DBC-05CF-65A236281F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53082-DD0A-9014-D658-FEDF6EDAD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B3DC0-8AE9-D35C-77B8-A7C9DA1EA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FF872-CCA5-2ECC-F075-25BC49B7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9BAFC-EAD0-EA1E-E2D6-B6E1B553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5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D8D5-5BBA-A599-79DD-13940293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D8FEA-6489-87DD-2298-EB6CCFEB5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6B168-A475-BCBC-9ED7-FE1A37A81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5C0F9-EF73-6B69-FAAD-7378611E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538DA-8D24-6A50-8E7F-D4AC0D19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1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7444D1-D873-FE2F-6D75-E39EDA79D1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269E7-9711-524A-2AF2-FA275D828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A16AA-3FB6-E55A-1C7F-E40F4D17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25EB3-8634-8149-7D07-FAD1D522D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144CF-0DA2-3847-E81D-602A18F0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9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B0631-1738-C2DA-87E0-ED0535A9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85084-FD6A-B251-639A-8790D36FC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BC2E8-61B4-E01E-5167-D27283DEF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9461C-5FB5-4467-93D2-35B9A338828B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52C8E-BF4F-49F4-DC6B-E65631646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6BD14-D836-4297-56FD-7CDBC4852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637A3-114E-49AC-BC82-6274B3E547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8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99011-32A1-1CB5-DC20-4229CE46B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51A86-E3F2-424C-A1CD-27220B48477E}" type="datetime1">
              <a:rPr kumimoji="1" lang="zh-CN" altLang="en-US" smtClean="0"/>
              <a:t>2023/12/18</a:t>
            </a:fld>
            <a:endParaRPr kumimoji="1"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FC955-8581-C5B5-DD1E-C8DB5610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zh-CN"/>
              <a:t>Biren Confidential</a:t>
            </a:r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6EB61-029C-2A2E-B0D8-A5E1B957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F1168-4070-EE4B-8AD5-93C42240B0CF}" type="slidenum">
              <a:rPr kumimoji="1" lang="zh-CN" altLang="en-US" smtClean="0"/>
              <a:t>1</a:t>
            </a:fld>
            <a:endParaRPr kumimoji="1" lang="zh-CN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7FB18F-500A-A81D-2DFF-6E4ABF255248}"/>
              </a:ext>
            </a:extLst>
          </p:cNvPr>
          <p:cNvSpPr txBox="1"/>
          <p:nvPr/>
        </p:nvSpPr>
        <p:spPr>
          <a:xfrm>
            <a:off x="4962774" y="973485"/>
            <a:ext cx="32772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Two __vector__ and one __</a:t>
            </a:r>
            <a:r>
              <a:rPr lang="en-US" sz="2000" b="1" dirty="0" err="1"/>
              <a:t>tcore</a:t>
            </a:r>
            <a:r>
              <a:rPr lang="en-US" sz="2000" b="1" dirty="0"/>
              <a:t>__ coroutines in each thread-block-cluster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3015CE4-522F-3BEA-205B-791A35359193}"/>
              </a:ext>
            </a:extLst>
          </p:cNvPr>
          <p:cNvSpPr/>
          <p:nvPr/>
        </p:nvSpPr>
        <p:spPr>
          <a:xfrm>
            <a:off x="1387018" y="1094386"/>
            <a:ext cx="3361821" cy="6635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// sync all threads from the grid related to the coroutine</a:t>
            </a:r>
          </a:p>
          <a:p>
            <a:r>
              <a:rPr lang="en-US" sz="1400" b="1" dirty="0">
                <a:solidFill>
                  <a:srgbClr val="D4D4D4"/>
                </a:solidFill>
                <a:latin typeface="Consolas" panose="020B0609020204030204" pitchFamily="49" charset="0"/>
              </a:rPr>
              <a:t>__</a:t>
            </a:r>
            <a:r>
              <a:rPr lang="en-US" sz="1400" b="1" dirty="0" err="1">
                <a:solidFill>
                  <a:srgbClr val="D4D4D4"/>
                </a:solidFill>
                <a:latin typeface="Consolas" panose="020B0609020204030204" pitchFamily="49" charset="0"/>
              </a:rPr>
              <a:t>sync_grid_coroutine_threads</a:t>
            </a:r>
            <a:r>
              <a:rPr lang="en-US" sz="1400" b="1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endParaRPr lang="en-US" sz="1400" b="1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9574949C-738F-746B-65D0-67F28E31D8B4}"/>
              </a:ext>
            </a:extLst>
          </p:cNvPr>
          <p:cNvCxnSpPr>
            <a:cxnSpLocks/>
          </p:cNvCxnSpPr>
          <p:nvPr/>
        </p:nvCxnSpPr>
        <p:spPr>
          <a:xfrm flipH="1" flipV="1">
            <a:off x="3598491" y="1780362"/>
            <a:ext cx="358110" cy="4180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BE0628D5-6F46-BE33-E50C-932BB85124F8}"/>
              </a:ext>
            </a:extLst>
          </p:cNvPr>
          <p:cNvSpPr/>
          <p:nvPr/>
        </p:nvSpPr>
        <p:spPr>
          <a:xfrm>
            <a:off x="1775240" y="4029886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266D98-9DE1-5C59-74B8-E1116A93EA2B}"/>
              </a:ext>
            </a:extLst>
          </p:cNvPr>
          <p:cNvSpPr txBox="1"/>
          <p:nvPr/>
        </p:nvSpPr>
        <p:spPr>
          <a:xfrm>
            <a:off x="676910" y="211978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vector1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B151C9-03AE-D055-99CB-6BB4D63CC2A5}"/>
              </a:ext>
            </a:extLst>
          </p:cNvPr>
          <p:cNvSpPr txBox="1"/>
          <p:nvPr/>
        </p:nvSpPr>
        <p:spPr>
          <a:xfrm>
            <a:off x="700387" y="3228622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vector2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58953C-22EC-B971-168E-C024FD17C63D}"/>
              </a:ext>
            </a:extLst>
          </p:cNvPr>
          <p:cNvSpPr txBox="1"/>
          <p:nvPr/>
        </p:nvSpPr>
        <p:spPr>
          <a:xfrm>
            <a:off x="805149" y="411349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tcore</a:t>
            </a:r>
            <a:endParaRPr lang="en-US" b="1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D1C86BB-85C4-10DF-B83C-F4649F103119}"/>
              </a:ext>
            </a:extLst>
          </p:cNvPr>
          <p:cNvGrpSpPr/>
          <p:nvPr/>
        </p:nvGrpSpPr>
        <p:grpSpPr>
          <a:xfrm>
            <a:off x="1760232" y="2259802"/>
            <a:ext cx="1838259" cy="537613"/>
            <a:chOff x="878779" y="2082398"/>
            <a:chExt cx="1838259" cy="53761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2FF66AB-DE7B-653E-09DF-7103EF8AA67A}"/>
                </a:ext>
              </a:extLst>
            </p:cNvPr>
            <p:cNvSpPr/>
            <p:nvPr/>
          </p:nvSpPr>
          <p:spPr>
            <a:xfrm>
              <a:off x="878779" y="2082398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20A7734-D979-3520-0F11-7A8F1A64F102}"/>
                </a:ext>
              </a:extLst>
            </p:cNvPr>
            <p:cNvSpPr/>
            <p:nvPr/>
          </p:nvSpPr>
          <p:spPr>
            <a:xfrm>
              <a:off x="2103400" y="2083452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15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2F364F-431E-56B1-8C29-7B990CB80A24}"/>
                </a:ext>
              </a:extLst>
            </p:cNvPr>
            <p:cNvSpPr txBox="1"/>
            <p:nvPr/>
          </p:nvSpPr>
          <p:spPr>
            <a:xfrm>
              <a:off x="1574150" y="2187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5B78C6-6C7C-0C69-B272-5D14262B59A9}"/>
              </a:ext>
            </a:extLst>
          </p:cNvPr>
          <p:cNvGrpSpPr/>
          <p:nvPr/>
        </p:nvGrpSpPr>
        <p:grpSpPr>
          <a:xfrm>
            <a:off x="1764270" y="3153445"/>
            <a:ext cx="1838259" cy="537613"/>
            <a:chOff x="878779" y="2082398"/>
            <a:chExt cx="1838259" cy="53761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E5A99D5-5F87-F6CF-023C-BF91D786E07B}"/>
                </a:ext>
              </a:extLst>
            </p:cNvPr>
            <p:cNvSpPr/>
            <p:nvPr/>
          </p:nvSpPr>
          <p:spPr>
            <a:xfrm>
              <a:off x="878779" y="2082398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16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0114340-D169-8DF5-EDC0-80D3321C0CDC}"/>
                </a:ext>
              </a:extLst>
            </p:cNvPr>
            <p:cNvSpPr/>
            <p:nvPr/>
          </p:nvSpPr>
          <p:spPr>
            <a:xfrm>
              <a:off x="2103400" y="2083452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31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AB57092-7E33-D7A8-F16D-5079E3601E39}"/>
                </a:ext>
              </a:extLst>
            </p:cNvPr>
            <p:cNvSpPr txBox="1"/>
            <p:nvPr/>
          </p:nvSpPr>
          <p:spPr>
            <a:xfrm>
              <a:off x="1574150" y="2187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B6E3D746-EC4B-8EF2-F8AC-E601796A3990}"/>
              </a:ext>
            </a:extLst>
          </p:cNvPr>
          <p:cNvSpPr/>
          <p:nvPr/>
        </p:nvSpPr>
        <p:spPr>
          <a:xfrm>
            <a:off x="1653202" y="2104236"/>
            <a:ext cx="2052320" cy="260132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F249EF-EC61-23AD-551B-6CD16C49027D}"/>
              </a:ext>
            </a:extLst>
          </p:cNvPr>
          <p:cNvSpPr txBox="1"/>
          <p:nvPr/>
        </p:nvSpPr>
        <p:spPr>
          <a:xfrm>
            <a:off x="2165727" y="4790920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Block </a:t>
            </a:r>
            <a:r>
              <a:rPr lang="en-US" sz="1400" b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Idx</a:t>
            </a:r>
            <a:r>
              <a:rPr lang="en-US" sz="1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D6621DF-1261-3323-1668-CAA87D71D339}"/>
              </a:ext>
            </a:extLst>
          </p:cNvPr>
          <p:cNvSpPr/>
          <p:nvPr/>
        </p:nvSpPr>
        <p:spPr>
          <a:xfrm>
            <a:off x="4458840" y="4007764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D4D0253-0E20-410F-BA3B-9CB27EE318B1}"/>
              </a:ext>
            </a:extLst>
          </p:cNvPr>
          <p:cNvGrpSpPr/>
          <p:nvPr/>
        </p:nvGrpSpPr>
        <p:grpSpPr>
          <a:xfrm>
            <a:off x="4442020" y="2233763"/>
            <a:ext cx="1838259" cy="537613"/>
            <a:chOff x="878779" y="2082398"/>
            <a:chExt cx="1838259" cy="537613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CA86BAA-2724-A4F9-82D2-F02754545936}"/>
                </a:ext>
              </a:extLst>
            </p:cNvPr>
            <p:cNvSpPr/>
            <p:nvPr/>
          </p:nvSpPr>
          <p:spPr>
            <a:xfrm>
              <a:off x="878779" y="2082398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0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732B72E-7422-C1B8-634A-9FA2622CFB28}"/>
                </a:ext>
              </a:extLst>
            </p:cNvPr>
            <p:cNvSpPr/>
            <p:nvPr/>
          </p:nvSpPr>
          <p:spPr>
            <a:xfrm>
              <a:off x="2103400" y="2083452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15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2C5BDE4-395E-E330-CDFF-42AD2F6E3B5C}"/>
                </a:ext>
              </a:extLst>
            </p:cNvPr>
            <p:cNvSpPr txBox="1"/>
            <p:nvPr/>
          </p:nvSpPr>
          <p:spPr>
            <a:xfrm>
              <a:off x="1574150" y="2187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9EEF4EB-54BD-4C4C-0A0D-5FAEF097BF40}"/>
              </a:ext>
            </a:extLst>
          </p:cNvPr>
          <p:cNvGrpSpPr/>
          <p:nvPr/>
        </p:nvGrpSpPr>
        <p:grpSpPr>
          <a:xfrm>
            <a:off x="4447870" y="3131323"/>
            <a:ext cx="1838259" cy="537613"/>
            <a:chOff x="878779" y="2082398"/>
            <a:chExt cx="1838259" cy="537613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B889033-A3E1-26F8-3A50-57D2B572E06B}"/>
                </a:ext>
              </a:extLst>
            </p:cNvPr>
            <p:cNvSpPr/>
            <p:nvPr/>
          </p:nvSpPr>
          <p:spPr>
            <a:xfrm>
              <a:off x="878779" y="2082398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16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0B2E8F-C6E4-FE44-B83A-4D7814CBC2F1}"/>
                </a:ext>
              </a:extLst>
            </p:cNvPr>
            <p:cNvSpPr/>
            <p:nvPr/>
          </p:nvSpPr>
          <p:spPr>
            <a:xfrm>
              <a:off x="2103400" y="2083452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31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39917DE-A01A-05BE-C4DB-603E9517657D}"/>
                </a:ext>
              </a:extLst>
            </p:cNvPr>
            <p:cNvSpPr txBox="1"/>
            <p:nvPr/>
          </p:nvSpPr>
          <p:spPr>
            <a:xfrm>
              <a:off x="1574150" y="2187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ADEAF441-2DA8-1C34-C81A-88F869974D95}"/>
              </a:ext>
            </a:extLst>
          </p:cNvPr>
          <p:cNvSpPr/>
          <p:nvPr/>
        </p:nvSpPr>
        <p:spPr>
          <a:xfrm>
            <a:off x="4338357" y="2098941"/>
            <a:ext cx="2052320" cy="260132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FEC5BB-E0CC-2C2E-52DB-4DF583606D8F}"/>
              </a:ext>
            </a:extLst>
          </p:cNvPr>
          <p:cNvSpPr txBox="1"/>
          <p:nvPr/>
        </p:nvSpPr>
        <p:spPr>
          <a:xfrm>
            <a:off x="4898508" y="4773354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Block </a:t>
            </a:r>
            <a:r>
              <a:rPr lang="en-US" sz="1400" b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Idx</a:t>
            </a:r>
            <a:r>
              <a:rPr lang="en-US" sz="1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7A60A57-7AC0-C5F1-CAB3-FD8A2CA029BE}"/>
              </a:ext>
            </a:extLst>
          </p:cNvPr>
          <p:cNvSpPr/>
          <p:nvPr/>
        </p:nvSpPr>
        <p:spPr>
          <a:xfrm>
            <a:off x="7859496" y="4026205"/>
            <a:ext cx="613638" cy="5365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Warp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</a:t>
            </a: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31A0D73-EEEC-4589-8482-CE74BAE70304}"/>
              </a:ext>
            </a:extLst>
          </p:cNvPr>
          <p:cNvGrpSpPr/>
          <p:nvPr/>
        </p:nvGrpSpPr>
        <p:grpSpPr>
          <a:xfrm>
            <a:off x="7859496" y="2280687"/>
            <a:ext cx="1838259" cy="537613"/>
            <a:chOff x="878779" y="2082398"/>
            <a:chExt cx="1838259" cy="53761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9C315BE-AF0A-0F6B-DB87-3890735727FB}"/>
                </a:ext>
              </a:extLst>
            </p:cNvPr>
            <p:cNvSpPr/>
            <p:nvPr/>
          </p:nvSpPr>
          <p:spPr>
            <a:xfrm>
              <a:off x="878779" y="2082398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B401822-A795-DB10-4563-062E083E7C5A}"/>
                </a:ext>
              </a:extLst>
            </p:cNvPr>
            <p:cNvSpPr/>
            <p:nvPr/>
          </p:nvSpPr>
          <p:spPr>
            <a:xfrm>
              <a:off x="2103400" y="2083452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15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E1F2964-16FF-E91E-609D-4E84CDBF046C}"/>
                </a:ext>
              </a:extLst>
            </p:cNvPr>
            <p:cNvSpPr txBox="1"/>
            <p:nvPr/>
          </p:nvSpPr>
          <p:spPr>
            <a:xfrm>
              <a:off x="1574150" y="2187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1694D84-42F3-2C3D-F362-77F271D1461E}"/>
              </a:ext>
            </a:extLst>
          </p:cNvPr>
          <p:cNvGrpSpPr/>
          <p:nvPr/>
        </p:nvGrpSpPr>
        <p:grpSpPr>
          <a:xfrm>
            <a:off x="7859496" y="3126077"/>
            <a:ext cx="1838259" cy="537613"/>
            <a:chOff x="878779" y="2082398"/>
            <a:chExt cx="1838259" cy="537613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8CF220B-1EBD-D4F4-E315-0BF6EFCC3199}"/>
                </a:ext>
              </a:extLst>
            </p:cNvPr>
            <p:cNvSpPr/>
            <p:nvPr/>
          </p:nvSpPr>
          <p:spPr>
            <a:xfrm>
              <a:off x="878779" y="2082398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16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C528F44-626E-1C49-415B-06A48A5DB247}"/>
                </a:ext>
              </a:extLst>
            </p:cNvPr>
            <p:cNvSpPr/>
            <p:nvPr/>
          </p:nvSpPr>
          <p:spPr>
            <a:xfrm>
              <a:off x="2103400" y="2083452"/>
              <a:ext cx="613638" cy="5365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 "/>
                  <a:ea typeface="Microsoft YaHei" panose="020B0503020204020204" pitchFamily="34" charset="-122"/>
                </a:rPr>
                <a:t>Warp 31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F9C80BC-561A-E233-F185-35A507237E52}"/>
                </a:ext>
              </a:extLst>
            </p:cNvPr>
            <p:cNvSpPr txBox="1"/>
            <p:nvPr/>
          </p:nvSpPr>
          <p:spPr>
            <a:xfrm>
              <a:off x="1574150" y="21874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b="1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…</a:t>
              </a:r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6CAF9C-F0CA-8B80-CBB3-8D0D0798971E}"/>
              </a:ext>
            </a:extLst>
          </p:cNvPr>
          <p:cNvSpPr/>
          <p:nvPr/>
        </p:nvSpPr>
        <p:spPr>
          <a:xfrm>
            <a:off x="7752466" y="2101600"/>
            <a:ext cx="2052320" cy="260132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dirty="0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B9935B4-50E1-9C64-0903-A356453312E5}"/>
              </a:ext>
            </a:extLst>
          </p:cNvPr>
          <p:cNvSpPr txBox="1"/>
          <p:nvPr/>
        </p:nvSpPr>
        <p:spPr>
          <a:xfrm>
            <a:off x="8328244" y="4863273"/>
            <a:ext cx="13179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Block </a:t>
            </a:r>
            <a:r>
              <a:rPr lang="en-US" sz="1400" b="1" dirty="0" err="1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Idx</a:t>
            </a:r>
            <a:r>
              <a:rPr lang="en-US" sz="1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N-1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7432DF57-DFB4-A902-649F-DFAFD8D0900D}"/>
              </a:ext>
            </a:extLst>
          </p:cNvPr>
          <p:cNvSpPr/>
          <p:nvPr/>
        </p:nvSpPr>
        <p:spPr>
          <a:xfrm>
            <a:off x="1301714" y="2219261"/>
            <a:ext cx="8832886" cy="57818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endParaRPr lang="en-US" err="1">
              <a:solidFill>
                <a:schemeClr val="tx1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42524C4-553D-760D-BD25-3CA4051788F5}"/>
              </a:ext>
            </a:extLst>
          </p:cNvPr>
          <p:cNvSpPr txBox="1"/>
          <p:nvPr/>
        </p:nvSpPr>
        <p:spPr>
          <a:xfrm>
            <a:off x="6882623" y="318245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94197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 </vt:lpstr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Wenyuan Gu(顾文渊)</dc:creator>
  <cp:lastModifiedBy>Wenyuan Gu(顾文渊)</cp:lastModifiedBy>
  <cp:revision>1</cp:revision>
  <dcterms:created xsi:type="dcterms:W3CDTF">2023-12-18T03:29:53Z</dcterms:created>
  <dcterms:modified xsi:type="dcterms:W3CDTF">2023-12-18T03:31:11Z</dcterms:modified>
</cp:coreProperties>
</file>