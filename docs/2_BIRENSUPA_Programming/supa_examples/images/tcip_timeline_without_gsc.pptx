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752138" cy="3257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4017" y="533122"/>
            <a:ext cx="8064104" cy="1134110"/>
          </a:xfrm>
        </p:spPr>
        <p:txBody>
          <a:bodyPr anchor="b"/>
          <a:lstStyle>
            <a:lvl1pPr algn="ctr">
              <a:defRPr sz="28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4017" y="1710968"/>
            <a:ext cx="8064104" cy="786487"/>
          </a:xfrm>
        </p:spPr>
        <p:txBody>
          <a:bodyPr/>
          <a:lstStyle>
            <a:lvl1pPr marL="0" indent="0" algn="ctr">
              <a:buNone/>
              <a:defRPr sz="1140"/>
            </a:lvl1pPr>
            <a:lvl2pPr marL="217170" indent="0" algn="ctr">
              <a:buNone/>
              <a:defRPr sz="950"/>
            </a:lvl2pPr>
            <a:lvl3pPr marL="434340" indent="0" algn="ctr">
              <a:buNone/>
              <a:defRPr sz="855"/>
            </a:lvl3pPr>
            <a:lvl4pPr marL="651510" indent="0" algn="ctr">
              <a:buNone/>
              <a:defRPr sz="760"/>
            </a:lvl4pPr>
            <a:lvl5pPr marL="868680" indent="0" algn="ctr">
              <a:buNone/>
              <a:defRPr sz="760"/>
            </a:lvl5pPr>
            <a:lvl6pPr marL="1085850" indent="0" algn="ctr">
              <a:buNone/>
              <a:defRPr sz="760"/>
            </a:lvl6pPr>
            <a:lvl7pPr marL="1303020" indent="0" algn="ctr">
              <a:buNone/>
              <a:defRPr sz="760"/>
            </a:lvl7pPr>
            <a:lvl8pPr marL="1520190" indent="0" algn="ctr">
              <a:buNone/>
              <a:defRPr sz="760"/>
            </a:lvl8pPr>
            <a:lvl9pPr marL="1737360" indent="0" algn="ctr">
              <a:buNone/>
              <a:defRPr sz="76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8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514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609" y="812126"/>
            <a:ext cx="9273719" cy="1355050"/>
          </a:xfrm>
        </p:spPr>
        <p:txBody>
          <a:bodyPr anchor="b"/>
          <a:lstStyle>
            <a:lvl1pPr>
              <a:defRPr sz="28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609" y="2179995"/>
            <a:ext cx="9273719" cy="712589"/>
          </a:xfrm>
        </p:spPr>
        <p:txBody>
          <a:bodyPr/>
          <a:lstStyle>
            <a:lvl1pPr marL="0" indent="0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1pPr>
            <a:lvl2pPr marL="21717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2pPr>
            <a:lvl3pPr marL="434340" indent="0">
              <a:buNone/>
              <a:defRPr sz="855">
                <a:solidFill>
                  <a:schemeClr val="tx1">
                    <a:tint val="75000"/>
                  </a:schemeClr>
                </a:solidFill>
              </a:defRPr>
            </a:lvl3pPr>
            <a:lvl4pPr marL="65151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4pPr>
            <a:lvl5pPr marL="86868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5pPr>
            <a:lvl6pPr marL="108585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6pPr>
            <a:lvl7pPr marL="130302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7pPr>
            <a:lvl8pPr marL="152019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8pPr>
            <a:lvl9pPr marL="1737360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30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9209" y="867172"/>
            <a:ext cx="4569659" cy="206688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3270" y="867172"/>
            <a:ext cx="4569659" cy="206688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14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173435"/>
            <a:ext cx="9273719" cy="62964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10" y="798553"/>
            <a:ext cx="4548658" cy="391358"/>
          </a:xfrm>
        </p:spPr>
        <p:txBody>
          <a:bodyPr anchor="b"/>
          <a:lstStyle>
            <a:lvl1pPr marL="0" indent="0">
              <a:buNone/>
              <a:defRPr sz="1140" b="1"/>
            </a:lvl1pPr>
            <a:lvl2pPr marL="217170" indent="0">
              <a:buNone/>
              <a:defRPr sz="950" b="1"/>
            </a:lvl2pPr>
            <a:lvl3pPr marL="434340" indent="0">
              <a:buNone/>
              <a:defRPr sz="855" b="1"/>
            </a:lvl3pPr>
            <a:lvl4pPr marL="651510" indent="0">
              <a:buNone/>
              <a:defRPr sz="760" b="1"/>
            </a:lvl4pPr>
            <a:lvl5pPr marL="868680" indent="0">
              <a:buNone/>
              <a:defRPr sz="760" b="1"/>
            </a:lvl5pPr>
            <a:lvl6pPr marL="1085850" indent="0">
              <a:buNone/>
              <a:defRPr sz="760" b="1"/>
            </a:lvl6pPr>
            <a:lvl7pPr marL="1303020" indent="0">
              <a:buNone/>
              <a:defRPr sz="760" b="1"/>
            </a:lvl7pPr>
            <a:lvl8pPr marL="1520190" indent="0">
              <a:buNone/>
              <a:defRPr sz="760" b="1"/>
            </a:lvl8pPr>
            <a:lvl9pPr marL="1737360" indent="0">
              <a:buNone/>
              <a:defRPr sz="76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10" y="1189911"/>
            <a:ext cx="4548658" cy="17501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3270" y="798553"/>
            <a:ext cx="4571059" cy="391358"/>
          </a:xfrm>
        </p:spPr>
        <p:txBody>
          <a:bodyPr anchor="b"/>
          <a:lstStyle>
            <a:lvl1pPr marL="0" indent="0">
              <a:buNone/>
              <a:defRPr sz="1140" b="1"/>
            </a:lvl1pPr>
            <a:lvl2pPr marL="217170" indent="0">
              <a:buNone/>
              <a:defRPr sz="950" b="1"/>
            </a:lvl2pPr>
            <a:lvl3pPr marL="434340" indent="0">
              <a:buNone/>
              <a:defRPr sz="855" b="1"/>
            </a:lvl3pPr>
            <a:lvl4pPr marL="651510" indent="0">
              <a:buNone/>
              <a:defRPr sz="760" b="1"/>
            </a:lvl4pPr>
            <a:lvl5pPr marL="868680" indent="0">
              <a:buNone/>
              <a:defRPr sz="760" b="1"/>
            </a:lvl5pPr>
            <a:lvl6pPr marL="1085850" indent="0">
              <a:buNone/>
              <a:defRPr sz="760" b="1"/>
            </a:lvl6pPr>
            <a:lvl7pPr marL="1303020" indent="0">
              <a:buNone/>
              <a:defRPr sz="760" b="1"/>
            </a:lvl7pPr>
            <a:lvl8pPr marL="1520190" indent="0">
              <a:buNone/>
              <a:defRPr sz="760" b="1"/>
            </a:lvl8pPr>
            <a:lvl9pPr marL="1737360" indent="0">
              <a:buNone/>
              <a:defRPr sz="76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3270" y="1189911"/>
            <a:ext cx="4571059" cy="17501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32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616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51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217170"/>
            <a:ext cx="3467844" cy="760095"/>
          </a:xfrm>
        </p:spPr>
        <p:txBody>
          <a:bodyPr anchor="b"/>
          <a:lstStyle>
            <a:lvl1pPr>
              <a:defRPr sz="152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059" y="469027"/>
            <a:ext cx="5443270" cy="2314972"/>
          </a:xfrm>
        </p:spPr>
        <p:txBody>
          <a:bodyPr/>
          <a:lstStyle>
            <a:lvl1pPr>
              <a:defRPr sz="1520"/>
            </a:lvl1pPr>
            <a:lvl2pPr>
              <a:defRPr sz="1330"/>
            </a:lvl2pPr>
            <a:lvl3pPr>
              <a:defRPr sz="114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977265"/>
            <a:ext cx="3467844" cy="1810504"/>
          </a:xfrm>
        </p:spPr>
        <p:txBody>
          <a:bodyPr/>
          <a:lstStyle>
            <a:lvl1pPr marL="0" indent="0">
              <a:buNone/>
              <a:defRPr sz="760"/>
            </a:lvl1pPr>
            <a:lvl2pPr marL="217170" indent="0">
              <a:buNone/>
              <a:defRPr sz="665"/>
            </a:lvl2pPr>
            <a:lvl3pPr marL="434340" indent="0">
              <a:buNone/>
              <a:defRPr sz="570"/>
            </a:lvl3pPr>
            <a:lvl4pPr marL="651510" indent="0">
              <a:buNone/>
              <a:defRPr sz="475"/>
            </a:lvl4pPr>
            <a:lvl5pPr marL="868680" indent="0">
              <a:buNone/>
              <a:defRPr sz="475"/>
            </a:lvl5pPr>
            <a:lvl6pPr marL="1085850" indent="0">
              <a:buNone/>
              <a:defRPr sz="475"/>
            </a:lvl6pPr>
            <a:lvl7pPr marL="1303020" indent="0">
              <a:buNone/>
              <a:defRPr sz="475"/>
            </a:lvl7pPr>
            <a:lvl8pPr marL="1520190" indent="0">
              <a:buNone/>
              <a:defRPr sz="475"/>
            </a:lvl8pPr>
            <a:lvl9pPr marL="1737360" indent="0">
              <a:buNone/>
              <a:defRPr sz="4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922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217170"/>
            <a:ext cx="3467844" cy="760095"/>
          </a:xfrm>
        </p:spPr>
        <p:txBody>
          <a:bodyPr anchor="b"/>
          <a:lstStyle>
            <a:lvl1pPr>
              <a:defRPr sz="152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1059" y="469027"/>
            <a:ext cx="5443270" cy="2314972"/>
          </a:xfrm>
        </p:spPr>
        <p:txBody>
          <a:bodyPr anchor="t"/>
          <a:lstStyle>
            <a:lvl1pPr marL="0" indent="0">
              <a:buNone/>
              <a:defRPr sz="1520"/>
            </a:lvl1pPr>
            <a:lvl2pPr marL="217170" indent="0">
              <a:buNone/>
              <a:defRPr sz="1330"/>
            </a:lvl2pPr>
            <a:lvl3pPr marL="434340" indent="0">
              <a:buNone/>
              <a:defRPr sz="1140"/>
            </a:lvl3pPr>
            <a:lvl4pPr marL="651510" indent="0">
              <a:buNone/>
              <a:defRPr sz="950"/>
            </a:lvl4pPr>
            <a:lvl5pPr marL="868680" indent="0">
              <a:buNone/>
              <a:defRPr sz="950"/>
            </a:lvl5pPr>
            <a:lvl6pPr marL="1085850" indent="0">
              <a:buNone/>
              <a:defRPr sz="950"/>
            </a:lvl6pPr>
            <a:lvl7pPr marL="1303020" indent="0">
              <a:buNone/>
              <a:defRPr sz="950"/>
            </a:lvl7pPr>
            <a:lvl8pPr marL="1520190" indent="0">
              <a:buNone/>
              <a:defRPr sz="950"/>
            </a:lvl8pPr>
            <a:lvl9pPr marL="1737360" indent="0">
              <a:buNone/>
              <a:defRPr sz="95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977265"/>
            <a:ext cx="3467844" cy="1810504"/>
          </a:xfrm>
        </p:spPr>
        <p:txBody>
          <a:bodyPr/>
          <a:lstStyle>
            <a:lvl1pPr marL="0" indent="0">
              <a:buNone/>
              <a:defRPr sz="760"/>
            </a:lvl1pPr>
            <a:lvl2pPr marL="217170" indent="0">
              <a:buNone/>
              <a:defRPr sz="665"/>
            </a:lvl2pPr>
            <a:lvl3pPr marL="434340" indent="0">
              <a:buNone/>
              <a:defRPr sz="570"/>
            </a:lvl3pPr>
            <a:lvl4pPr marL="651510" indent="0">
              <a:buNone/>
              <a:defRPr sz="475"/>
            </a:lvl4pPr>
            <a:lvl5pPr marL="868680" indent="0">
              <a:buNone/>
              <a:defRPr sz="475"/>
            </a:lvl5pPr>
            <a:lvl6pPr marL="1085850" indent="0">
              <a:buNone/>
              <a:defRPr sz="475"/>
            </a:lvl6pPr>
            <a:lvl7pPr marL="1303020" indent="0">
              <a:buNone/>
              <a:defRPr sz="475"/>
            </a:lvl7pPr>
            <a:lvl8pPr marL="1520190" indent="0">
              <a:buNone/>
              <a:defRPr sz="475"/>
            </a:lvl8pPr>
            <a:lvl9pPr marL="1737360" indent="0">
              <a:buNone/>
              <a:defRPr sz="4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95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13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4499" y="173434"/>
            <a:ext cx="2318430" cy="276062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9209" y="173434"/>
            <a:ext cx="6820888" cy="276062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68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9210" y="173435"/>
            <a:ext cx="9273719" cy="629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210" y="867172"/>
            <a:ext cx="9273719" cy="206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210" y="3019267"/>
            <a:ext cx="2419231" cy="173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AF637-A486-4802-9DAC-75A1C6E8F193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1646" y="3019267"/>
            <a:ext cx="3628847" cy="173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93697" y="3019267"/>
            <a:ext cx="2419231" cy="173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33247-6C4A-4B2F-A601-7DDCF8A0C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37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34340" rtl="0" eaLnBrk="1" latinLnBrk="0" hangingPunct="1">
        <a:lnSpc>
          <a:spcPct val="90000"/>
        </a:lnSpc>
        <a:spcBef>
          <a:spcPct val="0"/>
        </a:spcBef>
        <a:buNone/>
        <a:defRPr sz="20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585" indent="-108585" algn="l" defTabSz="43434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330" kern="1200">
          <a:solidFill>
            <a:schemeClr val="tx1"/>
          </a:solidFill>
          <a:latin typeface="+mn-lt"/>
          <a:ea typeface="+mn-ea"/>
          <a:cs typeface="+mn-cs"/>
        </a:defRPr>
      </a:lvl1pPr>
      <a:lvl2pPr marL="32575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3pPr>
      <a:lvl4pPr marL="76009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4pPr>
      <a:lvl5pPr marL="97726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5pPr>
      <a:lvl6pPr marL="119443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6pPr>
      <a:lvl7pPr marL="141160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7pPr>
      <a:lvl8pPr marL="162877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8pPr>
      <a:lvl9pPr marL="1845945" indent="-108585" algn="l" defTabSz="434340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1pPr>
      <a:lvl2pPr marL="21717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2pPr>
      <a:lvl3pPr marL="43434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3pPr>
      <a:lvl4pPr marL="65151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4pPr>
      <a:lvl5pPr marL="86868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5pPr>
      <a:lvl6pPr marL="108585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6pPr>
      <a:lvl7pPr marL="130302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7pPr>
      <a:lvl8pPr marL="152019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8pPr>
      <a:lvl9pPr marL="1737360" algn="l" defTabSz="434340" rtl="0" eaLnBrk="1" latinLnBrk="0" hangingPunct="1">
        <a:defRPr sz="8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9">
            <a:extLst>
              <a:ext uri="{FF2B5EF4-FFF2-40B4-BE49-F238E27FC236}">
                <a16:creationId xmlns:a16="http://schemas.microsoft.com/office/drawing/2014/main" id="{29BC0AA6-3525-45C9-B4A1-4B72B3474E79}"/>
              </a:ext>
            </a:extLst>
          </p:cNvPr>
          <p:cNvCxnSpPr/>
          <p:nvPr/>
        </p:nvCxnSpPr>
        <p:spPr>
          <a:xfrm>
            <a:off x="1429360" y="1340486"/>
            <a:ext cx="89174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10">
            <a:extLst>
              <a:ext uri="{FF2B5EF4-FFF2-40B4-BE49-F238E27FC236}">
                <a16:creationId xmlns:a16="http://schemas.microsoft.com/office/drawing/2014/main" id="{FDAC0096-5BDE-7E93-3830-D20FD4204913}"/>
              </a:ext>
            </a:extLst>
          </p:cNvPr>
          <p:cNvSpPr txBox="1"/>
          <p:nvPr/>
        </p:nvSpPr>
        <p:spPr>
          <a:xfrm>
            <a:off x="402424" y="1155820"/>
            <a:ext cx="90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Load A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0" name="Straight Arrow Connector 11">
            <a:extLst>
              <a:ext uri="{FF2B5EF4-FFF2-40B4-BE49-F238E27FC236}">
                <a16:creationId xmlns:a16="http://schemas.microsoft.com/office/drawing/2014/main" id="{A88134FB-C7F9-A9E8-8FCD-294DD4E53A26}"/>
              </a:ext>
            </a:extLst>
          </p:cNvPr>
          <p:cNvCxnSpPr/>
          <p:nvPr/>
        </p:nvCxnSpPr>
        <p:spPr>
          <a:xfrm>
            <a:off x="1429360" y="1906091"/>
            <a:ext cx="89174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2">
            <a:extLst>
              <a:ext uri="{FF2B5EF4-FFF2-40B4-BE49-F238E27FC236}">
                <a16:creationId xmlns:a16="http://schemas.microsoft.com/office/drawing/2014/main" id="{7896C9B0-1807-1BB4-35A2-5287C2667E79}"/>
              </a:ext>
            </a:extLst>
          </p:cNvPr>
          <p:cNvSpPr txBox="1"/>
          <p:nvPr/>
        </p:nvSpPr>
        <p:spPr>
          <a:xfrm>
            <a:off x="402424" y="1721425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Load B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2" name="Straight Arrow Connector 13">
            <a:extLst>
              <a:ext uri="{FF2B5EF4-FFF2-40B4-BE49-F238E27FC236}">
                <a16:creationId xmlns:a16="http://schemas.microsoft.com/office/drawing/2014/main" id="{260701D4-7C2A-2130-DC3F-C3AA75E38A7E}"/>
              </a:ext>
            </a:extLst>
          </p:cNvPr>
          <p:cNvCxnSpPr/>
          <p:nvPr/>
        </p:nvCxnSpPr>
        <p:spPr>
          <a:xfrm>
            <a:off x="1429360" y="2568220"/>
            <a:ext cx="89174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4">
            <a:extLst>
              <a:ext uri="{FF2B5EF4-FFF2-40B4-BE49-F238E27FC236}">
                <a16:creationId xmlns:a16="http://schemas.microsoft.com/office/drawing/2014/main" id="{FACA6DF1-7A7C-4145-D405-E468AFAE8139}"/>
              </a:ext>
            </a:extLst>
          </p:cNvPr>
          <p:cNvSpPr txBox="1"/>
          <p:nvPr/>
        </p:nvSpPr>
        <p:spPr>
          <a:xfrm>
            <a:off x="278364" y="2386387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Calculate</a:t>
            </a:r>
            <a:endParaRPr 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4" name="Rectangle: Rounded Corners 15">
            <a:extLst>
              <a:ext uri="{FF2B5EF4-FFF2-40B4-BE49-F238E27FC236}">
                <a16:creationId xmlns:a16="http://schemas.microsoft.com/office/drawing/2014/main" id="{47CA65D5-53CE-D3E5-AF79-D20BA2BED42C}"/>
              </a:ext>
            </a:extLst>
          </p:cNvPr>
          <p:cNvSpPr/>
          <p:nvPr/>
        </p:nvSpPr>
        <p:spPr>
          <a:xfrm>
            <a:off x="1616712" y="1155820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0</a:t>
            </a:r>
          </a:p>
        </p:txBody>
      </p:sp>
      <p:sp>
        <p:nvSpPr>
          <p:cNvPr id="45" name="Rectangle: Rounded Corners 16">
            <a:extLst>
              <a:ext uri="{FF2B5EF4-FFF2-40B4-BE49-F238E27FC236}">
                <a16:creationId xmlns:a16="http://schemas.microsoft.com/office/drawing/2014/main" id="{13403F76-116C-03FB-6861-88A08FCA5105}"/>
              </a:ext>
            </a:extLst>
          </p:cNvPr>
          <p:cNvSpPr/>
          <p:nvPr/>
        </p:nvSpPr>
        <p:spPr>
          <a:xfrm>
            <a:off x="1692765" y="1721441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0</a:t>
            </a:r>
          </a:p>
        </p:txBody>
      </p:sp>
      <p:sp>
        <p:nvSpPr>
          <p:cNvPr id="46" name="Rectangle: Rounded Corners 17">
            <a:extLst>
              <a:ext uri="{FF2B5EF4-FFF2-40B4-BE49-F238E27FC236}">
                <a16:creationId xmlns:a16="http://schemas.microsoft.com/office/drawing/2014/main" id="{81ACAE61-83FA-4E86-5FBB-274581AF3501}"/>
              </a:ext>
            </a:extLst>
          </p:cNvPr>
          <p:cNvSpPr/>
          <p:nvPr/>
        </p:nvSpPr>
        <p:spPr>
          <a:xfrm>
            <a:off x="1802713" y="2391111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 0</a:t>
            </a:r>
          </a:p>
        </p:txBody>
      </p:sp>
      <p:sp>
        <p:nvSpPr>
          <p:cNvPr id="47" name="Rectangle: Rounded Corners 18">
            <a:extLst>
              <a:ext uri="{FF2B5EF4-FFF2-40B4-BE49-F238E27FC236}">
                <a16:creationId xmlns:a16="http://schemas.microsoft.com/office/drawing/2014/main" id="{793DBA52-1B06-E618-23D4-282FB8C8007A}"/>
              </a:ext>
            </a:extLst>
          </p:cNvPr>
          <p:cNvSpPr/>
          <p:nvPr/>
        </p:nvSpPr>
        <p:spPr>
          <a:xfrm>
            <a:off x="2489229" y="2391111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 1</a:t>
            </a:r>
          </a:p>
        </p:txBody>
      </p:sp>
      <p:sp>
        <p:nvSpPr>
          <p:cNvPr id="48" name="Rectangle: Rounded Corners 19">
            <a:extLst>
              <a:ext uri="{FF2B5EF4-FFF2-40B4-BE49-F238E27FC236}">
                <a16:creationId xmlns:a16="http://schemas.microsoft.com/office/drawing/2014/main" id="{A635FD7A-DE66-5C16-28DD-D0A28F63975A}"/>
              </a:ext>
            </a:extLst>
          </p:cNvPr>
          <p:cNvSpPr/>
          <p:nvPr/>
        </p:nvSpPr>
        <p:spPr>
          <a:xfrm>
            <a:off x="3259180" y="2392080"/>
            <a:ext cx="659935" cy="3693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Calc 2</a:t>
            </a:r>
          </a:p>
        </p:txBody>
      </p:sp>
      <p:sp>
        <p:nvSpPr>
          <p:cNvPr id="49" name="Rectangle: Rounded Corners 20">
            <a:extLst>
              <a:ext uri="{FF2B5EF4-FFF2-40B4-BE49-F238E27FC236}">
                <a16:creationId xmlns:a16="http://schemas.microsoft.com/office/drawing/2014/main" id="{FE99ED8C-5DBE-349F-728B-1FB555CC5318}"/>
              </a:ext>
            </a:extLst>
          </p:cNvPr>
          <p:cNvSpPr/>
          <p:nvPr/>
        </p:nvSpPr>
        <p:spPr>
          <a:xfrm>
            <a:off x="2753044" y="1155820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1</a:t>
            </a:r>
          </a:p>
        </p:txBody>
      </p:sp>
      <p:sp>
        <p:nvSpPr>
          <p:cNvPr id="50" name="Rectangle: Rounded Corners 21">
            <a:extLst>
              <a:ext uri="{FF2B5EF4-FFF2-40B4-BE49-F238E27FC236}">
                <a16:creationId xmlns:a16="http://schemas.microsoft.com/office/drawing/2014/main" id="{4F322C96-42D2-EF04-8C94-963688F7B993}"/>
              </a:ext>
            </a:extLst>
          </p:cNvPr>
          <p:cNvSpPr/>
          <p:nvPr/>
        </p:nvSpPr>
        <p:spPr>
          <a:xfrm>
            <a:off x="2805151" y="1721425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1</a:t>
            </a:r>
          </a:p>
        </p:txBody>
      </p:sp>
      <p:cxnSp>
        <p:nvCxnSpPr>
          <p:cNvPr id="51" name="Straight Arrow Connector 23">
            <a:extLst>
              <a:ext uri="{FF2B5EF4-FFF2-40B4-BE49-F238E27FC236}">
                <a16:creationId xmlns:a16="http://schemas.microsoft.com/office/drawing/2014/main" id="{DF4AD658-E684-DE5A-642F-44DEB1667063}"/>
              </a:ext>
            </a:extLst>
          </p:cNvPr>
          <p:cNvCxnSpPr/>
          <p:nvPr/>
        </p:nvCxnSpPr>
        <p:spPr>
          <a:xfrm>
            <a:off x="1424832" y="702923"/>
            <a:ext cx="8922025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24">
            <a:extLst>
              <a:ext uri="{FF2B5EF4-FFF2-40B4-BE49-F238E27FC236}">
                <a16:creationId xmlns:a16="http://schemas.microsoft.com/office/drawing/2014/main" id="{AB18AB69-937F-3A65-BCF7-E26D4E57F599}"/>
              </a:ext>
            </a:extLst>
          </p:cNvPr>
          <p:cNvSpPr txBox="1"/>
          <p:nvPr/>
        </p:nvSpPr>
        <p:spPr>
          <a:xfrm>
            <a:off x="5196809" y="357288"/>
            <a:ext cx="68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Time</a:t>
            </a:r>
            <a:endParaRPr lang="en-US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3" name="Rectangle: Rounded Corners 25">
            <a:extLst>
              <a:ext uri="{FF2B5EF4-FFF2-40B4-BE49-F238E27FC236}">
                <a16:creationId xmlns:a16="http://schemas.microsoft.com/office/drawing/2014/main" id="{B0501A06-85D5-EC3E-8EA4-E5BD913AEE87}"/>
              </a:ext>
            </a:extLst>
          </p:cNvPr>
          <p:cNvSpPr/>
          <p:nvPr/>
        </p:nvSpPr>
        <p:spPr>
          <a:xfrm>
            <a:off x="3817423" y="1151226"/>
            <a:ext cx="1012272" cy="3692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A 2</a:t>
            </a:r>
          </a:p>
        </p:txBody>
      </p:sp>
      <p:sp>
        <p:nvSpPr>
          <p:cNvPr id="54" name="Rectangle: Rounded Corners 26">
            <a:extLst>
              <a:ext uri="{FF2B5EF4-FFF2-40B4-BE49-F238E27FC236}">
                <a16:creationId xmlns:a16="http://schemas.microsoft.com/office/drawing/2014/main" id="{6DBECAAB-2229-5730-3E03-29F2A2ABE70D}"/>
              </a:ext>
            </a:extLst>
          </p:cNvPr>
          <p:cNvSpPr/>
          <p:nvPr/>
        </p:nvSpPr>
        <p:spPr>
          <a:xfrm>
            <a:off x="3917537" y="1721425"/>
            <a:ext cx="1012272" cy="3692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Load B 2</a:t>
            </a:r>
          </a:p>
        </p:txBody>
      </p:sp>
    </p:spTree>
    <p:extLst>
      <p:ext uri="{BB962C8B-B14F-4D97-AF65-F5344CB8AC3E}">
        <p14:creationId xmlns:p14="http://schemas.microsoft.com/office/powerpoint/2010/main" val="369355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30</Words>
  <Application>Microsoft Office PowerPoint</Application>
  <PresentationFormat>自定义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 </vt:lpstr>
      <vt:lpstr>等线</vt:lpstr>
      <vt:lpstr>等线 Light</vt:lpstr>
      <vt:lpstr>Microsoft YaHei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 Zhang(Peter)</dc:creator>
  <cp:lastModifiedBy>Xi Zhang(Peter)</cp:lastModifiedBy>
  <cp:revision>1</cp:revision>
  <dcterms:created xsi:type="dcterms:W3CDTF">2024-02-29T05:44:25Z</dcterms:created>
  <dcterms:modified xsi:type="dcterms:W3CDTF">2024-02-29T05:49:58Z</dcterms:modified>
</cp:coreProperties>
</file>