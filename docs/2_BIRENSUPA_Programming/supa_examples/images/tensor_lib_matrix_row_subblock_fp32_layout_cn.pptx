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119813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70" autoAdjust="0"/>
    <p:restoredTop sz="94660"/>
  </p:normalViewPr>
  <p:slideViewPr>
    <p:cSldViewPr snapToGrid="0">
      <p:cViewPr varScale="1">
        <p:scale>
          <a:sx n="244" d="100"/>
          <a:sy n="244" d="100"/>
        </p:scale>
        <p:origin x="128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235644"/>
            <a:ext cx="4589860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756262"/>
            <a:ext cx="4589860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1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5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358966"/>
            <a:ext cx="5278339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963575"/>
            <a:ext cx="5278339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383297"/>
            <a:ext cx="2600921" cy="91358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383297"/>
            <a:ext cx="2600921" cy="91358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6659"/>
            <a:ext cx="5278339" cy="27830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352967"/>
            <a:ext cx="258896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525950"/>
            <a:ext cx="2588968" cy="77359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352967"/>
            <a:ext cx="260171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525950"/>
            <a:ext cx="2601718" cy="77359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8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1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95991"/>
            <a:ext cx="1973799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207314"/>
            <a:ext cx="3098155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431959"/>
            <a:ext cx="1973799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2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95991"/>
            <a:ext cx="1973799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207314"/>
            <a:ext cx="3098155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431959"/>
            <a:ext cx="1973799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79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76660"/>
            <a:ext cx="1319585" cy="12202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76660"/>
            <a:ext cx="3882256" cy="12202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76659"/>
            <a:ext cx="5278339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383297"/>
            <a:ext cx="5278339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1334540"/>
            <a:ext cx="137695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E8396-270E-46E9-ACB8-A1FFA6C97ACA}" type="datetimeFigureOut">
              <a:rPr lang="en-US" smtClean="0"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1334540"/>
            <a:ext cx="2065437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1334540"/>
            <a:ext cx="137695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30B74-B4FC-4B52-A1E4-6EA273CC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8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210">
            <a:extLst>
              <a:ext uri="{FF2B5EF4-FFF2-40B4-BE49-F238E27FC236}">
                <a16:creationId xmlns:a16="http://schemas.microsoft.com/office/drawing/2014/main" id="{C4FB81C9-E66E-4095-9D58-C4580A0AF47A}"/>
              </a:ext>
            </a:extLst>
          </p:cNvPr>
          <p:cNvSpPr txBox="1"/>
          <p:nvPr/>
        </p:nvSpPr>
        <p:spPr>
          <a:xfrm>
            <a:off x="186781" y="135719"/>
            <a:ext cx="12773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FP32</a:t>
            </a:r>
          </a:p>
          <a:p>
            <a:pPr algn="l"/>
            <a:r>
              <a:rPr lang="zh-CN" altLang="en-US" sz="150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子块</a:t>
            </a:r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1*32</a:t>
            </a:r>
          </a:p>
        </p:txBody>
      </p:sp>
      <p:graphicFrame>
        <p:nvGraphicFramePr>
          <p:cNvPr id="113" name="Table 13">
            <a:extLst>
              <a:ext uri="{FF2B5EF4-FFF2-40B4-BE49-F238E27FC236}">
                <a16:creationId xmlns:a16="http://schemas.microsoft.com/office/drawing/2014/main" id="{D1E2F30E-5628-40FC-A3DB-E639044B9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071975"/>
              </p:ext>
            </p:extLst>
          </p:nvPr>
        </p:nvGraphicFramePr>
        <p:xfrm>
          <a:off x="1404991" y="335121"/>
          <a:ext cx="249936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305948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3102541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17508815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322307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95869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47359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</a:tbl>
          </a:graphicData>
        </a:graphic>
      </p:graphicFrame>
      <p:cxnSp>
        <p:nvCxnSpPr>
          <p:cNvPr id="114" name="Straight Arrow Connector 212">
            <a:extLst>
              <a:ext uri="{FF2B5EF4-FFF2-40B4-BE49-F238E27FC236}">
                <a16:creationId xmlns:a16="http://schemas.microsoft.com/office/drawing/2014/main" id="{BB1F0A87-8ADF-4266-994A-F255DE64F362}"/>
              </a:ext>
            </a:extLst>
          </p:cNvPr>
          <p:cNvCxnSpPr>
            <a:cxnSpLocks/>
          </p:cNvCxnSpPr>
          <p:nvPr/>
        </p:nvCxnSpPr>
        <p:spPr>
          <a:xfrm>
            <a:off x="1404992" y="207653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213">
            <a:extLst>
              <a:ext uri="{FF2B5EF4-FFF2-40B4-BE49-F238E27FC236}">
                <a16:creationId xmlns:a16="http://schemas.microsoft.com/office/drawing/2014/main" id="{69B66138-5880-416E-8EF6-8C7B4CD87698}"/>
              </a:ext>
            </a:extLst>
          </p:cNvPr>
          <p:cNvSpPr txBox="1"/>
          <p:nvPr/>
        </p:nvSpPr>
        <p:spPr>
          <a:xfrm>
            <a:off x="1834484" y="8890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116" name="Straight Arrow Connector 214">
            <a:extLst>
              <a:ext uri="{FF2B5EF4-FFF2-40B4-BE49-F238E27FC236}">
                <a16:creationId xmlns:a16="http://schemas.microsoft.com/office/drawing/2014/main" id="{09CFFDAA-3403-4FEF-98EB-CCD9EE563F18}"/>
              </a:ext>
            </a:extLst>
          </p:cNvPr>
          <p:cNvCxnSpPr>
            <a:cxnSpLocks/>
          </p:cNvCxnSpPr>
          <p:nvPr/>
        </p:nvCxnSpPr>
        <p:spPr>
          <a:xfrm>
            <a:off x="1501391" y="440980"/>
            <a:ext cx="2308117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215">
            <a:extLst>
              <a:ext uri="{FF2B5EF4-FFF2-40B4-BE49-F238E27FC236}">
                <a16:creationId xmlns:a16="http://schemas.microsoft.com/office/drawing/2014/main" id="{C216DEE0-F1DE-4CB8-8AC0-6A18506DD011}"/>
              </a:ext>
            </a:extLst>
          </p:cNvPr>
          <p:cNvSpPr txBox="1"/>
          <p:nvPr/>
        </p:nvSpPr>
        <p:spPr>
          <a:xfrm>
            <a:off x="1201339" y="530975"/>
            <a:ext cx="9169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8" name="Table 13">
            <a:extLst>
              <a:ext uri="{FF2B5EF4-FFF2-40B4-BE49-F238E27FC236}">
                <a16:creationId xmlns:a16="http://schemas.microsoft.com/office/drawing/2014/main" id="{A7B21D84-16B3-4EDD-A3A6-FA24D0312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970493"/>
              </p:ext>
            </p:extLst>
          </p:nvPr>
        </p:nvGraphicFramePr>
        <p:xfrm>
          <a:off x="1404991" y="952240"/>
          <a:ext cx="4251960" cy="198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648">
                  <a:extLst>
                    <a:ext uri="{9D8B030D-6E8A-4147-A177-3AD203B41FA5}">
                      <a16:colId xmlns:a16="http://schemas.microsoft.com/office/drawing/2014/main" val="4093960443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453617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54270472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532568512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188074052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431839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/>
                        <a:t>(h, w+31)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79184"/>
                  </a:ext>
                </a:extLst>
              </a:tr>
            </a:tbl>
          </a:graphicData>
        </a:graphic>
      </p:graphicFrame>
      <p:cxnSp>
        <p:nvCxnSpPr>
          <p:cNvPr id="119" name="Straight Arrow Connector 229">
            <a:extLst>
              <a:ext uri="{FF2B5EF4-FFF2-40B4-BE49-F238E27FC236}">
                <a16:creationId xmlns:a16="http://schemas.microsoft.com/office/drawing/2014/main" id="{BFB73997-D1FB-4E65-8788-199DF6E1483D}"/>
              </a:ext>
            </a:extLst>
          </p:cNvPr>
          <p:cNvCxnSpPr>
            <a:cxnSpLocks/>
          </p:cNvCxnSpPr>
          <p:nvPr/>
        </p:nvCxnSpPr>
        <p:spPr>
          <a:xfrm>
            <a:off x="1501391" y="1105444"/>
            <a:ext cx="4067063" cy="0"/>
          </a:xfrm>
          <a:prstGeom prst="straightConnector1">
            <a:avLst/>
          </a:prstGeom>
          <a:ln w="952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76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35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Zhang(Peter)</cp:lastModifiedBy>
  <cp:revision>6</cp:revision>
  <dcterms:created xsi:type="dcterms:W3CDTF">2022-04-07T09:18:58Z</dcterms:created>
  <dcterms:modified xsi:type="dcterms:W3CDTF">2024-02-19T06:59:45Z</dcterms:modified>
</cp:coreProperties>
</file>