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52138" cy="3257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4017" y="533122"/>
            <a:ext cx="8064104" cy="1134110"/>
          </a:xfrm>
        </p:spPr>
        <p:txBody>
          <a:bodyPr anchor="b"/>
          <a:lstStyle>
            <a:lvl1pPr algn="ctr">
              <a:defRPr sz="28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4017" y="1710968"/>
            <a:ext cx="8064104" cy="786487"/>
          </a:xfrm>
        </p:spPr>
        <p:txBody>
          <a:bodyPr/>
          <a:lstStyle>
            <a:lvl1pPr marL="0" indent="0" algn="ctr">
              <a:buNone/>
              <a:defRPr sz="1140"/>
            </a:lvl1pPr>
            <a:lvl2pPr marL="217170" indent="0" algn="ctr">
              <a:buNone/>
              <a:defRPr sz="950"/>
            </a:lvl2pPr>
            <a:lvl3pPr marL="434340" indent="0" algn="ctr">
              <a:buNone/>
              <a:defRPr sz="855"/>
            </a:lvl3pPr>
            <a:lvl4pPr marL="651510" indent="0" algn="ctr">
              <a:buNone/>
              <a:defRPr sz="760"/>
            </a:lvl4pPr>
            <a:lvl5pPr marL="868680" indent="0" algn="ctr">
              <a:buNone/>
              <a:defRPr sz="760"/>
            </a:lvl5pPr>
            <a:lvl6pPr marL="1085850" indent="0" algn="ctr">
              <a:buNone/>
              <a:defRPr sz="760"/>
            </a:lvl6pPr>
            <a:lvl7pPr marL="1303020" indent="0" algn="ctr">
              <a:buNone/>
              <a:defRPr sz="760"/>
            </a:lvl7pPr>
            <a:lvl8pPr marL="1520190" indent="0" algn="ctr">
              <a:buNone/>
              <a:defRPr sz="760"/>
            </a:lvl8pPr>
            <a:lvl9pPr marL="1737360" indent="0" algn="ctr">
              <a:buNone/>
              <a:defRPr sz="76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8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1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09" y="812126"/>
            <a:ext cx="9273719" cy="1355050"/>
          </a:xfrm>
        </p:spPr>
        <p:txBody>
          <a:bodyPr anchor="b"/>
          <a:lstStyle>
            <a:lvl1pPr>
              <a:defRPr sz="28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609" y="2179995"/>
            <a:ext cx="9273719" cy="712589"/>
          </a:xfrm>
        </p:spPr>
        <p:txBody>
          <a:bodyPr/>
          <a:lstStyle>
            <a:lvl1pPr marL="0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  <a:lvl2pPr marL="21717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2pPr>
            <a:lvl3pPr marL="434340" indent="0">
              <a:buNone/>
              <a:defRPr sz="855">
                <a:solidFill>
                  <a:schemeClr val="tx1">
                    <a:tint val="75000"/>
                  </a:schemeClr>
                </a:solidFill>
              </a:defRPr>
            </a:lvl3pPr>
            <a:lvl4pPr marL="65151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4pPr>
            <a:lvl5pPr marL="86868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5pPr>
            <a:lvl6pPr marL="108585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6pPr>
            <a:lvl7pPr marL="130302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7pPr>
            <a:lvl8pPr marL="152019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8pPr>
            <a:lvl9pPr marL="173736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30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209" y="867172"/>
            <a:ext cx="4569659" cy="206688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3270" y="867172"/>
            <a:ext cx="4569659" cy="206688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14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173435"/>
            <a:ext cx="9273719" cy="62964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10" y="798553"/>
            <a:ext cx="4548658" cy="391358"/>
          </a:xfrm>
        </p:spPr>
        <p:txBody>
          <a:bodyPr anchor="b"/>
          <a:lstStyle>
            <a:lvl1pPr marL="0" indent="0">
              <a:buNone/>
              <a:defRPr sz="1140" b="1"/>
            </a:lvl1pPr>
            <a:lvl2pPr marL="217170" indent="0">
              <a:buNone/>
              <a:defRPr sz="950" b="1"/>
            </a:lvl2pPr>
            <a:lvl3pPr marL="434340" indent="0">
              <a:buNone/>
              <a:defRPr sz="855" b="1"/>
            </a:lvl3pPr>
            <a:lvl4pPr marL="651510" indent="0">
              <a:buNone/>
              <a:defRPr sz="760" b="1"/>
            </a:lvl4pPr>
            <a:lvl5pPr marL="868680" indent="0">
              <a:buNone/>
              <a:defRPr sz="760" b="1"/>
            </a:lvl5pPr>
            <a:lvl6pPr marL="1085850" indent="0">
              <a:buNone/>
              <a:defRPr sz="760" b="1"/>
            </a:lvl6pPr>
            <a:lvl7pPr marL="1303020" indent="0">
              <a:buNone/>
              <a:defRPr sz="760" b="1"/>
            </a:lvl7pPr>
            <a:lvl8pPr marL="1520190" indent="0">
              <a:buNone/>
              <a:defRPr sz="760" b="1"/>
            </a:lvl8pPr>
            <a:lvl9pPr marL="1737360" indent="0">
              <a:buNone/>
              <a:defRPr sz="76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10" y="1189911"/>
            <a:ext cx="4548658" cy="17501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3270" y="798553"/>
            <a:ext cx="4571059" cy="391358"/>
          </a:xfrm>
        </p:spPr>
        <p:txBody>
          <a:bodyPr anchor="b"/>
          <a:lstStyle>
            <a:lvl1pPr marL="0" indent="0">
              <a:buNone/>
              <a:defRPr sz="1140" b="1"/>
            </a:lvl1pPr>
            <a:lvl2pPr marL="217170" indent="0">
              <a:buNone/>
              <a:defRPr sz="950" b="1"/>
            </a:lvl2pPr>
            <a:lvl3pPr marL="434340" indent="0">
              <a:buNone/>
              <a:defRPr sz="855" b="1"/>
            </a:lvl3pPr>
            <a:lvl4pPr marL="651510" indent="0">
              <a:buNone/>
              <a:defRPr sz="760" b="1"/>
            </a:lvl4pPr>
            <a:lvl5pPr marL="868680" indent="0">
              <a:buNone/>
              <a:defRPr sz="760" b="1"/>
            </a:lvl5pPr>
            <a:lvl6pPr marL="1085850" indent="0">
              <a:buNone/>
              <a:defRPr sz="760" b="1"/>
            </a:lvl6pPr>
            <a:lvl7pPr marL="1303020" indent="0">
              <a:buNone/>
              <a:defRPr sz="760" b="1"/>
            </a:lvl7pPr>
            <a:lvl8pPr marL="1520190" indent="0">
              <a:buNone/>
              <a:defRPr sz="760" b="1"/>
            </a:lvl8pPr>
            <a:lvl9pPr marL="1737360" indent="0">
              <a:buNone/>
              <a:defRPr sz="76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3270" y="1189911"/>
            <a:ext cx="4571059" cy="17501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32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61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51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17170"/>
            <a:ext cx="3467844" cy="760095"/>
          </a:xfrm>
        </p:spPr>
        <p:txBody>
          <a:bodyPr anchor="b"/>
          <a:lstStyle>
            <a:lvl1pPr>
              <a:defRPr sz="152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059" y="469027"/>
            <a:ext cx="5443270" cy="2314972"/>
          </a:xfrm>
        </p:spPr>
        <p:txBody>
          <a:bodyPr/>
          <a:lstStyle>
            <a:lvl1pPr>
              <a:defRPr sz="1520"/>
            </a:lvl1pPr>
            <a:lvl2pPr>
              <a:defRPr sz="1330"/>
            </a:lvl2pPr>
            <a:lvl3pPr>
              <a:defRPr sz="114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977265"/>
            <a:ext cx="3467844" cy="1810504"/>
          </a:xfrm>
        </p:spPr>
        <p:txBody>
          <a:bodyPr/>
          <a:lstStyle>
            <a:lvl1pPr marL="0" indent="0">
              <a:buNone/>
              <a:defRPr sz="760"/>
            </a:lvl1pPr>
            <a:lvl2pPr marL="217170" indent="0">
              <a:buNone/>
              <a:defRPr sz="665"/>
            </a:lvl2pPr>
            <a:lvl3pPr marL="434340" indent="0">
              <a:buNone/>
              <a:defRPr sz="570"/>
            </a:lvl3pPr>
            <a:lvl4pPr marL="651510" indent="0">
              <a:buNone/>
              <a:defRPr sz="475"/>
            </a:lvl4pPr>
            <a:lvl5pPr marL="868680" indent="0">
              <a:buNone/>
              <a:defRPr sz="475"/>
            </a:lvl5pPr>
            <a:lvl6pPr marL="1085850" indent="0">
              <a:buNone/>
              <a:defRPr sz="475"/>
            </a:lvl6pPr>
            <a:lvl7pPr marL="1303020" indent="0">
              <a:buNone/>
              <a:defRPr sz="475"/>
            </a:lvl7pPr>
            <a:lvl8pPr marL="1520190" indent="0">
              <a:buNone/>
              <a:defRPr sz="475"/>
            </a:lvl8pPr>
            <a:lvl9pPr marL="1737360" indent="0">
              <a:buNone/>
              <a:defRPr sz="4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2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17170"/>
            <a:ext cx="3467844" cy="760095"/>
          </a:xfrm>
        </p:spPr>
        <p:txBody>
          <a:bodyPr anchor="b"/>
          <a:lstStyle>
            <a:lvl1pPr>
              <a:defRPr sz="152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059" y="469027"/>
            <a:ext cx="5443270" cy="2314972"/>
          </a:xfrm>
        </p:spPr>
        <p:txBody>
          <a:bodyPr anchor="t"/>
          <a:lstStyle>
            <a:lvl1pPr marL="0" indent="0">
              <a:buNone/>
              <a:defRPr sz="1520"/>
            </a:lvl1pPr>
            <a:lvl2pPr marL="217170" indent="0">
              <a:buNone/>
              <a:defRPr sz="1330"/>
            </a:lvl2pPr>
            <a:lvl3pPr marL="434340" indent="0">
              <a:buNone/>
              <a:defRPr sz="1140"/>
            </a:lvl3pPr>
            <a:lvl4pPr marL="651510" indent="0">
              <a:buNone/>
              <a:defRPr sz="950"/>
            </a:lvl4pPr>
            <a:lvl5pPr marL="868680" indent="0">
              <a:buNone/>
              <a:defRPr sz="950"/>
            </a:lvl5pPr>
            <a:lvl6pPr marL="1085850" indent="0">
              <a:buNone/>
              <a:defRPr sz="950"/>
            </a:lvl6pPr>
            <a:lvl7pPr marL="1303020" indent="0">
              <a:buNone/>
              <a:defRPr sz="950"/>
            </a:lvl7pPr>
            <a:lvl8pPr marL="1520190" indent="0">
              <a:buNone/>
              <a:defRPr sz="950"/>
            </a:lvl8pPr>
            <a:lvl9pPr marL="1737360" indent="0">
              <a:buNone/>
              <a:defRPr sz="95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977265"/>
            <a:ext cx="3467844" cy="1810504"/>
          </a:xfrm>
        </p:spPr>
        <p:txBody>
          <a:bodyPr/>
          <a:lstStyle>
            <a:lvl1pPr marL="0" indent="0">
              <a:buNone/>
              <a:defRPr sz="760"/>
            </a:lvl1pPr>
            <a:lvl2pPr marL="217170" indent="0">
              <a:buNone/>
              <a:defRPr sz="665"/>
            </a:lvl2pPr>
            <a:lvl3pPr marL="434340" indent="0">
              <a:buNone/>
              <a:defRPr sz="570"/>
            </a:lvl3pPr>
            <a:lvl4pPr marL="651510" indent="0">
              <a:buNone/>
              <a:defRPr sz="475"/>
            </a:lvl4pPr>
            <a:lvl5pPr marL="868680" indent="0">
              <a:buNone/>
              <a:defRPr sz="475"/>
            </a:lvl5pPr>
            <a:lvl6pPr marL="1085850" indent="0">
              <a:buNone/>
              <a:defRPr sz="475"/>
            </a:lvl6pPr>
            <a:lvl7pPr marL="1303020" indent="0">
              <a:buNone/>
              <a:defRPr sz="475"/>
            </a:lvl7pPr>
            <a:lvl8pPr marL="1520190" indent="0">
              <a:buNone/>
              <a:defRPr sz="475"/>
            </a:lvl8pPr>
            <a:lvl9pPr marL="1737360" indent="0">
              <a:buNone/>
              <a:defRPr sz="4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9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13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4499" y="173434"/>
            <a:ext cx="2318430" cy="276062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209" y="173434"/>
            <a:ext cx="6820888" cy="276062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8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210" y="173435"/>
            <a:ext cx="9273719" cy="629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210" y="867172"/>
            <a:ext cx="9273719" cy="206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210" y="3019267"/>
            <a:ext cx="2419231" cy="17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646" y="3019267"/>
            <a:ext cx="3628847" cy="17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93697" y="3019267"/>
            <a:ext cx="2419231" cy="17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37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4340" rtl="0" eaLnBrk="1" latinLnBrk="0" hangingPunct="1">
        <a:lnSpc>
          <a:spcPct val="90000"/>
        </a:lnSpc>
        <a:spcBef>
          <a:spcPct val="0"/>
        </a:spcBef>
        <a:buNone/>
        <a:defRPr sz="20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585" indent="-108585" algn="l" defTabSz="43434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330" kern="1200">
          <a:solidFill>
            <a:schemeClr val="tx1"/>
          </a:solidFill>
          <a:latin typeface="+mn-lt"/>
          <a:ea typeface="+mn-ea"/>
          <a:cs typeface="+mn-cs"/>
        </a:defRPr>
      </a:lvl1pPr>
      <a:lvl2pPr marL="32575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3pPr>
      <a:lvl4pPr marL="76009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4pPr>
      <a:lvl5pPr marL="97726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5pPr>
      <a:lvl6pPr marL="119443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6pPr>
      <a:lvl7pPr marL="141160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7pPr>
      <a:lvl8pPr marL="162877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8pPr>
      <a:lvl9pPr marL="184594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1pPr>
      <a:lvl2pPr marL="21717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2pPr>
      <a:lvl3pPr marL="43434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5pPr>
      <a:lvl6pPr marL="108585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6pPr>
      <a:lvl7pPr marL="130302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7pPr>
      <a:lvl8pPr marL="152019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8pPr>
      <a:lvl9pPr marL="173736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9">
            <a:extLst>
              <a:ext uri="{FF2B5EF4-FFF2-40B4-BE49-F238E27FC236}">
                <a16:creationId xmlns:a16="http://schemas.microsoft.com/office/drawing/2014/main" id="{29BC0AA6-3525-45C9-B4A1-4B72B3474E79}"/>
              </a:ext>
            </a:extLst>
          </p:cNvPr>
          <p:cNvCxnSpPr/>
          <p:nvPr/>
        </p:nvCxnSpPr>
        <p:spPr>
          <a:xfrm>
            <a:off x="1371696" y="1251158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0">
            <a:extLst>
              <a:ext uri="{FF2B5EF4-FFF2-40B4-BE49-F238E27FC236}">
                <a16:creationId xmlns:a16="http://schemas.microsoft.com/office/drawing/2014/main" id="{FDAC0096-5BDE-7E93-3830-D20FD4204913}"/>
              </a:ext>
            </a:extLst>
          </p:cNvPr>
          <p:cNvSpPr txBox="1"/>
          <p:nvPr/>
        </p:nvSpPr>
        <p:spPr>
          <a:xfrm>
            <a:off x="344760" y="1066492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 A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7" name="Straight Arrow Connector 11">
            <a:extLst>
              <a:ext uri="{FF2B5EF4-FFF2-40B4-BE49-F238E27FC236}">
                <a16:creationId xmlns:a16="http://schemas.microsoft.com/office/drawing/2014/main" id="{A88134FB-C7F9-A9E8-8FCD-294DD4E53A26}"/>
              </a:ext>
            </a:extLst>
          </p:cNvPr>
          <p:cNvCxnSpPr/>
          <p:nvPr/>
        </p:nvCxnSpPr>
        <p:spPr>
          <a:xfrm>
            <a:off x="1371696" y="1816763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2">
            <a:extLst>
              <a:ext uri="{FF2B5EF4-FFF2-40B4-BE49-F238E27FC236}">
                <a16:creationId xmlns:a16="http://schemas.microsoft.com/office/drawing/2014/main" id="{7896C9B0-1807-1BB4-35A2-5287C2667E79}"/>
              </a:ext>
            </a:extLst>
          </p:cNvPr>
          <p:cNvSpPr txBox="1"/>
          <p:nvPr/>
        </p:nvSpPr>
        <p:spPr>
          <a:xfrm>
            <a:off x="344760" y="1632097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 B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9" name="Straight Arrow Connector 13">
            <a:extLst>
              <a:ext uri="{FF2B5EF4-FFF2-40B4-BE49-F238E27FC236}">
                <a16:creationId xmlns:a16="http://schemas.microsoft.com/office/drawing/2014/main" id="{260701D4-7C2A-2130-DC3F-C3AA75E38A7E}"/>
              </a:ext>
            </a:extLst>
          </p:cNvPr>
          <p:cNvCxnSpPr/>
          <p:nvPr/>
        </p:nvCxnSpPr>
        <p:spPr>
          <a:xfrm>
            <a:off x="1371696" y="2478892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14">
            <a:extLst>
              <a:ext uri="{FF2B5EF4-FFF2-40B4-BE49-F238E27FC236}">
                <a16:creationId xmlns:a16="http://schemas.microsoft.com/office/drawing/2014/main" id="{FACA6DF1-7A7C-4145-D405-E468AFAE8139}"/>
              </a:ext>
            </a:extLst>
          </p:cNvPr>
          <p:cNvSpPr txBox="1"/>
          <p:nvPr/>
        </p:nvSpPr>
        <p:spPr>
          <a:xfrm>
            <a:off x="220700" y="229705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Calculate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" name="Rectangle: Rounded Corners 15">
            <a:extLst>
              <a:ext uri="{FF2B5EF4-FFF2-40B4-BE49-F238E27FC236}">
                <a16:creationId xmlns:a16="http://schemas.microsoft.com/office/drawing/2014/main" id="{47CA65D5-53CE-D3E5-AF79-D20BA2BED42C}"/>
              </a:ext>
            </a:extLst>
          </p:cNvPr>
          <p:cNvSpPr/>
          <p:nvPr/>
        </p:nvSpPr>
        <p:spPr>
          <a:xfrm>
            <a:off x="1450512" y="1066492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0</a:t>
            </a:r>
          </a:p>
        </p:txBody>
      </p:sp>
      <p:sp>
        <p:nvSpPr>
          <p:cNvPr id="62" name="Rectangle: Rounded Corners 16">
            <a:extLst>
              <a:ext uri="{FF2B5EF4-FFF2-40B4-BE49-F238E27FC236}">
                <a16:creationId xmlns:a16="http://schemas.microsoft.com/office/drawing/2014/main" id="{13403F76-116C-03FB-6861-88A08FCA5105}"/>
              </a:ext>
            </a:extLst>
          </p:cNvPr>
          <p:cNvSpPr/>
          <p:nvPr/>
        </p:nvSpPr>
        <p:spPr>
          <a:xfrm>
            <a:off x="1635101" y="1632113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0</a:t>
            </a:r>
          </a:p>
        </p:txBody>
      </p:sp>
      <p:sp>
        <p:nvSpPr>
          <p:cNvPr id="63" name="Rectangle: Rounded Corners 17">
            <a:extLst>
              <a:ext uri="{FF2B5EF4-FFF2-40B4-BE49-F238E27FC236}">
                <a16:creationId xmlns:a16="http://schemas.microsoft.com/office/drawing/2014/main" id="{81ACAE61-83FA-4E86-5FBB-274581AF3501}"/>
              </a:ext>
            </a:extLst>
          </p:cNvPr>
          <p:cNvSpPr/>
          <p:nvPr/>
        </p:nvSpPr>
        <p:spPr>
          <a:xfrm>
            <a:off x="2668563" y="2297086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0</a:t>
            </a:r>
          </a:p>
        </p:txBody>
      </p:sp>
      <p:sp>
        <p:nvSpPr>
          <p:cNvPr id="64" name="Rectangle: Rounded Corners 18">
            <a:extLst>
              <a:ext uri="{FF2B5EF4-FFF2-40B4-BE49-F238E27FC236}">
                <a16:creationId xmlns:a16="http://schemas.microsoft.com/office/drawing/2014/main" id="{793DBA52-1B06-E618-23D4-282FB8C8007A}"/>
              </a:ext>
            </a:extLst>
          </p:cNvPr>
          <p:cNvSpPr/>
          <p:nvPr/>
        </p:nvSpPr>
        <p:spPr>
          <a:xfrm>
            <a:off x="4619410" y="2341170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1</a:t>
            </a:r>
          </a:p>
        </p:txBody>
      </p:sp>
      <p:sp>
        <p:nvSpPr>
          <p:cNvPr id="65" name="Rectangle: Rounded Corners 19">
            <a:extLst>
              <a:ext uri="{FF2B5EF4-FFF2-40B4-BE49-F238E27FC236}">
                <a16:creationId xmlns:a16="http://schemas.microsoft.com/office/drawing/2014/main" id="{A635FD7A-DE66-5C16-28DD-D0A28F63975A}"/>
              </a:ext>
            </a:extLst>
          </p:cNvPr>
          <p:cNvSpPr/>
          <p:nvPr/>
        </p:nvSpPr>
        <p:spPr>
          <a:xfrm>
            <a:off x="6528141" y="2337376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2</a:t>
            </a:r>
          </a:p>
        </p:txBody>
      </p:sp>
      <p:sp>
        <p:nvSpPr>
          <p:cNvPr id="66" name="Rectangle: Rounded Corners 20">
            <a:extLst>
              <a:ext uri="{FF2B5EF4-FFF2-40B4-BE49-F238E27FC236}">
                <a16:creationId xmlns:a16="http://schemas.microsoft.com/office/drawing/2014/main" id="{FE99ED8C-5DBE-349F-728B-1FB555CC5318}"/>
              </a:ext>
            </a:extLst>
          </p:cNvPr>
          <p:cNvSpPr/>
          <p:nvPr/>
        </p:nvSpPr>
        <p:spPr>
          <a:xfrm>
            <a:off x="3362768" y="1069621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1</a:t>
            </a:r>
          </a:p>
        </p:txBody>
      </p:sp>
      <p:sp>
        <p:nvSpPr>
          <p:cNvPr id="67" name="Rectangle: Rounded Corners 21">
            <a:extLst>
              <a:ext uri="{FF2B5EF4-FFF2-40B4-BE49-F238E27FC236}">
                <a16:creationId xmlns:a16="http://schemas.microsoft.com/office/drawing/2014/main" id="{4F322C96-42D2-EF04-8C94-963688F7B993}"/>
              </a:ext>
            </a:extLst>
          </p:cNvPr>
          <p:cNvSpPr/>
          <p:nvPr/>
        </p:nvSpPr>
        <p:spPr>
          <a:xfrm>
            <a:off x="3567971" y="1632097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1</a:t>
            </a:r>
          </a:p>
        </p:txBody>
      </p:sp>
      <p:cxnSp>
        <p:nvCxnSpPr>
          <p:cNvPr id="68" name="Straight Arrow Connector 23">
            <a:extLst>
              <a:ext uri="{FF2B5EF4-FFF2-40B4-BE49-F238E27FC236}">
                <a16:creationId xmlns:a16="http://schemas.microsoft.com/office/drawing/2014/main" id="{DF4AD658-E684-DE5A-642F-44DEB1667063}"/>
              </a:ext>
            </a:extLst>
          </p:cNvPr>
          <p:cNvCxnSpPr/>
          <p:nvPr/>
        </p:nvCxnSpPr>
        <p:spPr>
          <a:xfrm>
            <a:off x="1367168" y="613595"/>
            <a:ext cx="892202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24">
            <a:extLst>
              <a:ext uri="{FF2B5EF4-FFF2-40B4-BE49-F238E27FC236}">
                <a16:creationId xmlns:a16="http://schemas.microsoft.com/office/drawing/2014/main" id="{AB18AB69-937F-3A65-BCF7-E26D4E57F599}"/>
              </a:ext>
            </a:extLst>
          </p:cNvPr>
          <p:cNvSpPr txBox="1"/>
          <p:nvPr/>
        </p:nvSpPr>
        <p:spPr>
          <a:xfrm>
            <a:off x="5139145" y="267960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Time</a:t>
            </a:r>
            <a:endParaRPr lang="en-US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" name="Rectangle: Rounded Corners 25">
            <a:extLst>
              <a:ext uri="{FF2B5EF4-FFF2-40B4-BE49-F238E27FC236}">
                <a16:creationId xmlns:a16="http://schemas.microsoft.com/office/drawing/2014/main" id="{B0501A06-85D5-EC3E-8EA4-E5BD913AEE87}"/>
              </a:ext>
            </a:extLst>
          </p:cNvPr>
          <p:cNvSpPr/>
          <p:nvPr/>
        </p:nvSpPr>
        <p:spPr>
          <a:xfrm>
            <a:off x="5478004" y="1068580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2</a:t>
            </a:r>
          </a:p>
        </p:txBody>
      </p:sp>
      <p:sp>
        <p:nvSpPr>
          <p:cNvPr id="71" name="Rectangle: Rounded Corners 26">
            <a:extLst>
              <a:ext uri="{FF2B5EF4-FFF2-40B4-BE49-F238E27FC236}">
                <a16:creationId xmlns:a16="http://schemas.microsoft.com/office/drawing/2014/main" id="{6DBECAAB-2229-5730-3E03-29F2A2ABE70D}"/>
              </a:ext>
            </a:extLst>
          </p:cNvPr>
          <p:cNvSpPr/>
          <p:nvPr/>
        </p:nvSpPr>
        <p:spPr>
          <a:xfrm>
            <a:off x="5317523" y="1632097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2</a:t>
            </a:r>
          </a:p>
        </p:txBody>
      </p:sp>
      <p:cxnSp>
        <p:nvCxnSpPr>
          <p:cNvPr id="72" name="Straight Connector 7">
            <a:extLst>
              <a:ext uri="{FF2B5EF4-FFF2-40B4-BE49-F238E27FC236}">
                <a16:creationId xmlns:a16="http://schemas.microsoft.com/office/drawing/2014/main" id="{07B0C8F3-7F50-C684-C227-9913FE21203E}"/>
              </a:ext>
            </a:extLst>
          </p:cNvPr>
          <p:cNvCxnSpPr>
            <a:cxnSpLocks/>
          </p:cNvCxnSpPr>
          <p:nvPr/>
        </p:nvCxnSpPr>
        <p:spPr>
          <a:xfrm>
            <a:off x="2665661" y="846473"/>
            <a:ext cx="0" cy="2084832"/>
          </a:xfrm>
          <a:prstGeom prst="line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27">
            <a:extLst>
              <a:ext uri="{FF2B5EF4-FFF2-40B4-BE49-F238E27FC236}">
                <a16:creationId xmlns:a16="http://schemas.microsoft.com/office/drawing/2014/main" id="{6458BC55-6647-0858-30AC-4373DAED28F9}"/>
              </a:ext>
            </a:extLst>
          </p:cNvPr>
          <p:cNvCxnSpPr>
            <a:cxnSpLocks/>
          </p:cNvCxnSpPr>
          <p:nvPr/>
        </p:nvCxnSpPr>
        <p:spPr>
          <a:xfrm>
            <a:off x="3337642" y="846473"/>
            <a:ext cx="0" cy="2084832"/>
          </a:xfrm>
          <a:prstGeom prst="line">
            <a:avLst/>
          </a:prstGeom>
          <a:ln w="381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28">
            <a:extLst>
              <a:ext uri="{FF2B5EF4-FFF2-40B4-BE49-F238E27FC236}">
                <a16:creationId xmlns:a16="http://schemas.microsoft.com/office/drawing/2014/main" id="{805822C3-E33B-7C5A-AD8B-F6BBF60F7E06}"/>
              </a:ext>
            </a:extLst>
          </p:cNvPr>
          <p:cNvCxnSpPr>
            <a:cxnSpLocks/>
          </p:cNvCxnSpPr>
          <p:nvPr/>
        </p:nvCxnSpPr>
        <p:spPr>
          <a:xfrm>
            <a:off x="4599347" y="846473"/>
            <a:ext cx="0" cy="2084832"/>
          </a:xfrm>
          <a:prstGeom prst="line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29">
            <a:extLst>
              <a:ext uri="{FF2B5EF4-FFF2-40B4-BE49-F238E27FC236}">
                <a16:creationId xmlns:a16="http://schemas.microsoft.com/office/drawing/2014/main" id="{C1940C83-24AE-9FF5-F24D-7531BAA557F2}"/>
              </a:ext>
            </a:extLst>
          </p:cNvPr>
          <p:cNvCxnSpPr>
            <a:cxnSpLocks/>
          </p:cNvCxnSpPr>
          <p:nvPr/>
        </p:nvCxnSpPr>
        <p:spPr>
          <a:xfrm>
            <a:off x="5292670" y="846473"/>
            <a:ext cx="0" cy="2084832"/>
          </a:xfrm>
          <a:prstGeom prst="line">
            <a:avLst/>
          </a:prstGeom>
          <a:ln w="381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30">
            <a:extLst>
              <a:ext uri="{FF2B5EF4-FFF2-40B4-BE49-F238E27FC236}">
                <a16:creationId xmlns:a16="http://schemas.microsoft.com/office/drawing/2014/main" id="{3BB20BA4-9F40-0994-0D0C-0073A5481571}"/>
              </a:ext>
            </a:extLst>
          </p:cNvPr>
          <p:cNvCxnSpPr>
            <a:cxnSpLocks/>
          </p:cNvCxnSpPr>
          <p:nvPr/>
        </p:nvCxnSpPr>
        <p:spPr>
          <a:xfrm>
            <a:off x="6508564" y="837329"/>
            <a:ext cx="0" cy="2084832"/>
          </a:xfrm>
          <a:prstGeom prst="line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55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9" grpId="0"/>
      <p:bldP spid="70" grpId="0" animBg="1"/>
      <p:bldP spid="71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30</Words>
  <Application>Microsoft Office PowerPoint</Application>
  <PresentationFormat>自定义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 </vt:lpstr>
      <vt:lpstr>等线</vt:lpstr>
      <vt:lpstr>等线 Light</vt:lpstr>
      <vt:lpstr>Microsoft YaHei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Zhang(Peter)</dc:creator>
  <cp:lastModifiedBy>Xi Zhang(Peter)</cp:lastModifiedBy>
  <cp:revision>2</cp:revision>
  <dcterms:created xsi:type="dcterms:W3CDTF">2024-02-29T05:44:25Z</dcterms:created>
  <dcterms:modified xsi:type="dcterms:W3CDTF">2024-02-29T05:57:48Z</dcterms:modified>
</cp:coreProperties>
</file>