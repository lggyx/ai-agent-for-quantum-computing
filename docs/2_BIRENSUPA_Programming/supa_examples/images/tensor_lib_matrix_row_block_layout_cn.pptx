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448800" cy="3475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1100" y="568716"/>
            <a:ext cx="7086600" cy="1209828"/>
          </a:xfrm>
        </p:spPr>
        <p:txBody>
          <a:bodyPr anchor="b"/>
          <a:lstStyle>
            <a:lvl1pPr algn="ctr"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1100" y="1825200"/>
            <a:ext cx="7086600" cy="838996"/>
          </a:xfrm>
        </p:spPr>
        <p:txBody>
          <a:bodyPr/>
          <a:lstStyle>
            <a:lvl1pPr marL="0" indent="0" algn="ctr">
              <a:buNone/>
              <a:defRPr sz="1216"/>
            </a:lvl1pPr>
            <a:lvl2pPr marL="231663" indent="0" algn="ctr">
              <a:buNone/>
              <a:defRPr sz="1013"/>
            </a:lvl2pPr>
            <a:lvl3pPr marL="463326" indent="0" algn="ctr">
              <a:buNone/>
              <a:defRPr sz="912"/>
            </a:lvl3pPr>
            <a:lvl4pPr marL="694990" indent="0" algn="ctr">
              <a:buNone/>
              <a:defRPr sz="811"/>
            </a:lvl4pPr>
            <a:lvl5pPr marL="926653" indent="0" algn="ctr">
              <a:buNone/>
              <a:defRPr sz="811"/>
            </a:lvl5pPr>
            <a:lvl6pPr marL="1158316" indent="0" algn="ctr">
              <a:buNone/>
              <a:defRPr sz="811"/>
            </a:lvl6pPr>
            <a:lvl7pPr marL="1389979" indent="0" algn="ctr">
              <a:buNone/>
              <a:defRPr sz="811"/>
            </a:lvl7pPr>
            <a:lvl8pPr marL="1621643" indent="0" algn="ctr">
              <a:buNone/>
              <a:defRPr sz="811"/>
            </a:lvl8pPr>
            <a:lvl9pPr marL="1853306" indent="0" algn="ctr">
              <a:buNone/>
              <a:defRPr sz="8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2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22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684" y="866347"/>
            <a:ext cx="8149590" cy="1445519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684" y="2325541"/>
            <a:ext cx="8149590" cy="760164"/>
          </a:xfrm>
        </p:spPr>
        <p:txBody>
          <a:bodyPr/>
          <a:lstStyle>
            <a:lvl1pPr marL="0" indent="0">
              <a:buNone/>
              <a:defRPr sz="1216">
                <a:solidFill>
                  <a:schemeClr val="tx1">
                    <a:tint val="75000"/>
                  </a:schemeClr>
                </a:solidFill>
              </a:defRPr>
            </a:lvl1pPr>
            <a:lvl2pPr marL="231663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463326" indent="0">
              <a:buNone/>
              <a:defRPr sz="912">
                <a:solidFill>
                  <a:schemeClr val="tx1">
                    <a:tint val="75000"/>
                  </a:schemeClr>
                </a:solidFill>
              </a:defRPr>
            </a:lvl3pPr>
            <a:lvl4pPr marL="694990" indent="0">
              <a:buNone/>
              <a:defRPr sz="811">
                <a:solidFill>
                  <a:schemeClr val="tx1">
                    <a:tint val="75000"/>
                  </a:schemeClr>
                </a:solidFill>
              </a:defRPr>
            </a:lvl4pPr>
            <a:lvl5pPr marL="926653" indent="0">
              <a:buNone/>
              <a:defRPr sz="811">
                <a:solidFill>
                  <a:schemeClr val="tx1">
                    <a:tint val="75000"/>
                  </a:schemeClr>
                </a:solidFill>
              </a:defRPr>
            </a:lvl5pPr>
            <a:lvl6pPr marL="1158316" indent="0">
              <a:buNone/>
              <a:defRPr sz="811">
                <a:solidFill>
                  <a:schemeClr val="tx1">
                    <a:tint val="75000"/>
                  </a:schemeClr>
                </a:solidFill>
              </a:defRPr>
            </a:lvl6pPr>
            <a:lvl7pPr marL="1389979" indent="0">
              <a:buNone/>
              <a:defRPr sz="811">
                <a:solidFill>
                  <a:schemeClr val="tx1">
                    <a:tint val="75000"/>
                  </a:schemeClr>
                </a:solidFill>
              </a:defRPr>
            </a:lvl7pPr>
            <a:lvl8pPr marL="1621643" indent="0">
              <a:buNone/>
              <a:defRPr sz="811">
                <a:solidFill>
                  <a:schemeClr val="tx1">
                    <a:tint val="75000"/>
                  </a:schemeClr>
                </a:solidFill>
              </a:defRPr>
            </a:lvl8pPr>
            <a:lvl9pPr marL="1853306" indent="0">
              <a:buNone/>
              <a:defRPr sz="8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4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9605" y="925068"/>
            <a:ext cx="4015740" cy="220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3455" y="925068"/>
            <a:ext cx="4015740" cy="220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3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36" y="185014"/>
            <a:ext cx="8149590" cy="67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36" y="851867"/>
            <a:ext cx="3997285" cy="417487"/>
          </a:xfrm>
        </p:spPr>
        <p:txBody>
          <a:bodyPr anchor="b"/>
          <a:lstStyle>
            <a:lvl1pPr marL="0" indent="0">
              <a:buNone/>
              <a:defRPr sz="1216" b="1"/>
            </a:lvl1pPr>
            <a:lvl2pPr marL="231663" indent="0">
              <a:buNone/>
              <a:defRPr sz="1013" b="1"/>
            </a:lvl2pPr>
            <a:lvl3pPr marL="463326" indent="0">
              <a:buNone/>
              <a:defRPr sz="912" b="1"/>
            </a:lvl3pPr>
            <a:lvl4pPr marL="694990" indent="0">
              <a:buNone/>
              <a:defRPr sz="811" b="1"/>
            </a:lvl4pPr>
            <a:lvl5pPr marL="926653" indent="0">
              <a:buNone/>
              <a:defRPr sz="811" b="1"/>
            </a:lvl5pPr>
            <a:lvl6pPr marL="1158316" indent="0">
              <a:buNone/>
              <a:defRPr sz="811" b="1"/>
            </a:lvl6pPr>
            <a:lvl7pPr marL="1389979" indent="0">
              <a:buNone/>
              <a:defRPr sz="811" b="1"/>
            </a:lvl7pPr>
            <a:lvl8pPr marL="1621643" indent="0">
              <a:buNone/>
              <a:defRPr sz="811" b="1"/>
            </a:lvl8pPr>
            <a:lvl9pPr marL="1853306" indent="0">
              <a:buNone/>
              <a:defRPr sz="8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36" y="1269354"/>
            <a:ext cx="3997285" cy="1867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3455" y="851867"/>
            <a:ext cx="4016971" cy="417487"/>
          </a:xfrm>
        </p:spPr>
        <p:txBody>
          <a:bodyPr anchor="b"/>
          <a:lstStyle>
            <a:lvl1pPr marL="0" indent="0">
              <a:buNone/>
              <a:defRPr sz="1216" b="1"/>
            </a:lvl1pPr>
            <a:lvl2pPr marL="231663" indent="0">
              <a:buNone/>
              <a:defRPr sz="1013" b="1"/>
            </a:lvl2pPr>
            <a:lvl3pPr marL="463326" indent="0">
              <a:buNone/>
              <a:defRPr sz="912" b="1"/>
            </a:lvl3pPr>
            <a:lvl4pPr marL="694990" indent="0">
              <a:buNone/>
              <a:defRPr sz="811" b="1"/>
            </a:lvl4pPr>
            <a:lvl5pPr marL="926653" indent="0">
              <a:buNone/>
              <a:defRPr sz="811" b="1"/>
            </a:lvl5pPr>
            <a:lvl6pPr marL="1158316" indent="0">
              <a:buNone/>
              <a:defRPr sz="811" b="1"/>
            </a:lvl6pPr>
            <a:lvl7pPr marL="1389979" indent="0">
              <a:buNone/>
              <a:defRPr sz="811" b="1"/>
            </a:lvl7pPr>
            <a:lvl8pPr marL="1621643" indent="0">
              <a:buNone/>
              <a:defRPr sz="811" b="1"/>
            </a:lvl8pPr>
            <a:lvl9pPr marL="1853306" indent="0">
              <a:buNone/>
              <a:defRPr sz="8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3455" y="1269354"/>
            <a:ext cx="4016971" cy="1867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9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5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36" y="231669"/>
            <a:ext cx="3047484" cy="810842"/>
          </a:xfrm>
        </p:spPr>
        <p:txBody>
          <a:bodyPr anchor="b"/>
          <a:lstStyle>
            <a:lvl1pPr>
              <a:defRPr sz="16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6971" y="500342"/>
            <a:ext cx="4783455" cy="2469529"/>
          </a:xfrm>
        </p:spPr>
        <p:txBody>
          <a:bodyPr/>
          <a:lstStyle>
            <a:lvl1pPr>
              <a:defRPr sz="1621"/>
            </a:lvl1pPr>
            <a:lvl2pPr>
              <a:defRPr sz="1419"/>
            </a:lvl2pPr>
            <a:lvl3pPr>
              <a:defRPr sz="1216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36" y="1042512"/>
            <a:ext cx="3047484" cy="1931381"/>
          </a:xfrm>
        </p:spPr>
        <p:txBody>
          <a:bodyPr/>
          <a:lstStyle>
            <a:lvl1pPr marL="0" indent="0">
              <a:buNone/>
              <a:defRPr sz="811"/>
            </a:lvl1pPr>
            <a:lvl2pPr marL="231663" indent="0">
              <a:buNone/>
              <a:defRPr sz="709"/>
            </a:lvl2pPr>
            <a:lvl3pPr marL="463326" indent="0">
              <a:buNone/>
              <a:defRPr sz="608"/>
            </a:lvl3pPr>
            <a:lvl4pPr marL="694990" indent="0">
              <a:buNone/>
              <a:defRPr sz="507"/>
            </a:lvl4pPr>
            <a:lvl5pPr marL="926653" indent="0">
              <a:buNone/>
              <a:defRPr sz="507"/>
            </a:lvl5pPr>
            <a:lvl6pPr marL="1158316" indent="0">
              <a:buNone/>
              <a:defRPr sz="507"/>
            </a:lvl6pPr>
            <a:lvl7pPr marL="1389979" indent="0">
              <a:buNone/>
              <a:defRPr sz="507"/>
            </a:lvl7pPr>
            <a:lvl8pPr marL="1621643" indent="0">
              <a:buNone/>
              <a:defRPr sz="507"/>
            </a:lvl8pPr>
            <a:lvl9pPr marL="1853306" indent="0">
              <a:buNone/>
              <a:defRPr sz="5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5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36" y="231669"/>
            <a:ext cx="3047484" cy="810842"/>
          </a:xfrm>
        </p:spPr>
        <p:txBody>
          <a:bodyPr anchor="b"/>
          <a:lstStyle>
            <a:lvl1pPr>
              <a:defRPr sz="16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6971" y="500342"/>
            <a:ext cx="4783455" cy="2469529"/>
          </a:xfrm>
        </p:spPr>
        <p:txBody>
          <a:bodyPr anchor="t"/>
          <a:lstStyle>
            <a:lvl1pPr marL="0" indent="0">
              <a:buNone/>
              <a:defRPr sz="1621"/>
            </a:lvl1pPr>
            <a:lvl2pPr marL="231663" indent="0">
              <a:buNone/>
              <a:defRPr sz="1419"/>
            </a:lvl2pPr>
            <a:lvl3pPr marL="463326" indent="0">
              <a:buNone/>
              <a:defRPr sz="1216"/>
            </a:lvl3pPr>
            <a:lvl4pPr marL="694990" indent="0">
              <a:buNone/>
              <a:defRPr sz="1013"/>
            </a:lvl4pPr>
            <a:lvl5pPr marL="926653" indent="0">
              <a:buNone/>
              <a:defRPr sz="1013"/>
            </a:lvl5pPr>
            <a:lvl6pPr marL="1158316" indent="0">
              <a:buNone/>
              <a:defRPr sz="1013"/>
            </a:lvl6pPr>
            <a:lvl7pPr marL="1389979" indent="0">
              <a:buNone/>
              <a:defRPr sz="1013"/>
            </a:lvl7pPr>
            <a:lvl8pPr marL="1621643" indent="0">
              <a:buNone/>
              <a:defRPr sz="1013"/>
            </a:lvl8pPr>
            <a:lvl9pPr marL="1853306" indent="0">
              <a:buNone/>
              <a:defRPr sz="10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36" y="1042512"/>
            <a:ext cx="3047484" cy="1931381"/>
          </a:xfrm>
        </p:spPr>
        <p:txBody>
          <a:bodyPr/>
          <a:lstStyle>
            <a:lvl1pPr marL="0" indent="0">
              <a:buNone/>
              <a:defRPr sz="811"/>
            </a:lvl1pPr>
            <a:lvl2pPr marL="231663" indent="0">
              <a:buNone/>
              <a:defRPr sz="709"/>
            </a:lvl2pPr>
            <a:lvl3pPr marL="463326" indent="0">
              <a:buNone/>
              <a:defRPr sz="608"/>
            </a:lvl3pPr>
            <a:lvl4pPr marL="694990" indent="0">
              <a:buNone/>
              <a:defRPr sz="507"/>
            </a:lvl4pPr>
            <a:lvl5pPr marL="926653" indent="0">
              <a:buNone/>
              <a:defRPr sz="507"/>
            </a:lvl5pPr>
            <a:lvl6pPr marL="1158316" indent="0">
              <a:buNone/>
              <a:defRPr sz="507"/>
            </a:lvl6pPr>
            <a:lvl7pPr marL="1389979" indent="0">
              <a:buNone/>
              <a:defRPr sz="507"/>
            </a:lvl7pPr>
            <a:lvl8pPr marL="1621643" indent="0">
              <a:buNone/>
              <a:defRPr sz="507"/>
            </a:lvl8pPr>
            <a:lvl9pPr marL="1853306" indent="0">
              <a:buNone/>
              <a:defRPr sz="5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6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2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1797" y="185014"/>
            <a:ext cx="2037398" cy="29449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9605" y="185014"/>
            <a:ext cx="5994083" cy="2944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1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605" y="185014"/>
            <a:ext cx="8149590" cy="671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605" y="925068"/>
            <a:ext cx="8149590" cy="220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9605" y="3220845"/>
            <a:ext cx="2125980" cy="185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28046-9293-4D4D-97CD-5B4E494CA3B7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9915" y="3220845"/>
            <a:ext cx="3188970" cy="185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73215" y="3220845"/>
            <a:ext cx="2125980" cy="185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3AD35-29D2-447A-ACFC-A9141167F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4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63326" rtl="0" eaLnBrk="1" latinLnBrk="0" hangingPunct="1">
        <a:lnSpc>
          <a:spcPct val="90000"/>
        </a:lnSpc>
        <a:spcBef>
          <a:spcPct val="0"/>
        </a:spcBef>
        <a:buNone/>
        <a:defRPr sz="22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832" indent="-115832" algn="l" defTabSz="463326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419" kern="1200">
          <a:solidFill>
            <a:schemeClr val="tx1"/>
          </a:solidFill>
          <a:latin typeface="+mn-lt"/>
          <a:ea typeface="+mn-ea"/>
          <a:cs typeface="+mn-cs"/>
        </a:defRPr>
      </a:lvl1pPr>
      <a:lvl2pPr marL="347495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1216" kern="1200">
          <a:solidFill>
            <a:schemeClr val="tx1"/>
          </a:solidFill>
          <a:latin typeface="+mn-lt"/>
          <a:ea typeface="+mn-ea"/>
          <a:cs typeface="+mn-cs"/>
        </a:defRPr>
      </a:lvl2pPr>
      <a:lvl3pPr marL="579158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810821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4pPr>
      <a:lvl5pPr marL="1042485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5pPr>
      <a:lvl6pPr marL="1274148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6pPr>
      <a:lvl7pPr marL="1505811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7pPr>
      <a:lvl8pPr marL="1737474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8pPr>
      <a:lvl9pPr marL="1969138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1pPr>
      <a:lvl2pPr marL="231663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2pPr>
      <a:lvl3pPr marL="463326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3pPr>
      <a:lvl4pPr marL="694990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4pPr>
      <a:lvl5pPr marL="926653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5pPr>
      <a:lvl6pPr marL="1158316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6pPr>
      <a:lvl7pPr marL="1389979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7pPr>
      <a:lvl8pPr marL="1621643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8pPr>
      <a:lvl9pPr marL="1853306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7868DA-23AE-4F14-A44C-E3669B56D4A6}"/>
              </a:ext>
            </a:extLst>
          </p:cNvPr>
          <p:cNvSpPr txBox="1"/>
          <p:nvPr/>
        </p:nvSpPr>
        <p:spPr>
          <a:xfrm>
            <a:off x="3805035" y="92869"/>
            <a:ext cx="18113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数据块映射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9F7F8C-2608-4942-9D76-4BA0001D4B19}"/>
              </a:ext>
            </a:extLst>
          </p:cNvPr>
          <p:cNvCxnSpPr>
            <a:cxnSpLocks/>
          </p:cNvCxnSpPr>
          <p:nvPr/>
        </p:nvCxnSpPr>
        <p:spPr>
          <a:xfrm>
            <a:off x="3923817" y="619364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F0C3F3-7075-4A0A-843C-6D92394B42B0}"/>
              </a:ext>
            </a:extLst>
          </p:cNvPr>
          <p:cNvSpPr txBox="1"/>
          <p:nvPr/>
        </p:nvSpPr>
        <p:spPr>
          <a:xfrm>
            <a:off x="4353308" y="50061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28ED76-16DD-47E4-B226-11EDFF696D3A}"/>
              </a:ext>
            </a:extLst>
          </p:cNvPr>
          <p:cNvCxnSpPr>
            <a:cxnSpLocks/>
          </p:cNvCxnSpPr>
          <p:nvPr/>
        </p:nvCxnSpPr>
        <p:spPr>
          <a:xfrm>
            <a:off x="3789081" y="746832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94B7F0-70D5-493D-8B05-6DF3BBFDEE29}"/>
              </a:ext>
            </a:extLst>
          </p:cNvPr>
          <p:cNvSpPr txBox="1"/>
          <p:nvPr/>
        </p:nvSpPr>
        <p:spPr>
          <a:xfrm>
            <a:off x="3641963" y="107017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43DA74-4179-4665-A862-90B95AFFD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83230"/>
              </p:ext>
            </p:extLst>
          </p:nvPr>
        </p:nvGraphicFramePr>
        <p:xfrm>
          <a:off x="3936199" y="750949"/>
          <a:ext cx="5120640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7878946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7932859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85272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A9C29C7-BED8-4CD8-B999-41BCDD87F05C}"/>
              </a:ext>
            </a:extLst>
          </p:cNvPr>
          <p:cNvSpPr txBox="1"/>
          <p:nvPr/>
        </p:nvSpPr>
        <p:spPr>
          <a:xfrm>
            <a:off x="5242753" y="3058642"/>
            <a:ext cx="2549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2KB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对齐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主序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数据块对齐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C11EB-F9E1-402D-9680-1038EEF0583D}"/>
              </a:ext>
            </a:extLst>
          </p:cNvPr>
          <p:cNvSpPr/>
          <p:nvPr/>
        </p:nvSpPr>
        <p:spPr>
          <a:xfrm>
            <a:off x="3937174" y="751546"/>
            <a:ext cx="3692602" cy="2163479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123E5-9051-4CF9-AF95-DD33975046BA}"/>
              </a:ext>
            </a:extLst>
          </p:cNvPr>
          <p:cNvSpPr txBox="1"/>
          <p:nvPr/>
        </p:nvSpPr>
        <p:spPr>
          <a:xfrm>
            <a:off x="4781300" y="1535521"/>
            <a:ext cx="200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实际数据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1A5AA2-9E40-4CDE-91C0-E208DFC69587}"/>
              </a:ext>
            </a:extLst>
          </p:cNvPr>
          <p:cNvCxnSpPr>
            <a:cxnSpLocks/>
          </p:cNvCxnSpPr>
          <p:nvPr/>
        </p:nvCxnSpPr>
        <p:spPr>
          <a:xfrm>
            <a:off x="7792051" y="3187793"/>
            <a:ext cx="126478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C715D4-774A-420E-88E2-63883A6B345C}"/>
              </a:ext>
            </a:extLst>
          </p:cNvPr>
          <p:cNvCxnSpPr>
            <a:cxnSpLocks/>
          </p:cNvCxnSpPr>
          <p:nvPr/>
        </p:nvCxnSpPr>
        <p:spPr>
          <a:xfrm flipH="1">
            <a:off x="3923816" y="3174449"/>
            <a:ext cx="1252782" cy="133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A967E0-2780-4EC8-8472-911C05C401E9}"/>
              </a:ext>
            </a:extLst>
          </p:cNvPr>
          <p:cNvCxnSpPr>
            <a:cxnSpLocks/>
          </p:cNvCxnSpPr>
          <p:nvPr/>
        </p:nvCxnSpPr>
        <p:spPr>
          <a:xfrm>
            <a:off x="4238851" y="941262"/>
            <a:ext cx="449449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0F6389-D6F2-4AF2-A777-D7C9D87874D3}"/>
              </a:ext>
            </a:extLst>
          </p:cNvPr>
          <p:cNvCxnSpPr>
            <a:cxnSpLocks/>
          </p:cNvCxnSpPr>
          <p:nvPr/>
        </p:nvCxnSpPr>
        <p:spPr>
          <a:xfrm flipH="1">
            <a:off x="4238851" y="941262"/>
            <a:ext cx="4494494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DB0530-157A-4EA5-8C83-14FE6278B4A4}"/>
              </a:ext>
            </a:extLst>
          </p:cNvPr>
          <p:cNvCxnSpPr>
            <a:cxnSpLocks/>
          </p:cNvCxnSpPr>
          <p:nvPr/>
        </p:nvCxnSpPr>
        <p:spPr>
          <a:xfrm>
            <a:off x="4238851" y="1329757"/>
            <a:ext cx="449449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E2FF23-58D5-425F-BBF2-FE6B47F43448}"/>
              </a:ext>
            </a:extLst>
          </p:cNvPr>
          <p:cNvCxnSpPr>
            <a:cxnSpLocks/>
          </p:cNvCxnSpPr>
          <p:nvPr/>
        </p:nvCxnSpPr>
        <p:spPr>
          <a:xfrm flipH="1">
            <a:off x="4238851" y="1329757"/>
            <a:ext cx="4494494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FA2775-2E9F-4D4A-8D16-5D973C94C338}"/>
              </a:ext>
            </a:extLst>
          </p:cNvPr>
          <p:cNvCxnSpPr>
            <a:cxnSpLocks/>
          </p:cNvCxnSpPr>
          <p:nvPr/>
        </p:nvCxnSpPr>
        <p:spPr>
          <a:xfrm>
            <a:off x="4238851" y="1704889"/>
            <a:ext cx="449449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C2182C-DB26-4D50-9EC8-3600FFF33F94}"/>
              </a:ext>
            </a:extLst>
          </p:cNvPr>
          <p:cNvCxnSpPr>
            <a:cxnSpLocks/>
          </p:cNvCxnSpPr>
          <p:nvPr/>
        </p:nvCxnSpPr>
        <p:spPr>
          <a:xfrm flipH="1">
            <a:off x="4238851" y="1704889"/>
            <a:ext cx="4494494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F588406-6E12-4798-A35A-47C75D707780}"/>
              </a:ext>
            </a:extLst>
          </p:cNvPr>
          <p:cNvCxnSpPr>
            <a:cxnSpLocks/>
          </p:cNvCxnSpPr>
          <p:nvPr/>
        </p:nvCxnSpPr>
        <p:spPr>
          <a:xfrm>
            <a:off x="4238851" y="2066810"/>
            <a:ext cx="449449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D4DD09-67EE-4F83-A4C2-670F2CE9493D}"/>
              </a:ext>
            </a:extLst>
          </p:cNvPr>
          <p:cNvCxnSpPr>
            <a:cxnSpLocks/>
          </p:cNvCxnSpPr>
          <p:nvPr/>
        </p:nvCxnSpPr>
        <p:spPr>
          <a:xfrm flipH="1">
            <a:off x="4238851" y="2066810"/>
            <a:ext cx="4494494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B45314-DD1B-4961-BCD6-F4177F196DB7}"/>
              </a:ext>
            </a:extLst>
          </p:cNvPr>
          <p:cNvCxnSpPr>
            <a:cxnSpLocks/>
          </p:cNvCxnSpPr>
          <p:nvPr/>
        </p:nvCxnSpPr>
        <p:spPr>
          <a:xfrm>
            <a:off x="4238851" y="2437704"/>
            <a:ext cx="449449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9C0BD9-9831-41B4-84B5-171E304DB782}"/>
              </a:ext>
            </a:extLst>
          </p:cNvPr>
          <p:cNvCxnSpPr>
            <a:cxnSpLocks/>
          </p:cNvCxnSpPr>
          <p:nvPr/>
        </p:nvCxnSpPr>
        <p:spPr>
          <a:xfrm flipH="1">
            <a:off x="4238851" y="2437704"/>
            <a:ext cx="4494494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E69B88-D928-4199-BFD1-171EE5BF082A}"/>
              </a:ext>
            </a:extLst>
          </p:cNvPr>
          <p:cNvCxnSpPr>
            <a:cxnSpLocks/>
          </p:cNvCxnSpPr>
          <p:nvPr/>
        </p:nvCxnSpPr>
        <p:spPr>
          <a:xfrm>
            <a:off x="4238851" y="2808195"/>
            <a:ext cx="449449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1B34095-C5CB-463E-AA1E-88B03F2D4D7C}"/>
              </a:ext>
            </a:extLst>
          </p:cNvPr>
          <p:cNvSpPr/>
          <p:nvPr/>
        </p:nvSpPr>
        <p:spPr>
          <a:xfrm>
            <a:off x="647332" y="1024957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ADAD05-0E07-4F9B-9329-C14570F80DB6}"/>
              </a:ext>
            </a:extLst>
          </p:cNvPr>
          <p:cNvSpPr txBox="1"/>
          <p:nvPr/>
        </p:nvSpPr>
        <p:spPr>
          <a:xfrm>
            <a:off x="584417" y="515001"/>
            <a:ext cx="18113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Matrix3D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91475E-7B83-47BC-80CF-E5901074CE51}"/>
              </a:ext>
            </a:extLst>
          </p:cNvPr>
          <p:cNvSpPr/>
          <p:nvPr/>
        </p:nvSpPr>
        <p:spPr>
          <a:xfrm>
            <a:off x="799732" y="1177357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CA0D9F-3517-450F-9FEB-B4510E5BD492}"/>
              </a:ext>
            </a:extLst>
          </p:cNvPr>
          <p:cNvSpPr/>
          <p:nvPr/>
        </p:nvSpPr>
        <p:spPr>
          <a:xfrm>
            <a:off x="952132" y="1329757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H, W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0CE83B-8E5F-4BC4-BC33-A955562EE7DE}"/>
              </a:ext>
            </a:extLst>
          </p:cNvPr>
          <p:cNvCxnSpPr>
            <a:cxnSpLocks/>
          </p:cNvCxnSpPr>
          <p:nvPr/>
        </p:nvCxnSpPr>
        <p:spPr>
          <a:xfrm>
            <a:off x="654995" y="91877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67376C-9FB3-468D-BE7B-B5AE84DD28E0}"/>
              </a:ext>
            </a:extLst>
          </p:cNvPr>
          <p:cNvSpPr txBox="1"/>
          <p:nvPr/>
        </p:nvSpPr>
        <p:spPr>
          <a:xfrm>
            <a:off x="1084486" y="80002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7FDBD9-720C-4BD4-9474-DC9411B42836}"/>
              </a:ext>
            </a:extLst>
          </p:cNvPr>
          <p:cNvCxnSpPr>
            <a:cxnSpLocks/>
          </p:cNvCxnSpPr>
          <p:nvPr/>
        </p:nvCxnSpPr>
        <p:spPr>
          <a:xfrm>
            <a:off x="520260" y="104624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51D1792-BFD8-443E-ADBF-692F4DF06A54}"/>
              </a:ext>
            </a:extLst>
          </p:cNvPr>
          <p:cNvSpPr txBox="1"/>
          <p:nvPr/>
        </p:nvSpPr>
        <p:spPr>
          <a:xfrm>
            <a:off x="373141" y="136958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DD2E649-C17D-40FC-A0FA-742E60801BA0}"/>
              </a:ext>
            </a:extLst>
          </p:cNvPr>
          <p:cNvCxnSpPr>
            <a:cxnSpLocks/>
          </p:cNvCxnSpPr>
          <p:nvPr/>
        </p:nvCxnSpPr>
        <p:spPr>
          <a:xfrm flipH="1" flipV="1">
            <a:off x="356279" y="786875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F6932F-4EE3-4585-8C19-48A784A663D9}"/>
              </a:ext>
            </a:extLst>
          </p:cNvPr>
          <p:cNvSpPr txBox="1"/>
          <p:nvPr/>
        </p:nvSpPr>
        <p:spPr>
          <a:xfrm>
            <a:off x="107950" y="736235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F09BCE0-FF32-47E3-81E4-4B6AA5F81945}"/>
              </a:ext>
            </a:extLst>
          </p:cNvPr>
          <p:cNvCxnSpPr>
            <a:cxnSpLocks/>
          </p:cNvCxnSpPr>
          <p:nvPr/>
        </p:nvCxnSpPr>
        <p:spPr>
          <a:xfrm>
            <a:off x="2772805" y="2080022"/>
            <a:ext cx="107199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723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25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6</cp:revision>
  <dcterms:created xsi:type="dcterms:W3CDTF">2022-04-07T09:42:33Z</dcterms:created>
  <dcterms:modified xsi:type="dcterms:W3CDTF">2022-11-26T02:44:46Z</dcterms:modified>
</cp:coreProperties>
</file>