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572000" cy="3657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8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6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598593"/>
            <a:ext cx="3886200" cy="127338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1921087"/>
            <a:ext cx="3429000" cy="883073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57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22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911861"/>
            <a:ext cx="3943350" cy="1521460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2447714"/>
            <a:ext cx="3943350" cy="8001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55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973666"/>
            <a:ext cx="1943100" cy="2320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194734"/>
            <a:ext cx="3943350" cy="7069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896620"/>
            <a:ext cx="1934170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336040"/>
            <a:ext cx="1934170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896620"/>
            <a:ext cx="1943696" cy="439420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336040"/>
            <a:ext cx="1943696" cy="196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80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65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526627"/>
            <a:ext cx="2314575" cy="259926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7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840"/>
            <a:ext cx="1474589" cy="85344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526627"/>
            <a:ext cx="2314575" cy="259926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097280"/>
            <a:ext cx="1474589" cy="2032847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53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05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194733"/>
            <a:ext cx="985838" cy="3099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194733"/>
            <a:ext cx="2900363" cy="3099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9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194734"/>
            <a:ext cx="3943350" cy="7069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973666"/>
            <a:ext cx="3943350" cy="2320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E8561-323C-45E1-B173-C82E76563E0A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3390054"/>
            <a:ext cx="154305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3390054"/>
            <a:ext cx="1028700" cy="1947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F37D18-F768-4671-9A38-1C57F872E4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50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5D1F50C-4066-4D9F-9A13-18B1721DA121}"/>
              </a:ext>
            </a:extLst>
          </p:cNvPr>
          <p:cNvSpPr/>
          <p:nvPr/>
        </p:nvSpPr>
        <p:spPr>
          <a:xfrm>
            <a:off x="196092" y="1881308"/>
            <a:ext cx="1609282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7AC209-5DE7-4A38-86BE-605922A002EB}"/>
              </a:ext>
            </a:extLst>
          </p:cNvPr>
          <p:cNvSpPr/>
          <p:nvPr/>
        </p:nvSpPr>
        <p:spPr>
          <a:xfrm>
            <a:off x="196091" y="2118379"/>
            <a:ext cx="1609283" cy="417286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ADFD789-F446-4BDB-BE56-46348461460B}"/>
              </a:ext>
            </a:extLst>
          </p:cNvPr>
          <p:cNvSpPr/>
          <p:nvPr/>
        </p:nvSpPr>
        <p:spPr>
          <a:xfrm>
            <a:off x="2036819" y="101541"/>
            <a:ext cx="2315623" cy="160934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CDC04F-1876-4CC4-B4A6-74EDC4FCE1CD}"/>
              </a:ext>
            </a:extLst>
          </p:cNvPr>
          <p:cNvSpPr/>
          <p:nvPr/>
        </p:nvSpPr>
        <p:spPr>
          <a:xfrm>
            <a:off x="2499320" y="101538"/>
            <a:ext cx="421419" cy="1609343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36E150-84DD-4088-B925-9127CED4FD8A}"/>
              </a:ext>
            </a:extLst>
          </p:cNvPr>
          <p:cNvSpPr/>
          <p:nvPr/>
        </p:nvSpPr>
        <p:spPr>
          <a:xfrm>
            <a:off x="2036819" y="1881308"/>
            <a:ext cx="2315623" cy="16900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974F74-D9FC-4BB5-B6C0-EDBFD2BCC564}"/>
              </a:ext>
            </a:extLst>
          </p:cNvPr>
          <p:cNvSpPr txBox="1"/>
          <p:nvPr/>
        </p:nvSpPr>
        <p:spPr>
          <a:xfrm>
            <a:off x="196091" y="1881308"/>
            <a:ext cx="4072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8C4743-E847-4AFC-8F28-41D0D1F17CE3}"/>
              </a:ext>
            </a:extLst>
          </p:cNvPr>
          <p:cNvSpPr txBox="1"/>
          <p:nvPr/>
        </p:nvSpPr>
        <p:spPr>
          <a:xfrm>
            <a:off x="2036818" y="101541"/>
            <a:ext cx="4214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B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A9DF3B-A820-46CC-A51A-CABFE60B8147}"/>
              </a:ext>
            </a:extLst>
          </p:cNvPr>
          <p:cNvSpPr txBox="1"/>
          <p:nvPr/>
        </p:nvSpPr>
        <p:spPr>
          <a:xfrm>
            <a:off x="2016940" y="1881307"/>
            <a:ext cx="4214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AB866AC-680E-4B0C-9056-565718CE5F6D}"/>
              </a:ext>
            </a:extLst>
          </p:cNvPr>
          <p:cNvCxnSpPr>
            <a:cxnSpLocks/>
          </p:cNvCxnSpPr>
          <p:nvPr/>
        </p:nvCxnSpPr>
        <p:spPr>
          <a:xfrm>
            <a:off x="4230176" y="1881307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4D741A1-FC2A-41A1-8E91-772F0D4E5028}"/>
              </a:ext>
            </a:extLst>
          </p:cNvPr>
          <p:cNvCxnSpPr>
            <a:cxnSpLocks/>
          </p:cNvCxnSpPr>
          <p:nvPr/>
        </p:nvCxnSpPr>
        <p:spPr>
          <a:xfrm>
            <a:off x="1675471" y="1881307"/>
            <a:ext cx="0" cy="1690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D0ECCC5-DEE9-4E90-97F0-CEBA35000ABF}"/>
              </a:ext>
            </a:extLst>
          </p:cNvPr>
          <p:cNvCxnSpPr>
            <a:cxnSpLocks/>
          </p:cNvCxnSpPr>
          <p:nvPr/>
        </p:nvCxnSpPr>
        <p:spPr>
          <a:xfrm>
            <a:off x="4230176" y="101541"/>
            <a:ext cx="0" cy="16093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11591C39-3A15-4D98-A4AB-26857D630A7D}"/>
              </a:ext>
            </a:extLst>
          </p:cNvPr>
          <p:cNvSpPr txBox="1"/>
          <p:nvPr/>
        </p:nvSpPr>
        <p:spPr>
          <a:xfrm>
            <a:off x="3950903" y="261862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D89C4A-865B-4583-BA9B-FDC250B6DB4E}"/>
              </a:ext>
            </a:extLst>
          </p:cNvPr>
          <p:cNvSpPr txBox="1"/>
          <p:nvPr/>
        </p:nvSpPr>
        <p:spPr>
          <a:xfrm>
            <a:off x="1403835" y="261862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solidFill>
                  <a:schemeClr val="accent1"/>
                </a:solidFill>
              </a:rPr>
              <a:t>k</a:t>
            </a:r>
            <a:r>
              <a:rPr lang="en-US" sz="800" dirty="0" err="1" smtClean="0">
                <a:solidFill>
                  <a:schemeClr val="accent1"/>
                </a:solidFill>
              </a:rPr>
              <a:t>H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1C7EE5-9EED-43C0-B538-C912B50271D0}"/>
              </a:ext>
            </a:extLst>
          </p:cNvPr>
          <p:cNvSpPr txBox="1"/>
          <p:nvPr/>
        </p:nvSpPr>
        <p:spPr>
          <a:xfrm>
            <a:off x="3950903" y="796584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1"/>
                </a:solidFill>
              </a:rPr>
              <a:t>k</a:t>
            </a:r>
            <a:r>
              <a:rPr lang="en-US" altLang="zh-CN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78A946F-F908-4B98-97A6-BCAC54D5D11C}"/>
              </a:ext>
            </a:extLst>
          </p:cNvPr>
          <p:cNvCxnSpPr>
            <a:cxnSpLocks/>
          </p:cNvCxnSpPr>
          <p:nvPr/>
        </p:nvCxnSpPr>
        <p:spPr>
          <a:xfrm flipH="1">
            <a:off x="196091" y="3436509"/>
            <a:ext cx="160928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661CCEF-DA02-4C64-86C1-CDFEF9040EFC}"/>
              </a:ext>
            </a:extLst>
          </p:cNvPr>
          <p:cNvSpPr txBox="1"/>
          <p:nvPr/>
        </p:nvSpPr>
        <p:spPr>
          <a:xfrm>
            <a:off x="753929" y="3272986"/>
            <a:ext cx="4936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>
                <a:solidFill>
                  <a:schemeClr val="accent1"/>
                </a:solidFill>
              </a:rPr>
              <a:t>k</a:t>
            </a:r>
            <a:r>
              <a:rPr lang="en-US" altLang="zh-CN" sz="800" dirty="0" err="1" smtClean="0">
                <a:solidFill>
                  <a:schemeClr val="accent1"/>
                </a:solidFill>
              </a:rPr>
              <a:t>K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71EC8BE-E36C-408A-A61C-6B4FDB388D30}"/>
              </a:ext>
            </a:extLst>
          </p:cNvPr>
          <p:cNvCxnSpPr>
            <a:cxnSpLocks/>
          </p:cNvCxnSpPr>
          <p:nvPr/>
        </p:nvCxnSpPr>
        <p:spPr>
          <a:xfrm flipH="1">
            <a:off x="2036819" y="3436509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9E7EA59-1F4D-44E6-8B57-9450DEAE88AB}"/>
              </a:ext>
            </a:extLst>
          </p:cNvPr>
          <p:cNvCxnSpPr>
            <a:cxnSpLocks/>
          </p:cNvCxnSpPr>
          <p:nvPr/>
        </p:nvCxnSpPr>
        <p:spPr>
          <a:xfrm flipH="1">
            <a:off x="2036818" y="1573620"/>
            <a:ext cx="23156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192F48C-5ADD-416C-BFE9-162622C93E8E}"/>
              </a:ext>
            </a:extLst>
          </p:cNvPr>
          <p:cNvSpPr txBox="1"/>
          <p:nvPr/>
        </p:nvSpPr>
        <p:spPr>
          <a:xfrm>
            <a:off x="3039352" y="3272986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BD4B44-7DAD-425C-8A03-57FF29A7BC0A}"/>
              </a:ext>
            </a:extLst>
          </p:cNvPr>
          <p:cNvSpPr txBox="1"/>
          <p:nvPr/>
        </p:nvSpPr>
        <p:spPr>
          <a:xfrm>
            <a:off x="3039352" y="1413679"/>
            <a:ext cx="4214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/>
                </a:solidFill>
              </a:rPr>
              <a:t>k</a:t>
            </a:r>
            <a:r>
              <a:rPr lang="en-US" sz="800" dirty="0" smtClean="0">
                <a:solidFill>
                  <a:schemeClr val="accent1"/>
                </a:solidFill>
              </a:rPr>
              <a:t>W</a:t>
            </a:r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76E8CE-42BE-405A-BF5F-9505ED5A8C5C}"/>
              </a:ext>
            </a:extLst>
          </p:cNvPr>
          <p:cNvSpPr/>
          <p:nvPr/>
        </p:nvSpPr>
        <p:spPr>
          <a:xfrm>
            <a:off x="2499320" y="2118045"/>
            <a:ext cx="421419" cy="420624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C8DDB41-0964-40A7-943D-9E7821053062}"/>
              </a:ext>
            </a:extLst>
          </p:cNvPr>
          <p:cNvCxnSpPr>
            <a:cxnSpLocks/>
          </p:cNvCxnSpPr>
          <p:nvPr/>
        </p:nvCxnSpPr>
        <p:spPr>
          <a:xfrm>
            <a:off x="283551" y="2106032"/>
            <a:ext cx="0" cy="4296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DC5AE3-BF34-4327-A528-D413A6DF5E75}"/>
              </a:ext>
            </a:extLst>
          </p:cNvPr>
          <p:cNvCxnSpPr>
            <a:cxnSpLocks/>
          </p:cNvCxnSpPr>
          <p:nvPr/>
        </p:nvCxnSpPr>
        <p:spPr>
          <a:xfrm>
            <a:off x="2505911" y="216237"/>
            <a:ext cx="40823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6DAAAF5-F91A-442C-AD11-FE6886D32332}"/>
              </a:ext>
            </a:extLst>
          </p:cNvPr>
          <p:cNvSpPr txBox="1"/>
          <p:nvPr/>
        </p:nvSpPr>
        <p:spPr>
          <a:xfrm>
            <a:off x="2440667" y="247014"/>
            <a:ext cx="754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kBlockSz</a:t>
            </a:r>
            <a:endParaRPr lang="en-US" sz="800" dirty="0">
              <a:solidFill>
                <a:schemeClr val="accent1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D5F96408-63D3-4C54-8326-BBDEC02D51F1}"/>
              </a:ext>
            </a:extLst>
          </p:cNvPr>
          <p:cNvCxnSpPr/>
          <p:nvPr/>
        </p:nvCxnSpPr>
        <p:spPr>
          <a:xfrm>
            <a:off x="1805374" y="2118045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242DF35-2B19-4F06-A242-7AB5E9880335}"/>
              </a:ext>
            </a:extLst>
          </p:cNvPr>
          <p:cNvCxnSpPr/>
          <p:nvPr/>
        </p:nvCxnSpPr>
        <p:spPr>
          <a:xfrm>
            <a:off x="1811965" y="2535665"/>
            <a:ext cx="693946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8A9B665-C076-43DF-B7E7-714D52DB0CDE}"/>
              </a:ext>
            </a:extLst>
          </p:cNvPr>
          <p:cNvCxnSpPr>
            <a:cxnSpLocks/>
          </p:cNvCxnSpPr>
          <p:nvPr/>
        </p:nvCxnSpPr>
        <p:spPr>
          <a:xfrm>
            <a:off x="2500658" y="1722376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ADC8F59-8600-45E5-B444-07A0BB7E4334}"/>
              </a:ext>
            </a:extLst>
          </p:cNvPr>
          <p:cNvCxnSpPr>
            <a:cxnSpLocks/>
          </p:cNvCxnSpPr>
          <p:nvPr/>
        </p:nvCxnSpPr>
        <p:spPr>
          <a:xfrm>
            <a:off x="2915547" y="1722375"/>
            <a:ext cx="0" cy="395669"/>
          </a:xfrm>
          <a:prstGeom prst="line">
            <a:avLst/>
          </a:prstGeom>
          <a:ln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411D4E2-3275-4C47-A08B-D4534C26BACC}"/>
              </a:ext>
            </a:extLst>
          </p:cNvPr>
          <p:cNvSpPr txBox="1"/>
          <p:nvPr/>
        </p:nvSpPr>
        <p:spPr>
          <a:xfrm>
            <a:off x="238947" y="2220635"/>
            <a:ext cx="754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kBlockSz</a:t>
            </a:r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823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11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Zhang(张熙)</dc:creator>
  <cp:lastModifiedBy>Xi Zhang(Peter)</cp:lastModifiedBy>
  <cp:revision>7</cp:revision>
  <dcterms:created xsi:type="dcterms:W3CDTF">2021-07-13T08:09:03Z</dcterms:created>
  <dcterms:modified xsi:type="dcterms:W3CDTF">2024-03-01T08:48:51Z</dcterms:modified>
</cp:coreProperties>
</file>