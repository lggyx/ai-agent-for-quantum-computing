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</p:sldIdLst>
  <p:sldSz cx="10752138" cy="43370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93" d="100"/>
          <a:sy n="93" d="100"/>
        </p:scale>
        <p:origin x="76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44017" y="709791"/>
            <a:ext cx="8064104" cy="1509936"/>
          </a:xfrm>
        </p:spPr>
        <p:txBody>
          <a:bodyPr anchor="b"/>
          <a:lstStyle>
            <a:lvl1pPr algn="ctr">
              <a:defRPr sz="3794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4017" y="2277956"/>
            <a:ext cx="8064104" cy="1047116"/>
          </a:xfrm>
        </p:spPr>
        <p:txBody>
          <a:bodyPr/>
          <a:lstStyle>
            <a:lvl1pPr marL="0" indent="0" algn="ctr">
              <a:buNone/>
              <a:defRPr sz="1518"/>
            </a:lvl1pPr>
            <a:lvl2pPr marL="289133" indent="0" algn="ctr">
              <a:buNone/>
              <a:defRPr sz="1265"/>
            </a:lvl2pPr>
            <a:lvl3pPr marL="578267" indent="0" algn="ctr">
              <a:buNone/>
              <a:defRPr sz="1138"/>
            </a:lvl3pPr>
            <a:lvl4pPr marL="867400" indent="0" algn="ctr">
              <a:buNone/>
              <a:defRPr sz="1012"/>
            </a:lvl4pPr>
            <a:lvl5pPr marL="1156533" indent="0" algn="ctr">
              <a:buNone/>
              <a:defRPr sz="1012"/>
            </a:lvl5pPr>
            <a:lvl6pPr marL="1445666" indent="0" algn="ctr">
              <a:buNone/>
              <a:defRPr sz="1012"/>
            </a:lvl6pPr>
            <a:lvl7pPr marL="1734800" indent="0" algn="ctr">
              <a:buNone/>
              <a:defRPr sz="1012"/>
            </a:lvl7pPr>
            <a:lvl8pPr marL="2023933" indent="0" algn="ctr">
              <a:buNone/>
              <a:defRPr sz="1012"/>
            </a:lvl8pPr>
            <a:lvl9pPr marL="2313066" indent="0" algn="ctr">
              <a:buNone/>
              <a:defRPr sz="1012"/>
            </a:lvl9pPr>
          </a:lstStyle>
          <a:p>
            <a:r>
              <a:rPr lang="zh-CN" altLang="en-US" smtClean="0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AF637-A486-4802-9DAC-75A1C6E8F193}" type="datetimeFigureOut">
              <a:rPr lang="zh-CN" altLang="en-US" smtClean="0"/>
              <a:t>2024/2/29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33247-6C4A-4B2F-A601-7DDCF8A0CE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06322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AF637-A486-4802-9DAC-75A1C6E8F193}" type="datetimeFigureOut">
              <a:rPr lang="zh-CN" altLang="en-US" smtClean="0"/>
              <a:t>2024/2/29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33247-6C4A-4B2F-A601-7DDCF8A0CE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35836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3609" y="1081251"/>
            <a:ext cx="9273719" cy="1804092"/>
          </a:xfrm>
        </p:spPr>
        <p:txBody>
          <a:bodyPr anchor="b"/>
          <a:lstStyle>
            <a:lvl1pPr>
              <a:defRPr sz="3794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3609" y="2902411"/>
            <a:ext cx="9273719" cy="948729"/>
          </a:xfrm>
        </p:spPr>
        <p:txBody>
          <a:bodyPr/>
          <a:lstStyle>
            <a:lvl1pPr marL="0" indent="0">
              <a:buNone/>
              <a:defRPr sz="1518">
                <a:solidFill>
                  <a:schemeClr val="tx1">
                    <a:tint val="75000"/>
                  </a:schemeClr>
                </a:solidFill>
              </a:defRPr>
            </a:lvl1pPr>
            <a:lvl2pPr marL="289133" indent="0">
              <a:buNone/>
              <a:defRPr sz="1265">
                <a:solidFill>
                  <a:schemeClr val="tx1">
                    <a:tint val="75000"/>
                  </a:schemeClr>
                </a:solidFill>
              </a:defRPr>
            </a:lvl2pPr>
            <a:lvl3pPr marL="578267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3pPr>
            <a:lvl4pPr marL="867400" indent="0">
              <a:buNone/>
              <a:defRPr sz="1012">
                <a:solidFill>
                  <a:schemeClr val="tx1">
                    <a:tint val="75000"/>
                  </a:schemeClr>
                </a:solidFill>
              </a:defRPr>
            </a:lvl4pPr>
            <a:lvl5pPr marL="1156533" indent="0">
              <a:buNone/>
              <a:defRPr sz="1012">
                <a:solidFill>
                  <a:schemeClr val="tx1">
                    <a:tint val="75000"/>
                  </a:schemeClr>
                </a:solidFill>
              </a:defRPr>
            </a:lvl5pPr>
            <a:lvl6pPr marL="1445666" indent="0">
              <a:buNone/>
              <a:defRPr sz="1012">
                <a:solidFill>
                  <a:schemeClr val="tx1">
                    <a:tint val="75000"/>
                  </a:schemeClr>
                </a:solidFill>
              </a:defRPr>
            </a:lvl6pPr>
            <a:lvl7pPr marL="1734800" indent="0">
              <a:buNone/>
              <a:defRPr sz="1012">
                <a:solidFill>
                  <a:schemeClr val="tx1">
                    <a:tint val="75000"/>
                  </a:schemeClr>
                </a:solidFill>
              </a:defRPr>
            </a:lvl7pPr>
            <a:lvl8pPr marL="2023933" indent="0">
              <a:buNone/>
              <a:defRPr sz="1012">
                <a:solidFill>
                  <a:schemeClr val="tx1">
                    <a:tint val="75000"/>
                  </a:schemeClr>
                </a:solidFill>
              </a:defRPr>
            </a:lvl8pPr>
            <a:lvl9pPr marL="2313066" indent="0">
              <a:buNone/>
              <a:defRPr sz="101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AF637-A486-4802-9DAC-75A1C6E8F193}" type="datetimeFigureOut">
              <a:rPr lang="zh-CN" altLang="en-US" smtClean="0"/>
              <a:t>2024/2/29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33247-6C4A-4B2F-A601-7DDCF8A0CE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9288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9209" y="1154539"/>
            <a:ext cx="4569659" cy="275181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43270" y="1154539"/>
            <a:ext cx="4569659" cy="275181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AF637-A486-4802-9DAC-75A1C6E8F193}" type="datetimeFigureOut">
              <a:rPr lang="zh-CN" altLang="en-US" smtClean="0"/>
              <a:t>2024/2/29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33247-6C4A-4B2F-A601-7DDCF8A0CE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12709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0610" y="230908"/>
            <a:ext cx="9273719" cy="838296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0610" y="1063180"/>
            <a:ext cx="4548658" cy="521048"/>
          </a:xfrm>
        </p:spPr>
        <p:txBody>
          <a:bodyPr anchor="b"/>
          <a:lstStyle>
            <a:lvl1pPr marL="0" indent="0">
              <a:buNone/>
              <a:defRPr sz="1518" b="1"/>
            </a:lvl1pPr>
            <a:lvl2pPr marL="289133" indent="0">
              <a:buNone/>
              <a:defRPr sz="1265" b="1"/>
            </a:lvl2pPr>
            <a:lvl3pPr marL="578267" indent="0">
              <a:buNone/>
              <a:defRPr sz="1138" b="1"/>
            </a:lvl3pPr>
            <a:lvl4pPr marL="867400" indent="0">
              <a:buNone/>
              <a:defRPr sz="1012" b="1"/>
            </a:lvl4pPr>
            <a:lvl5pPr marL="1156533" indent="0">
              <a:buNone/>
              <a:defRPr sz="1012" b="1"/>
            </a:lvl5pPr>
            <a:lvl6pPr marL="1445666" indent="0">
              <a:buNone/>
              <a:defRPr sz="1012" b="1"/>
            </a:lvl6pPr>
            <a:lvl7pPr marL="1734800" indent="0">
              <a:buNone/>
              <a:defRPr sz="1012" b="1"/>
            </a:lvl7pPr>
            <a:lvl8pPr marL="2023933" indent="0">
              <a:buNone/>
              <a:defRPr sz="1012" b="1"/>
            </a:lvl8pPr>
            <a:lvl9pPr marL="2313066" indent="0">
              <a:buNone/>
              <a:defRPr sz="1012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0610" y="1584228"/>
            <a:ext cx="4548658" cy="2330161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43270" y="1063180"/>
            <a:ext cx="4571059" cy="521048"/>
          </a:xfrm>
        </p:spPr>
        <p:txBody>
          <a:bodyPr anchor="b"/>
          <a:lstStyle>
            <a:lvl1pPr marL="0" indent="0">
              <a:buNone/>
              <a:defRPr sz="1518" b="1"/>
            </a:lvl1pPr>
            <a:lvl2pPr marL="289133" indent="0">
              <a:buNone/>
              <a:defRPr sz="1265" b="1"/>
            </a:lvl2pPr>
            <a:lvl3pPr marL="578267" indent="0">
              <a:buNone/>
              <a:defRPr sz="1138" b="1"/>
            </a:lvl3pPr>
            <a:lvl4pPr marL="867400" indent="0">
              <a:buNone/>
              <a:defRPr sz="1012" b="1"/>
            </a:lvl4pPr>
            <a:lvl5pPr marL="1156533" indent="0">
              <a:buNone/>
              <a:defRPr sz="1012" b="1"/>
            </a:lvl5pPr>
            <a:lvl6pPr marL="1445666" indent="0">
              <a:buNone/>
              <a:defRPr sz="1012" b="1"/>
            </a:lvl6pPr>
            <a:lvl7pPr marL="1734800" indent="0">
              <a:buNone/>
              <a:defRPr sz="1012" b="1"/>
            </a:lvl7pPr>
            <a:lvl8pPr marL="2023933" indent="0">
              <a:buNone/>
              <a:defRPr sz="1012" b="1"/>
            </a:lvl8pPr>
            <a:lvl9pPr marL="2313066" indent="0">
              <a:buNone/>
              <a:defRPr sz="1012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43270" y="1584228"/>
            <a:ext cx="4571059" cy="2330161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AF637-A486-4802-9DAC-75A1C6E8F193}" type="datetimeFigureOut">
              <a:rPr lang="zh-CN" altLang="en-US" smtClean="0"/>
              <a:t>2024/2/29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33247-6C4A-4B2F-A601-7DDCF8A0CE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6509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AF637-A486-4802-9DAC-75A1C6E8F193}" type="datetimeFigureOut">
              <a:rPr lang="zh-CN" altLang="en-US" smtClean="0"/>
              <a:t>2024/2/29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33247-6C4A-4B2F-A601-7DDCF8A0CE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12097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AF637-A486-4802-9DAC-75A1C6E8F193}" type="datetimeFigureOut">
              <a:rPr lang="zh-CN" altLang="en-US" smtClean="0"/>
              <a:t>2024/2/29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33247-6C4A-4B2F-A601-7DDCF8A0CE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86486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0610" y="289137"/>
            <a:ext cx="3467844" cy="1011978"/>
          </a:xfrm>
        </p:spPr>
        <p:txBody>
          <a:bodyPr anchor="b"/>
          <a:lstStyle>
            <a:lvl1pPr>
              <a:defRPr sz="2024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059" y="624455"/>
            <a:ext cx="5443270" cy="3082117"/>
          </a:xfrm>
        </p:spPr>
        <p:txBody>
          <a:bodyPr/>
          <a:lstStyle>
            <a:lvl1pPr>
              <a:defRPr sz="2024"/>
            </a:lvl1pPr>
            <a:lvl2pPr>
              <a:defRPr sz="1771"/>
            </a:lvl2pPr>
            <a:lvl3pPr>
              <a:defRPr sz="1518"/>
            </a:lvl3pPr>
            <a:lvl4pPr>
              <a:defRPr sz="1265"/>
            </a:lvl4pPr>
            <a:lvl5pPr>
              <a:defRPr sz="1265"/>
            </a:lvl5pPr>
            <a:lvl6pPr>
              <a:defRPr sz="1265"/>
            </a:lvl6pPr>
            <a:lvl7pPr>
              <a:defRPr sz="1265"/>
            </a:lvl7pPr>
            <a:lvl8pPr>
              <a:defRPr sz="1265"/>
            </a:lvl8pPr>
            <a:lvl9pPr>
              <a:defRPr sz="1265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0610" y="1301115"/>
            <a:ext cx="3467844" cy="2410476"/>
          </a:xfrm>
        </p:spPr>
        <p:txBody>
          <a:bodyPr/>
          <a:lstStyle>
            <a:lvl1pPr marL="0" indent="0">
              <a:buNone/>
              <a:defRPr sz="1012"/>
            </a:lvl1pPr>
            <a:lvl2pPr marL="289133" indent="0">
              <a:buNone/>
              <a:defRPr sz="885"/>
            </a:lvl2pPr>
            <a:lvl3pPr marL="578267" indent="0">
              <a:buNone/>
              <a:defRPr sz="759"/>
            </a:lvl3pPr>
            <a:lvl4pPr marL="867400" indent="0">
              <a:buNone/>
              <a:defRPr sz="632"/>
            </a:lvl4pPr>
            <a:lvl5pPr marL="1156533" indent="0">
              <a:buNone/>
              <a:defRPr sz="632"/>
            </a:lvl5pPr>
            <a:lvl6pPr marL="1445666" indent="0">
              <a:buNone/>
              <a:defRPr sz="632"/>
            </a:lvl6pPr>
            <a:lvl7pPr marL="1734800" indent="0">
              <a:buNone/>
              <a:defRPr sz="632"/>
            </a:lvl7pPr>
            <a:lvl8pPr marL="2023933" indent="0">
              <a:buNone/>
              <a:defRPr sz="632"/>
            </a:lvl8pPr>
            <a:lvl9pPr marL="2313066" indent="0">
              <a:buNone/>
              <a:defRPr sz="632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AF637-A486-4802-9DAC-75A1C6E8F193}" type="datetimeFigureOut">
              <a:rPr lang="zh-CN" altLang="en-US" smtClean="0"/>
              <a:t>2024/2/29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33247-6C4A-4B2F-A601-7DDCF8A0CE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57094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0610" y="289137"/>
            <a:ext cx="3467844" cy="1011978"/>
          </a:xfrm>
        </p:spPr>
        <p:txBody>
          <a:bodyPr anchor="b"/>
          <a:lstStyle>
            <a:lvl1pPr>
              <a:defRPr sz="2024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71059" y="624455"/>
            <a:ext cx="5443270" cy="3082117"/>
          </a:xfrm>
        </p:spPr>
        <p:txBody>
          <a:bodyPr anchor="t"/>
          <a:lstStyle>
            <a:lvl1pPr marL="0" indent="0">
              <a:buNone/>
              <a:defRPr sz="2024"/>
            </a:lvl1pPr>
            <a:lvl2pPr marL="289133" indent="0">
              <a:buNone/>
              <a:defRPr sz="1771"/>
            </a:lvl2pPr>
            <a:lvl3pPr marL="578267" indent="0">
              <a:buNone/>
              <a:defRPr sz="1518"/>
            </a:lvl3pPr>
            <a:lvl4pPr marL="867400" indent="0">
              <a:buNone/>
              <a:defRPr sz="1265"/>
            </a:lvl4pPr>
            <a:lvl5pPr marL="1156533" indent="0">
              <a:buNone/>
              <a:defRPr sz="1265"/>
            </a:lvl5pPr>
            <a:lvl6pPr marL="1445666" indent="0">
              <a:buNone/>
              <a:defRPr sz="1265"/>
            </a:lvl6pPr>
            <a:lvl7pPr marL="1734800" indent="0">
              <a:buNone/>
              <a:defRPr sz="1265"/>
            </a:lvl7pPr>
            <a:lvl8pPr marL="2023933" indent="0">
              <a:buNone/>
              <a:defRPr sz="1265"/>
            </a:lvl8pPr>
            <a:lvl9pPr marL="2313066" indent="0">
              <a:buNone/>
              <a:defRPr sz="1265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0610" y="1301115"/>
            <a:ext cx="3467844" cy="2410476"/>
          </a:xfrm>
        </p:spPr>
        <p:txBody>
          <a:bodyPr/>
          <a:lstStyle>
            <a:lvl1pPr marL="0" indent="0">
              <a:buNone/>
              <a:defRPr sz="1012"/>
            </a:lvl1pPr>
            <a:lvl2pPr marL="289133" indent="0">
              <a:buNone/>
              <a:defRPr sz="885"/>
            </a:lvl2pPr>
            <a:lvl3pPr marL="578267" indent="0">
              <a:buNone/>
              <a:defRPr sz="759"/>
            </a:lvl3pPr>
            <a:lvl4pPr marL="867400" indent="0">
              <a:buNone/>
              <a:defRPr sz="632"/>
            </a:lvl4pPr>
            <a:lvl5pPr marL="1156533" indent="0">
              <a:buNone/>
              <a:defRPr sz="632"/>
            </a:lvl5pPr>
            <a:lvl6pPr marL="1445666" indent="0">
              <a:buNone/>
              <a:defRPr sz="632"/>
            </a:lvl6pPr>
            <a:lvl7pPr marL="1734800" indent="0">
              <a:buNone/>
              <a:defRPr sz="632"/>
            </a:lvl7pPr>
            <a:lvl8pPr marL="2023933" indent="0">
              <a:buNone/>
              <a:defRPr sz="632"/>
            </a:lvl8pPr>
            <a:lvl9pPr marL="2313066" indent="0">
              <a:buNone/>
              <a:defRPr sz="632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AF637-A486-4802-9DAC-75A1C6E8F193}" type="datetimeFigureOut">
              <a:rPr lang="zh-CN" altLang="en-US" smtClean="0"/>
              <a:t>2024/2/29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33247-6C4A-4B2F-A601-7DDCF8A0CE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04650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AF637-A486-4802-9DAC-75A1C6E8F193}" type="datetimeFigureOut">
              <a:rPr lang="zh-CN" altLang="en-US" smtClean="0"/>
              <a:t>2024/2/29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33247-6C4A-4B2F-A601-7DDCF8A0CE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98290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4499" y="230908"/>
            <a:ext cx="2318430" cy="3675449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9209" y="230908"/>
            <a:ext cx="6820888" cy="3675449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AF637-A486-4802-9DAC-75A1C6E8F193}" type="datetimeFigureOut">
              <a:rPr lang="zh-CN" altLang="en-US" smtClean="0"/>
              <a:t>2024/2/29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33247-6C4A-4B2F-A601-7DDCF8A0CE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97658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9210" y="230908"/>
            <a:ext cx="9273719" cy="8382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9210" y="1154539"/>
            <a:ext cx="9273719" cy="27518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9210" y="4019803"/>
            <a:ext cx="2419231" cy="2309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6AF637-A486-4802-9DAC-75A1C6E8F193}" type="datetimeFigureOut">
              <a:rPr lang="zh-CN" altLang="en-US" smtClean="0"/>
              <a:t>2024/2/29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61646" y="4019803"/>
            <a:ext cx="3628847" cy="2309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93697" y="4019803"/>
            <a:ext cx="2419231" cy="2309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D33247-6C4A-4B2F-A601-7DDCF8A0CE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5717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578267" rtl="0" eaLnBrk="1" latinLnBrk="0" hangingPunct="1">
        <a:lnSpc>
          <a:spcPct val="90000"/>
        </a:lnSpc>
        <a:spcBef>
          <a:spcPct val="0"/>
        </a:spcBef>
        <a:buNone/>
        <a:defRPr sz="278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4567" indent="-144567" algn="l" defTabSz="578267" rtl="0" eaLnBrk="1" latinLnBrk="0" hangingPunct="1">
        <a:lnSpc>
          <a:spcPct val="90000"/>
        </a:lnSpc>
        <a:spcBef>
          <a:spcPts val="632"/>
        </a:spcBef>
        <a:buFont typeface="Arial" panose="020B0604020202020204" pitchFamily="34" charset="0"/>
        <a:buChar char="•"/>
        <a:defRPr sz="1771" kern="1200">
          <a:solidFill>
            <a:schemeClr val="tx1"/>
          </a:solidFill>
          <a:latin typeface="+mn-lt"/>
          <a:ea typeface="+mn-ea"/>
          <a:cs typeface="+mn-cs"/>
        </a:defRPr>
      </a:lvl1pPr>
      <a:lvl2pPr marL="433700" indent="-144567" algn="l" defTabSz="578267" rtl="0" eaLnBrk="1" latinLnBrk="0" hangingPunct="1">
        <a:lnSpc>
          <a:spcPct val="90000"/>
        </a:lnSpc>
        <a:spcBef>
          <a:spcPts val="316"/>
        </a:spcBef>
        <a:buFont typeface="Arial" panose="020B0604020202020204" pitchFamily="34" charset="0"/>
        <a:buChar char="•"/>
        <a:defRPr sz="1518" kern="1200">
          <a:solidFill>
            <a:schemeClr val="tx1"/>
          </a:solidFill>
          <a:latin typeface="+mn-lt"/>
          <a:ea typeface="+mn-ea"/>
          <a:cs typeface="+mn-cs"/>
        </a:defRPr>
      </a:lvl2pPr>
      <a:lvl3pPr marL="722833" indent="-144567" algn="l" defTabSz="578267" rtl="0" eaLnBrk="1" latinLnBrk="0" hangingPunct="1">
        <a:lnSpc>
          <a:spcPct val="90000"/>
        </a:lnSpc>
        <a:spcBef>
          <a:spcPts val="316"/>
        </a:spcBef>
        <a:buFont typeface="Arial" panose="020B0604020202020204" pitchFamily="34" charset="0"/>
        <a:buChar char="•"/>
        <a:defRPr sz="1265" kern="1200">
          <a:solidFill>
            <a:schemeClr val="tx1"/>
          </a:solidFill>
          <a:latin typeface="+mn-lt"/>
          <a:ea typeface="+mn-ea"/>
          <a:cs typeface="+mn-cs"/>
        </a:defRPr>
      </a:lvl3pPr>
      <a:lvl4pPr marL="1011966" indent="-144567" algn="l" defTabSz="578267" rtl="0" eaLnBrk="1" latinLnBrk="0" hangingPunct="1">
        <a:lnSpc>
          <a:spcPct val="90000"/>
        </a:lnSpc>
        <a:spcBef>
          <a:spcPts val="316"/>
        </a:spcBef>
        <a:buFont typeface="Arial" panose="020B0604020202020204" pitchFamily="34" charset="0"/>
        <a:buChar char="•"/>
        <a:defRPr sz="1138" kern="1200">
          <a:solidFill>
            <a:schemeClr val="tx1"/>
          </a:solidFill>
          <a:latin typeface="+mn-lt"/>
          <a:ea typeface="+mn-ea"/>
          <a:cs typeface="+mn-cs"/>
        </a:defRPr>
      </a:lvl4pPr>
      <a:lvl5pPr marL="1301100" indent="-144567" algn="l" defTabSz="578267" rtl="0" eaLnBrk="1" latinLnBrk="0" hangingPunct="1">
        <a:lnSpc>
          <a:spcPct val="90000"/>
        </a:lnSpc>
        <a:spcBef>
          <a:spcPts val="316"/>
        </a:spcBef>
        <a:buFont typeface="Arial" panose="020B0604020202020204" pitchFamily="34" charset="0"/>
        <a:buChar char="•"/>
        <a:defRPr sz="1138" kern="1200">
          <a:solidFill>
            <a:schemeClr val="tx1"/>
          </a:solidFill>
          <a:latin typeface="+mn-lt"/>
          <a:ea typeface="+mn-ea"/>
          <a:cs typeface="+mn-cs"/>
        </a:defRPr>
      </a:lvl5pPr>
      <a:lvl6pPr marL="1590233" indent="-144567" algn="l" defTabSz="578267" rtl="0" eaLnBrk="1" latinLnBrk="0" hangingPunct="1">
        <a:lnSpc>
          <a:spcPct val="90000"/>
        </a:lnSpc>
        <a:spcBef>
          <a:spcPts val="316"/>
        </a:spcBef>
        <a:buFont typeface="Arial" panose="020B0604020202020204" pitchFamily="34" charset="0"/>
        <a:buChar char="•"/>
        <a:defRPr sz="1138" kern="1200">
          <a:solidFill>
            <a:schemeClr val="tx1"/>
          </a:solidFill>
          <a:latin typeface="+mn-lt"/>
          <a:ea typeface="+mn-ea"/>
          <a:cs typeface="+mn-cs"/>
        </a:defRPr>
      </a:lvl6pPr>
      <a:lvl7pPr marL="1879366" indent="-144567" algn="l" defTabSz="578267" rtl="0" eaLnBrk="1" latinLnBrk="0" hangingPunct="1">
        <a:lnSpc>
          <a:spcPct val="90000"/>
        </a:lnSpc>
        <a:spcBef>
          <a:spcPts val="316"/>
        </a:spcBef>
        <a:buFont typeface="Arial" panose="020B0604020202020204" pitchFamily="34" charset="0"/>
        <a:buChar char="•"/>
        <a:defRPr sz="1138" kern="1200">
          <a:solidFill>
            <a:schemeClr val="tx1"/>
          </a:solidFill>
          <a:latin typeface="+mn-lt"/>
          <a:ea typeface="+mn-ea"/>
          <a:cs typeface="+mn-cs"/>
        </a:defRPr>
      </a:lvl7pPr>
      <a:lvl8pPr marL="2168500" indent="-144567" algn="l" defTabSz="578267" rtl="0" eaLnBrk="1" latinLnBrk="0" hangingPunct="1">
        <a:lnSpc>
          <a:spcPct val="90000"/>
        </a:lnSpc>
        <a:spcBef>
          <a:spcPts val="316"/>
        </a:spcBef>
        <a:buFont typeface="Arial" panose="020B0604020202020204" pitchFamily="34" charset="0"/>
        <a:buChar char="•"/>
        <a:defRPr sz="1138" kern="1200">
          <a:solidFill>
            <a:schemeClr val="tx1"/>
          </a:solidFill>
          <a:latin typeface="+mn-lt"/>
          <a:ea typeface="+mn-ea"/>
          <a:cs typeface="+mn-cs"/>
        </a:defRPr>
      </a:lvl8pPr>
      <a:lvl9pPr marL="2457633" indent="-144567" algn="l" defTabSz="578267" rtl="0" eaLnBrk="1" latinLnBrk="0" hangingPunct="1">
        <a:lnSpc>
          <a:spcPct val="90000"/>
        </a:lnSpc>
        <a:spcBef>
          <a:spcPts val="316"/>
        </a:spcBef>
        <a:buFont typeface="Arial" panose="020B0604020202020204" pitchFamily="34" charset="0"/>
        <a:buChar char="•"/>
        <a:defRPr sz="11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78267" rtl="0" eaLnBrk="1" latinLnBrk="0" hangingPunct="1">
        <a:defRPr sz="1138" kern="1200">
          <a:solidFill>
            <a:schemeClr val="tx1"/>
          </a:solidFill>
          <a:latin typeface="+mn-lt"/>
          <a:ea typeface="+mn-ea"/>
          <a:cs typeface="+mn-cs"/>
        </a:defRPr>
      </a:lvl1pPr>
      <a:lvl2pPr marL="289133" algn="l" defTabSz="578267" rtl="0" eaLnBrk="1" latinLnBrk="0" hangingPunct="1">
        <a:defRPr sz="1138" kern="1200">
          <a:solidFill>
            <a:schemeClr val="tx1"/>
          </a:solidFill>
          <a:latin typeface="+mn-lt"/>
          <a:ea typeface="+mn-ea"/>
          <a:cs typeface="+mn-cs"/>
        </a:defRPr>
      </a:lvl2pPr>
      <a:lvl3pPr marL="578267" algn="l" defTabSz="578267" rtl="0" eaLnBrk="1" latinLnBrk="0" hangingPunct="1">
        <a:defRPr sz="1138" kern="1200">
          <a:solidFill>
            <a:schemeClr val="tx1"/>
          </a:solidFill>
          <a:latin typeface="+mn-lt"/>
          <a:ea typeface="+mn-ea"/>
          <a:cs typeface="+mn-cs"/>
        </a:defRPr>
      </a:lvl3pPr>
      <a:lvl4pPr marL="867400" algn="l" defTabSz="578267" rtl="0" eaLnBrk="1" latinLnBrk="0" hangingPunct="1">
        <a:defRPr sz="1138" kern="1200">
          <a:solidFill>
            <a:schemeClr val="tx1"/>
          </a:solidFill>
          <a:latin typeface="+mn-lt"/>
          <a:ea typeface="+mn-ea"/>
          <a:cs typeface="+mn-cs"/>
        </a:defRPr>
      </a:lvl4pPr>
      <a:lvl5pPr marL="1156533" algn="l" defTabSz="578267" rtl="0" eaLnBrk="1" latinLnBrk="0" hangingPunct="1">
        <a:defRPr sz="1138" kern="1200">
          <a:solidFill>
            <a:schemeClr val="tx1"/>
          </a:solidFill>
          <a:latin typeface="+mn-lt"/>
          <a:ea typeface="+mn-ea"/>
          <a:cs typeface="+mn-cs"/>
        </a:defRPr>
      </a:lvl5pPr>
      <a:lvl6pPr marL="1445666" algn="l" defTabSz="578267" rtl="0" eaLnBrk="1" latinLnBrk="0" hangingPunct="1">
        <a:defRPr sz="1138" kern="1200">
          <a:solidFill>
            <a:schemeClr val="tx1"/>
          </a:solidFill>
          <a:latin typeface="+mn-lt"/>
          <a:ea typeface="+mn-ea"/>
          <a:cs typeface="+mn-cs"/>
        </a:defRPr>
      </a:lvl6pPr>
      <a:lvl7pPr marL="1734800" algn="l" defTabSz="578267" rtl="0" eaLnBrk="1" latinLnBrk="0" hangingPunct="1">
        <a:defRPr sz="1138" kern="1200">
          <a:solidFill>
            <a:schemeClr val="tx1"/>
          </a:solidFill>
          <a:latin typeface="+mn-lt"/>
          <a:ea typeface="+mn-ea"/>
          <a:cs typeface="+mn-cs"/>
        </a:defRPr>
      </a:lvl7pPr>
      <a:lvl8pPr marL="2023933" algn="l" defTabSz="578267" rtl="0" eaLnBrk="1" latinLnBrk="0" hangingPunct="1">
        <a:defRPr sz="1138" kern="1200">
          <a:solidFill>
            <a:schemeClr val="tx1"/>
          </a:solidFill>
          <a:latin typeface="+mn-lt"/>
          <a:ea typeface="+mn-ea"/>
          <a:cs typeface="+mn-cs"/>
        </a:defRPr>
      </a:lvl8pPr>
      <a:lvl9pPr marL="2313066" algn="l" defTabSz="578267" rtl="0" eaLnBrk="1" latinLnBrk="0" hangingPunct="1">
        <a:defRPr sz="11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9" name="Straight Arrow Connector 9">
            <a:extLst>
              <a:ext uri="{FF2B5EF4-FFF2-40B4-BE49-F238E27FC236}">
                <a16:creationId xmlns:a16="http://schemas.microsoft.com/office/drawing/2014/main" id="{29BC0AA6-3525-45C9-B4A1-4B72B3474E79}"/>
              </a:ext>
            </a:extLst>
          </p:cNvPr>
          <p:cNvCxnSpPr/>
          <p:nvPr/>
        </p:nvCxnSpPr>
        <p:spPr>
          <a:xfrm>
            <a:off x="1371696" y="1251158"/>
            <a:ext cx="891749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TextBox 10">
            <a:extLst>
              <a:ext uri="{FF2B5EF4-FFF2-40B4-BE49-F238E27FC236}">
                <a16:creationId xmlns:a16="http://schemas.microsoft.com/office/drawing/2014/main" id="{FDAC0096-5BDE-7E93-3830-D20FD4204913}"/>
              </a:ext>
            </a:extLst>
          </p:cNvPr>
          <p:cNvSpPr txBox="1"/>
          <p:nvPr/>
        </p:nvSpPr>
        <p:spPr>
          <a:xfrm>
            <a:off x="344760" y="1066492"/>
            <a:ext cx="902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Load A</a:t>
            </a:r>
            <a:endParaRPr lang="en-US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111" name="Straight Arrow Connector 11">
            <a:extLst>
              <a:ext uri="{FF2B5EF4-FFF2-40B4-BE49-F238E27FC236}">
                <a16:creationId xmlns:a16="http://schemas.microsoft.com/office/drawing/2014/main" id="{A88134FB-C7F9-A9E8-8FCD-294DD4E53A26}"/>
              </a:ext>
            </a:extLst>
          </p:cNvPr>
          <p:cNvCxnSpPr/>
          <p:nvPr/>
        </p:nvCxnSpPr>
        <p:spPr>
          <a:xfrm>
            <a:off x="1371696" y="1816763"/>
            <a:ext cx="891749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TextBox 12">
            <a:extLst>
              <a:ext uri="{FF2B5EF4-FFF2-40B4-BE49-F238E27FC236}">
                <a16:creationId xmlns:a16="http://schemas.microsoft.com/office/drawing/2014/main" id="{7896C9B0-1807-1BB4-35A2-5287C2667E79}"/>
              </a:ext>
            </a:extLst>
          </p:cNvPr>
          <p:cNvSpPr txBox="1"/>
          <p:nvPr/>
        </p:nvSpPr>
        <p:spPr>
          <a:xfrm>
            <a:off x="344760" y="1632097"/>
            <a:ext cx="9156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Load B</a:t>
            </a:r>
            <a:endParaRPr lang="en-US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113" name="Straight Arrow Connector 13">
            <a:extLst>
              <a:ext uri="{FF2B5EF4-FFF2-40B4-BE49-F238E27FC236}">
                <a16:creationId xmlns:a16="http://schemas.microsoft.com/office/drawing/2014/main" id="{260701D4-7C2A-2130-DC3F-C3AA75E38A7E}"/>
              </a:ext>
            </a:extLst>
          </p:cNvPr>
          <p:cNvCxnSpPr/>
          <p:nvPr/>
        </p:nvCxnSpPr>
        <p:spPr>
          <a:xfrm>
            <a:off x="1371696" y="2478892"/>
            <a:ext cx="891749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TextBox 14">
            <a:extLst>
              <a:ext uri="{FF2B5EF4-FFF2-40B4-BE49-F238E27FC236}">
                <a16:creationId xmlns:a16="http://schemas.microsoft.com/office/drawing/2014/main" id="{FACA6DF1-7A7C-4145-D405-E468AFAE8139}"/>
              </a:ext>
            </a:extLst>
          </p:cNvPr>
          <p:cNvSpPr txBox="1"/>
          <p:nvPr/>
        </p:nvSpPr>
        <p:spPr>
          <a:xfrm>
            <a:off x="220700" y="2297059"/>
            <a:ext cx="1146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Calculate</a:t>
            </a:r>
            <a:endParaRPr lang="en-US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15" name="Rectangle: Rounded Corners 15">
            <a:extLst>
              <a:ext uri="{FF2B5EF4-FFF2-40B4-BE49-F238E27FC236}">
                <a16:creationId xmlns:a16="http://schemas.microsoft.com/office/drawing/2014/main" id="{47CA65D5-53CE-D3E5-AF79-D20BA2BED42C}"/>
              </a:ext>
            </a:extLst>
          </p:cNvPr>
          <p:cNvSpPr/>
          <p:nvPr/>
        </p:nvSpPr>
        <p:spPr>
          <a:xfrm>
            <a:off x="1615613" y="1058114"/>
            <a:ext cx="1012272" cy="369292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lIns="45720" rIns="4572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Load A 0</a:t>
            </a:r>
          </a:p>
        </p:txBody>
      </p:sp>
      <p:sp>
        <p:nvSpPr>
          <p:cNvPr id="116" name="Rectangle: Rounded Corners 16">
            <a:extLst>
              <a:ext uri="{FF2B5EF4-FFF2-40B4-BE49-F238E27FC236}">
                <a16:creationId xmlns:a16="http://schemas.microsoft.com/office/drawing/2014/main" id="{13403F76-116C-03FB-6861-88A08FCA5105}"/>
              </a:ext>
            </a:extLst>
          </p:cNvPr>
          <p:cNvSpPr/>
          <p:nvPr/>
        </p:nvSpPr>
        <p:spPr>
          <a:xfrm>
            <a:off x="1635101" y="1632113"/>
            <a:ext cx="1012272" cy="369299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45720" rIns="4572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Load B 0</a:t>
            </a:r>
          </a:p>
        </p:txBody>
      </p:sp>
      <p:sp>
        <p:nvSpPr>
          <p:cNvPr id="117" name="Rectangle: Rounded Corners 17">
            <a:extLst>
              <a:ext uri="{FF2B5EF4-FFF2-40B4-BE49-F238E27FC236}">
                <a16:creationId xmlns:a16="http://schemas.microsoft.com/office/drawing/2014/main" id="{81ACAE61-83FA-4E86-5FBB-274581AF3501}"/>
              </a:ext>
            </a:extLst>
          </p:cNvPr>
          <p:cNvSpPr/>
          <p:nvPr/>
        </p:nvSpPr>
        <p:spPr>
          <a:xfrm>
            <a:off x="2668563" y="2297086"/>
            <a:ext cx="659935" cy="369305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45720" rIns="4572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Calc 0</a:t>
            </a:r>
          </a:p>
        </p:txBody>
      </p:sp>
      <p:sp>
        <p:nvSpPr>
          <p:cNvPr id="118" name="Rectangle: Rounded Corners 20">
            <a:extLst>
              <a:ext uri="{FF2B5EF4-FFF2-40B4-BE49-F238E27FC236}">
                <a16:creationId xmlns:a16="http://schemas.microsoft.com/office/drawing/2014/main" id="{FE99ED8C-5DBE-349F-728B-1FB555CC5318}"/>
              </a:ext>
            </a:extLst>
          </p:cNvPr>
          <p:cNvSpPr/>
          <p:nvPr/>
        </p:nvSpPr>
        <p:spPr>
          <a:xfrm>
            <a:off x="2669326" y="1071316"/>
            <a:ext cx="1012272" cy="369292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lIns="45720" rIns="4572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Load A 1</a:t>
            </a:r>
          </a:p>
        </p:txBody>
      </p:sp>
      <p:sp>
        <p:nvSpPr>
          <p:cNvPr id="119" name="Rectangle: Rounded Corners 21">
            <a:extLst>
              <a:ext uri="{FF2B5EF4-FFF2-40B4-BE49-F238E27FC236}">
                <a16:creationId xmlns:a16="http://schemas.microsoft.com/office/drawing/2014/main" id="{4F322C96-42D2-EF04-8C94-963688F7B993}"/>
              </a:ext>
            </a:extLst>
          </p:cNvPr>
          <p:cNvSpPr/>
          <p:nvPr/>
        </p:nvSpPr>
        <p:spPr>
          <a:xfrm>
            <a:off x="2677310" y="1632097"/>
            <a:ext cx="1012272" cy="369299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45720" rIns="4572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Load B 1</a:t>
            </a:r>
          </a:p>
        </p:txBody>
      </p:sp>
      <p:cxnSp>
        <p:nvCxnSpPr>
          <p:cNvPr id="120" name="Straight Arrow Connector 23">
            <a:extLst>
              <a:ext uri="{FF2B5EF4-FFF2-40B4-BE49-F238E27FC236}">
                <a16:creationId xmlns:a16="http://schemas.microsoft.com/office/drawing/2014/main" id="{DF4AD658-E684-DE5A-642F-44DEB1667063}"/>
              </a:ext>
            </a:extLst>
          </p:cNvPr>
          <p:cNvCxnSpPr/>
          <p:nvPr/>
        </p:nvCxnSpPr>
        <p:spPr>
          <a:xfrm>
            <a:off x="1367168" y="613595"/>
            <a:ext cx="8922025" cy="0"/>
          </a:xfrm>
          <a:prstGeom prst="straightConnector1">
            <a:avLst/>
          </a:prstGeom>
          <a:ln w="9525">
            <a:solidFill>
              <a:schemeClr val="bg1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TextBox 24">
            <a:extLst>
              <a:ext uri="{FF2B5EF4-FFF2-40B4-BE49-F238E27FC236}">
                <a16:creationId xmlns:a16="http://schemas.microsoft.com/office/drawing/2014/main" id="{AB18AB69-937F-3A65-BCF7-E26D4E57F599}"/>
              </a:ext>
            </a:extLst>
          </p:cNvPr>
          <p:cNvSpPr txBox="1"/>
          <p:nvPr/>
        </p:nvSpPr>
        <p:spPr>
          <a:xfrm>
            <a:off x="5139145" y="267960"/>
            <a:ext cx="689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i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Time</a:t>
            </a:r>
            <a:endParaRPr lang="en-US" i="1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122" name="Straight Connector 7">
            <a:extLst>
              <a:ext uri="{FF2B5EF4-FFF2-40B4-BE49-F238E27FC236}">
                <a16:creationId xmlns:a16="http://schemas.microsoft.com/office/drawing/2014/main" id="{07B0C8F3-7F50-C684-C227-9913FE21203E}"/>
              </a:ext>
            </a:extLst>
          </p:cNvPr>
          <p:cNvCxnSpPr>
            <a:cxnSpLocks/>
          </p:cNvCxnSpPr>
          <p:nvPr/>
        </p:nvCxnSpPr>
        <p:spPr>
          <a:xfrm>
            <a:off x="2665661" y="846473"/>
            <a:ext cx="0" cy="2084832"/>
          </a:xfrm>
          <a:prstGeom prst="line">
            <a:avLst/>
          </a:prstGeom>
          <a:ln w="38100" cap="flat" cmpd="sng" algn="ctr">
            <a:solidFill>
              <a:schemeClr val="accent5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3" name="Straight Connector 27">
            <a:extLst>
              <a:ext uri="{FF2B5EF4-FFF2-40B4-BE49-F238E27FC236}">
                <a16:creationId xmlns:a16="http://schemas.microsoft.com/office/drawing/2014/main" id="{6458BC55-6647-0858-30AC-4373DAED28F9}"/>
              </a:ext>
            </a:extLst>
          </p:cNvPr>
          <p:cNvCxnSpPr>
            <a:cxnSpLocks/>
          </p:cNvCxnSpPr>
          <p:nvPr/>
        </p:nvCxnSpPr>
        <p:spPr>
          <a:xfrm>
            <a:off x="3337642" y="846473"/>
            <a:ext cx="0" cy="2084832"/>
          </a:xfrm>
          <a:prstGeom prst="line">
            <a:avLst/>
          </a:prstGeom>
          <a:ln w="38100" cap="flat" cmpd="sng" algn="ctr">
            <a:solidFill>
              <a:srgbClr val="7030A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4" name="Rectangle: Rounded Corners 18">
            <a:extLst>
              <a:ext uri="{FF2B5EF4-FFF2-40B4-BE49-F238E27FC236}">
                <a16:creationId xmlns:a16="http://schemas.microsoft.com/office/drawing/2014/main" id="{793DBA52-1B06-E618-23D4-282FB8C8007A}"/>
              </a:ext>
            </a:extLst>
          </p:cNvPr>
          <p:cNvSpPr/>
          <p:nvPr/>
        </p:nvSpPr>
        <p:spPr>
          <a:xfrm>
            <a:off x="3722039" y="2294238"/>
            <a:ext cx="659935" cy="369305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45720" rIns="4572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Calc 1</a:t>
            </a:r>
          </a:p>
        </p:txBody>
      </p:sp>
      <p:cxnSp>
        <p:nvCxnSpPr>
          <p:cNvPr id="125" name="Straight Connector 28">
            <a:extLst>
              <a:ext uri="{FF2B5EF4-FFF2-40B4-BE49-F238E27FC236}">
                <a16:creationId xmlns:a16="http://schemas.microsoft.com/office/drawing/2014/main" id="{805822C3-E33B-7C5A-AD8B-F6BBF60F7E06}"/>
              </a:ext>
            </a:extLst>
          </p:cNvPr>
          <p:cNvCxnSpPr>
            <a:cxnSpLocks/>
          </p:cNvCxnSpPr>
          <p:nvPr/>
        </p:nvCxnSpPr>
        <p:spPr>
          <a:xfrm>
            <a:off x="3722039" y="846472"/>
            <a:ext cx="0" cy="2084832"/>
          </a:xfrm>
          <a:prstGeom prst="line">
            <a:avLst/>
          </a:prstGeom>
          <a:ln w="3810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6" name="Rectangle: Rounded Corners 15">
            <a:extLst>
              <a:ext uri="{FF2B5EF4-FFF2-40B4-BE49-F238E27FC236}">
                <a16:creationId xmlns:a16="http://schemas.microsoft.com/office/drawing/2014/main" id="{47CA65D5-53CE-D3E5-AF79-D20BA2BED42C}"/>
              </a:ext>
            </a:extLst>
          </p:cNvPr>
          <p:cNvSpPr/>
          <p:nvPr/>
        </p:nvSpPr>
        <p:spPr>
          <a:xfrm>
            <a:off x="3730023" y="1066492"/>
            <a:ext cx="1012272" cy="369292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lIns="45720" rIns="4572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Load A </a:t>
            </a:r>
            <a:r>
              <a:rPr lang="en-US" sz="1400" dirty="0" smtClean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2</a:t>
            </a:r>
            <a:endParaRPr lang="en-US" sz="1400" dirty="0">
              <a:solidFill>
                <a:schemeClr val="tx1"/>
              </a:solidFill>
              <a:latin typeface="Arial "/>
              <a:ea typeface="Microsoft YaHei" panose="020B0503020204020204" pitchFamily="34" charset="-122"/>
            </a:endParaRPr>
          </a:p>
        </p:txBody>
      </p:sp>
      <p:sp>
        <p:nvSpPr>
          <p:cNvPr id="127" name="Rectangle: Rounded Corners 16">
            <a:extLst>
              <a:ext uri="{FF2B5EF4-FFF2-40B4-BE49-F238E27FC236}">
                <a16:creationId xmlns:a16="http://schemas.microsoft.com/office/drawing/2014/main" id="{13403F76-116C-03FB-6861-88A08FCA5105}"/>
              </a:ext>
            </a:extLst>
          </p:cNvPr>
          <p:cNvSpPr/>
          <p:nvPr/>
        </p:nvSpPr>
        <p:spPr>
          <a:xfrm>
            <a:off x="3749511" y="1640491"/>
            <a:ext cx="1012272" cy="369299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45720" rIns="4572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Load B </a:t>
            </a:r>
            <a:r>
              <a:rPr lang="en-US" sz="1400" dirty="0" smtClean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2</a:t>
            </a:r>
            <a:endParaRPr lang="en-US" sz="1400" dirty="0">
              <a:solidFill>
                <a:schemeClr val="tx1"/>
              </a:solidFill>
              <a:latin typeface="Arial "/>
              <a:ea typeface="Microsoft YaHei" panose="020B0503020204020204" pitchFamily="34" charset="-122"/>
            </a:endParaRPr>
          </a:p>
        </p:txBody>
      </p:sp>
      <p:sp>
        <p:nvSpPr>
          <p:cNvPr id="128" name="Rectangle: Rounded Corners 17">
            <a:extLst>
              <a:ext uri="{FF2B5EF4-FFF2-40B4-BE49-F238E27FC236}">
                <a16:creationId xmlns:a16="http://schemas.microsoft.com/office/drawing/2014/main" id="{81ACAE61-83FA-4E86-5FBB-274581AF3501}"/>
              </a:ext>
            </a:extLst>
          </p:cNvPr>
          <p:cNvSpPr/>
          <p:nvPr/>
        </p:nvSpPr>
        <p:spPr>
          <a:xfrm>
            <a:off x="4782973" y="2305464"/>
            <a:ext cx="659935" cy="369305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45720" r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Calc</a:t>
            </a:r>
            <a:r>
              <a:rPr lang="en-US" sz="140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 </a:t>
            </a:r>
            <a:r>
              <a:rPr lang="en-US" sz="1400" dirty="0" smtClean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2</a:t>
            </a:r>
            <a:endParaRPr lang="en-US" sz="1400" dirty="0">
              <a:solidFill>
                <a:schemeClr val="tx1"/>
              </a:solidFill>
              <a:latin typeface="Arial "/>
              <a:ea typeface="Microsoft YaHei" panose="020B0503020204020204" pitchFamily="34" charset="-122"/>
            </a:endParaRPr>
          </a:p>
        </p:txBody>
      </p:sp>
      <p:sp>
        <p:nvSpPr>
          <p:cNvPr id="129" name="Rectangle: Rounded Corners 20">
            <a:extLst>
              <a:ext uri="{FF2B5EF4-FFF2-40B4-BE49-F238E27FC236}">
                <a16:creationId xmlns:a16="http://schemas.microsoft.com/office/drawing/2014/main" id="{FE99ED8C-5DBE-349F-728B-1FB555CC5318}"/>
              </a:ext>
            </a:extLst>
          </p:cNvPr>
          <p:cNvSpPr/>
          <p:nvPr/>
        </p:nvSpPr>
        <p:spPr>
          <a:xfrm>
            <a:off x="4783736" y="1079694"/>
            <a:ext cx="1012272" cy="369292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lIns="45720" rIns="4572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Load A </a:t>
            </a:r>
            <a:r>
              <a:rPr lang="en-US" sz="1400" dirty="0" smtClean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3</a:t>
            </a:r>
            <a:endParaRPr lang="en-US" sz="1400" dirty="0">
              <a:solidFill>
                <a:schemeClr val="tx1"/>
              </a:solidFill>
              <a:latin typeface="Arial "/>
              <a:ea typeface="Microsoft YaHei" panose="020B0503020204020204" pitchFamily="34" charset="-122"/>
            </a:endParaRPr>
          </a:p>
        </p:txBody>
      </p:sp>
      <p:sp>
        <p:nvSpPr>
          <p:cNvPr id="130" name="Rectangle: Rounded Corners 21">
            <a:extLst>
              <a:ext uri="{FF2B5EF4-FFF2-40B4-BE49-F238E27FC236}">
                <a16:creationId xmlns:a16="http://schemas.microsoft.com/office/drawing/2014/main" id="{4F322C96-42D2-EF04-8C94-963688F7B993}"/>
              </a:ext>
            </a:extLst>
          </p:cNvPr>
          <p:cNvSpPr/>
          <p:nvPr/>
        </p:nvSpPr>
        <p:spPr>
          <a:xfrm>
            <a:off x="4791720" y="1640475"/>
            <a:ext cx="1012272" cy="369299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45720" rIns="4572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Load B </a:t>
            </a:r>
            <a:r>
              <a:rPr lang="en-US" sz="1400" dirty="0" smtClean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3</a:t>
            </a:r>
            <a:endParaRPr lang="en-US" sz="1400" dirty="0">
              <a:solidFill>
                <a:schemeClr val="tx1"/>
              </a:solidFill>
              <a:latin typeface="Arial "/>
              <a:ea typeface="Microsoft YaHei" panose="020B0503020204020204" pitchFamily="34" charset="-122"/>
            </a:endParaRPr>
          </a:p>
        </p:txBody>
      </p:sp>
      <p:cxnSp>
        <p:nvCxnSpPr>
          <p:cNvPr id="131" name="Straight Connector 7">
            <a:extLst>
              <a:ext uri="{FF2B5EF4-FFF2-40B4-BE49-F238E27FC236}">
                <a16:creationId xmlns:a16="http://schemas.microsoft.com/office/drawing/2014/main" id="{07B0C8F3-7F50-C684-C227-9913FE21203E}"/>
              </a:ext>
            </a:extLst>
          </p:cNvPr>
          <p:cNvCxnSpPr>
            <a:cxnSpLocks/>
          </p:cNvCxnSpPr>
          <p:nvPr/>
        </p:nvCxnSpPr>
        <p:spPr>
          <a:xfrm>
            <a:off x="4780071" y="854851"/>
            <a:ext cx="0" cy="2084832"/>
          </a:xfrm>
          <a:prstGeom prst="line">
            <a:avLst/>
          </a:prstGeom>
          <a:ln w="38100" cap="flat" cmpd="sng" algn="ctr">
            <a:solidFill>
              <a:schemeClr val="accent5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2" name="Straight Connector 27">
            <a:extLst>
              <a:ext uri="{FF2B5EF4-FFF2-40B4-BE49-F238E27FC236}">
                <a16:creationId xmlns:a16="http://schemas.microsoft.com/office/drawing/2014/main" id="{6458BC55-6647-0858-30AC-4373DAED28F9}"/>
              </a:ext>
            </a:extLst>
          </p:cNvPr>
          <p:cNvCxnSpPr>
            <a:cxnSpLocks/>
          </p:cNvCxnSpPr>
          <p:nvPr/>
        </p:nvCxnSpPr>
        <p:spPr>
          <a:xfrm>
            <a:off x="5452052" y="854851"/>
            <a:ext cx="0" cy="2084832"/>
          </a:xfrm>
          <a:prstGeom prst="line">
            <a:avLst/>
          </a:prstGeom>
          <a:ln w="38100" cap="flat" cmpd="sng" algn="ctr">
            <a:solidFill>
              <a:srgbClr val="7030A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3" name="Rectangle: Rounded Corners 18">
            <a:extLst>
              <a:ext uri="{FF2B5EF4-FFF2-40B4-BE49-F238E27FC236}">
                <a16:creationId xmlns:a16="http://schemas.microsoft.com/office/drawing/2014/main" id="{793DBA52-1B06-E618-23D4-282FB8C8007A}"/>
              </a:ext>
            </a:extLst>
          </p:cNvPr>
          <p:cNvSpPr/>
          <p:nvPr/>
        </p:nvSpPr>
        <p:spPr>
          <a:xfrm>
            <a:off x="5836449" y="2302616"/>
            <a:ext cx="659935" cy="369305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45720" r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Calc</a:t>
            </a:r>
            <a:r>
              <a:rPr lang="en-US" sz="140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 </a:t>
            </a:r>
            <a:r>
              <a:rPr lang="en-US" sz="1400" dirty="0" smtClean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3</a:t>
            </a:r>
            <a:endParaRPr lang="en-US" sz="1400" dirty="0">
              <a:solidFill>
                <a:schemeClr val="tx1"/>
              </a:solidFill>
              <a:latin typeface="Arial "/>
              <a:ea typeface="Microsoft YaHei" panose="020B0503020204020204" pitchFamily="34" charset="-122"/>
            </a:endParaRPr>
          </a:p>
        </p:txBody>
      </p:sp>
      <p:cxnSp>
        <p:nvCxnSpPr>
          <p:cNvPr id="134" name="Straight Connector 28">
            <a:extLst>
              <a:ext uri="{FF2B5EF4-FFF2-40B4-BE49-F238E27FC236}">
                <a16:creationId xmlns:a16="http://schemas.microsoft.com/office/drawing/2014/main" id="{805822C3-E33B-7C5A-AD8B-F6BBF60F7E06}"/>
              </a:ext>
            </a:extLst>
          </p:cNvPr>
          <p:cNvCxnSpPr>
            <a:cxnSpLocks/>
          </p:cNvCxnSpPr>
          <p:nvPr/>
        </p:nvCxnSpPr>
        <p:spPr>
          <a:xfrm>
            <a:off x="5836449" y="854850"/>
            <a:ext cx="0" cy="2084832"/>
          </a:xfrm>
          <a:prstGeom prst="line">
            <a:avLst/>
          </a:prstGeom>
          <a:ln w="3810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5" name="Rectangle: Rounded Corners 15">
            <a:extLst>
              <a:ext uri="{FF2B5EF4-FFF2-40B4-BE49-F238E27FC236}">
                <a16:creationId xmlns:a16="http://schemas.microsoft.com/office/drawing/2014/main" id="{47CA65D5-53CE-D3E5-AF79-D20BA2BED42C}"/>
              </a:ext>
            </a:extLst>
          </p:cNvPr>
          <p:cNvSpPr/>
          <p:nvPr/>
        </p:nvSpPr>
        <p:spPr>
          <a:xfrm>
            <a:off x="5827304" y="1079694"/>
            <a:ext cx="1012272" cy="369292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lIns="45720" rIns="4572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Load A </a:t>
            </a:r>
            <a:r>
              <a:rPr lang="en-US" sz="1400" dirty="0" smtClean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4</a:t>
            </a:r>
            <a:endParaRPr lang="en-US" sz="1400" dirty="0">
              <a:solidFill>
                <a:schemeClr val="tx1"/>
              </a:solidFill>
              <a:latin typeface="Arial "/>
              <a:ea typeface="Microsoft YaHei" panose="020B0503020204020204" pitchFamily="34" charset="-122"/>
            </a:endParaRPr>
          </a:p>
        </p:txBody>
      </p:sp>
      <p:sp>
        <p:nvSpPr>
          <p:cNvPr id="136" name="Rectangle: Rounded Corners 16">
            <a:extLst>
              <a:ext uri="{FF2B5EF4-FFF2-40B4-BE49-F238E27FC236}">
                <a16:creationId xmlns:a16="http://schemas.microsoft.com/office/drawing/2014/main" id="{13403F76-116C-03FB-6861-88A08FCA5105}"/>
              </a:ext>
            </a:extLst>
          </p:cNvPr>
          <p:cNvSpPr/>
          <p:nvPr/>
        </p:nvSpPr>
        <p:spPr>
          <a:xfrm>
            <a:off x="5846792" y="1653693"/>
            <a:ext cx="1012272" cy="369299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45720" rIns="4572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Load B </a:t>
            </a:r>
            <a:r>
              <a:rPr lang="en-US" sz="1400" dirty="0" smtClean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4</a:t>
            </a:r>
            <a:endParaRPr lang="en-US" sz="1400" dirty="0">
              <a:solidFill>
                <a:schemeClr val="tx1"/>
              </a:solidFill>
              <a:latin typeface="Arial "/>
              <a:ea typeface="Microsoft YaHei" panose="020B0503020204020204" pitchFamily="34" charset="-122"/>
            </a:endParaRPr>
          </a:p>
        </p:txBody>
      </p:sp>
      <p:sp>
        <p:nvSpPr>
          <p:cNvPr id="137" name="Rectangle: Rounded Corners 17">
            <a:extLst>
              <a:ext uri="{FF2B5EF4-FFF2-40B4-BE49-F238E27FC236}">
                <a16:creationId xmlns:a16="http://schemas.microsoft.com/office/drawing/2014/main" id="{81ACAE61-83FA-4E86-5FBB-274581AF3501}"/>
              </a:ext>
            </a:extLst>
          </p:cNvPr>
          <p:cNvSpPr/>
          <p:nvPr/>
        </p:nvSpPr>
        <p:spPr>
          <a:xfrm>
            <a:off x="6880254" y="2318666"/>
            <a:ext cx="659935" cy="369305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45720" r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Calc</a:t>
            </a:r>
            <a:r>
              <a:rPr lang="en-US" sz="140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 </a:t>
            </a:r>
            <a:r>
              <a:rPr lang="en-US" sz="1400" dirty="0" smtClean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4</a:t>
            </a:r>
            <a:endParaRPr lang="en-US" sz="1400" dirty="0">
              <a:solidFill>
                <a:schemeClr val="tx1"/>
              </a:solidFill>
              <a:latin typeface="Arial "/>
              <a:ea typeface="Microsoft YaHei" panose="020B0503020204020204" pitchFamily="34" charset="-122"/>
            </a:endParaRPr>
          </a:p>
        </p:txBody>
      </p:sp>
      <p:sp>
        <p:nvSpPr>
          <p:cNvPr id="138" name="Rectangle: Rounded Corners 20">
            <a:extLst>
              <a:ext uri="{FF2B5EF4-FFF2-40B4-BE49-F238E27FC236}">
                <a16:creationId xmlns:a16="http://schemas.microsoft.com/office/drawing/2014/main" id="{FE99ED8C-5DBE-349F-728B-1FB555CC5318}"/>
              </a:ext>
            </a:extLst>
          </p:cNvPr>
          <p:cNvSpPr/>
          <p:nvPr/>
        </p:nvSpPr>
        <p:spPr>
          <a:xfrm>
            <a:off x="6881017" y="1092896"/>
            <a:ext cx="1012272" cy="369292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lIns="45720" rIns="4572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Load A </a:t>
            </a:r>
            <a:r>
              <a:rPr lang="en-US" sz="1400" dirty="0" smtClean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5</a:t>
            </a:r>
            <a:endParaRPr lang="en-US" sz="1400" dirty="0">
              <a:solidFill>
                <a:schemeClr val="tx1"/>
              </a:solidFill>
              <a:latin typeface="Arial "/>
              <a:ea typeface="Microsoft YaHei" panose="020B0503020204020204" pitchFamily="34" charset="-122"/>
            </a:endParaRPr>
          </a:p>
        </p:txBody>
      </p:sp>
      <p:sp>
        <p:nvSpPr>
          <p:cNvPr id="139" name="Rectangle: Rounded Corners 21">
            <a:extLst>
              <a:ext uri="{FF2B5EF4-FFF2-40B4-BE49-F238E27FC236}">
                <a16:creationId xmlns:a16="http://schemas.microsoft.com/office/drawing/2014/main" id="{4F322C96-42D2-EF04-8C94-963688F7B993}"/>
              </a:ext>
            </a:extLst>
          </p:cNvPr>
          <p:cNvSpPr/>
          <p:nvPr/>
        </p:nvSpPr>
        <p:spPr>
          <a:xfrm>
            <a:off x="6889001" y="1653677"/>
            <a:ext cx="1012272" cy="369299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45720" rIns="4572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Load B </a:t>
            </a:r>
            <a:r>
              <a:rPr lang="en-US" sz="1400" dirty="0" smtClean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5</a:t>
            </a:r>
            <a:endParaRPr lang="en-US" sz="1400" dirty="0">
              <a:solidFill>
                <a:schemeClr val="tx1"/>
              </a:solidFill>
              <a:latin typeface="Arial "/>
              <a:ea typeface="Microsoft YaHei" panose="020B0503020204020204" pitchFamily="34" charset="-122"/>
            </a:endParaRPr>
          </a:p>
        </p:txBody>
      </p:sp>
      <p:cxnSp>
        <p:nvCxnSpPr>
          <p:cNvPr id="140" name="Straight Connector 7">
            <a:extLst>
              <a:ext uri="{FF2B5EF4-FFF2-40B4-BE49-F238E27FC236}">
                <a16:creationId xmlns:a16="http://schemas.microsoft.com/office/drawing/2014/main" id="{07B0C8F3-7F50-C684-C227-9913FE21203E}"/>
              </a:ext>
            </a:extLst>
          </p:cNvPr>
          <p:cNvCxnSpPr>
            <a:cxnSpLocks/>
          </p:cNvCxnSpPr>
          <p:nvPr/>
        </p:nvCxnSpPr>
        <p:spPr>
          <a:xfrm>
            <a:off x="6877352" y="868053"/>
            <a:ext cx="0" cy="2084832"/>
          </a:xfrm>
          <a:prstGeom prst="line">
            <a:avLst/>
          </a:prstGeom>
          <a:ln w="38100" cap="flat" cmpd="sng" algn="ctr">
            <a:solidFill>
              <a:schemeClr val="accent5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1" name="Straight Connector 27">
            <a:extLst>
              <a:ext uri="{FF2B5EF4-FFF2-40B4-BE49-F238E27FC236}">
                <a16:creationId xmlns:a16="http://schemas.microsoft.com/office/drawing/2014/main" id="{6458BC55-6647-0858-30AC-4373DAED28F9}"/>
              </a:ext>
            </a:extLst>
          </p:cNvPr>
          <p:cNvCxnSpPr>
            <a:cxnSpLocks/>
          </p:cNvCxnSpPr>
          <p:nvPr/>
        </p:nvCxnSpPr>
        <p:spPr>
          <a:xfrm>
            <a:off x="7549333" y="868053"/>
            <a:ext cx="0" cy="2084832"/>
          </a:xfrm>
          <a:prstGeom prst="line">
            <a:avLst/>
          </a:prstGeom>
          <a:ln w="38100" cap="flat" cmpd="sng" algn="ctr">
            <a:solidFill>
              <a:srgbClr val="7030A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42" name="Rectangle: Rounded Corners 18">
            <a:extLst>
              <a:ext uri="{FF2B5EF4-FFF2-40B4-BE49-F238E27FC236}">
                <a16:creationId xmlns:a16="http://schemas.microsoft.com/office/drawing/2014/main" id="{793DBA52-1B06-E618-23D4-282FB8C8007A}"/>
              </a:ext>
            </a:extLst>
          </p:cNvPr>
          <p:cNvSpPr/>
          <p:nvPr/>
        </p:nvSpPr>
        <p:spPr>
          <a:xfrm>
            <a:off x="7933730" y="2315818"/>
            <a:ext cx="659935" cy="369305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45720" r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Calc</a:t>
            </a:r>
            <a:r>
              <a:rPr lang="en-US" sz="140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 </a:t>
            </a:r>
            <a:r>
              <a:rPr lang="en-US" sz="1400" dirty="0" smtClean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5</a:t>
            </a:r>
            <a:endParaRPr lang="en-US" sz="1400" dirty="0">
              <a:solidFill>
                <a:schemeClr val="tx1"/>
              </a:solidFill>
              <a:latin typeface="Arial "/>
              <a:ea typeface="Microsoft YaHei" panose="020B0503020204020204" pitchFamily="34" charset="-122"/>
            </a:endParaRPr>
          </a:p>
        </p:txBody>
      </p:sp>
      <p:cxnSp>
        <p:nvCxnSpPr>
          <p:cNvPr id="143" name="Straight Connector 28">
            <a:extLst>
              <a:ext uri="{FF2B5EF4-FFF2-40B4-BE49-F238E27FC236}">
                <a16:creationId xmlns:a16="http://schemas.microsoft.com/office/drawing/2014/main" id="{805822C3-E33B-7C5A-AD8B-F6BBF60F7E06}"/>
              </a:ext>
            </a:extLst>
          </p:cNvPr>
          <p:cNvCxnSpPr>
            <a:cxnSpLocks/>
          </p:cNvCxnSpPr>
          <p:nvPr/>
        </p:nvCxnSpPr>
        <p:spPr>
          <a:xfrm>
            <a:off x="7933730" y="868052"/>
            <a:ext cx="0" cy="2084832"/>
          </a:xfrm>
          <a:prstGeom prst="line">
            <a:avLst/>
          </a:prstGeom>
          <a:ln w="3810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4" name="Straight Connector 29">
            <a:extLst>
              <a:ext uri="{FF2B5EF4-FFF2-40B4-BE49-F238E27FC236}">
                <a16:creationId xmlns:a16="http://schemas.microsoft.com/office/drawing/2014/main" id="{C1940C83-24AE-9FF5-F24D-7531BAA557F2}"/>
              </a:ext>
            </a:extLst>
          </p:cNvPr>
          <p:cNvCxnSpPr>
            <a:cxnSpLocks/>
          </p:cNvCxnSpPr>
          <p:nvPr/>
        </p:nvCxnSpPr>
        <p:spPr>
          <a:xfrm>
            <a:off x="8610359" y="868052"/>
            <a:ext cx="0" cy="2084832"/>
          </a:xfrm>
          <a:prstGeom prst="line">
            <a:avLst/>
          </a:prstGeom>
          <a:ln w="3810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5" name="Straight Connector 29">
            <a:extLst>
              <a:ext uri="{FF2B5EF4-FFF2-40B4-BE49-F238E27FC236}">
                <a16:creationId xmlns:a16="http://schemas.microsoft.com/office/drawing/2014/main" id="{C1940C83-24AE-9FF5-F24D-7531BAA557F2}"/>
              </a:ext>
            </a:extLst>
          </p:cNvPr>
          <p:cNvCxnSpPr>
            <a:cxnSpLocks/>
          </p:cNvCxnSpPr>
          <p:nvPr/>
        </p:nvCxnSpPr>
        <p:spPr>
          <a:xfrm>
            <a:off x="4398668" y="846472"/>
            <a:ext cx="0" cy="2084832"/>
          </a:xfrm>
          <a:prstGeom prst="line">
            <a:avLst/>
          </a:prstGeom>
          <a:ln w="3810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6" name="Straight Connector 29">
            <a:extLst>
              <a:ext uri="{FF2B5EF4-FFF2-40B4-BE49-F238E27FC236}">
                <a16:creationId xmlns:a16="http://schemas.microsoft.com/office/drawing/2014/main" id="{C1940C83-24AE-9FF5-F24D-7531BAA557F2}"/>
              </a:ext>
            </a:extLst>
          </p:cNvPr>
          <p:cNvCxnSpPr>
            <a:cxnSpLocks/>
          </p:cNvCxnSpPr>
          <p:nvPr/>
        </p:nvCxnSpPr>
        <p:spPr>
          <a:xfrm>
            <a:off x="6513078" y="854850"/>
            <a:ext cx="0" cy="2084832"/>
          </a:xfrm>
          <a:prstGeom prst="line">
            <a:avLst/>
          </a:prstGeom>
          <a:ln w="3810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7" name="Straight Connector 27">
            <a:extLst>
              <a:ext uri="{FF2B5EF4-FFF2-40B4-BE49-F238E27FC236}">
                <a16:creationId xmlns:a16="http://schemas.microsoft.com/office/drawing/2014/main" id="{6458BC55-6647-0858-30AC-4373DAED28F9}"/>
              </a:ext>
            </a:extLst>
          </p:cNvPr>
          <p:cNvCxnSpPr>
            <a:cxnSpLocks/>
          </p:cNvCxnSpPr>
          <p:nvPr/>
        </p:nvCxnSpPr>
        <p:spPr>
          <a:xfrm flipH="1">
            <a:off x="344761" y="3418047"/>
            <a:ext cx="1099028" cy="0"/>
          </a:xfrm>
          <a:prstGeom prst="line">
            <a:avLst/>
          </a:prstGeom>
          <a:ln w="38100" cap="flat" cmpd="sng" algn="ctr">
            <a:solidFill>
              <a:srgbClr val="7030A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1" name="Straight Connector 27">
            <a:extLst>
              <a:ext uri="{FF2B5EF4-FFF2-40B4-BE49-F238E27FC236}">
                <a16:creationId xmlns:a16="http://schemas.microsoft.com/office/drawing/2014/main" id="{6458BC55-6647-0858-30AC-4373DAED28F9}"/>
              </a:ext>
            </a:extLst>
          </p:cNvPr>
          <p:cNvCxnSpPr>
            <a:cxnSpLocks/>
          </p:cNvCxnSpPr>
          <p:nvPr/>
        </p:nvCxnSpPr>
        <p:spPr>
          <a:xfrm flipH="1">
            <a:off x="344761" y="3934832"/>
            <a:ext cx="1099028" cy="0"/>
          </a:xfrm>
          <a:prstGeom prst="line">
            <a:avLst/>
          </a:prstGeom>
          <a:ln w="3810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52" name="TextBox 14">
            <a:extLst>
              <a:ext uri="{FF2B5EF4-FFF2-40B4-BE49-F238E27FC236}">
                <a16:creationId xmlns:a16="http://schemas.microsoft.com/office/drawing/2014/main" id="{FACA6DF1-7A7C-4145-D405-E468AFAE8139}"/>
              </a:ext>
            </a:extLst>
          </p:cNvPr>
          <p:cNvSpPr txBox="1"/>
          <p:nvPr/>
        </p:nvSpPr>
        <p:spPr>
          <a:xfrm>
            <a:off x="1568003" y="3233381"/>
            <a:ext cx="723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dirty="0" smtClean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Set 0</a:t>
            </a:r>
            <a:endParaRPr lang="en-US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53" name="TextBox 14">
            <a:extLst>
              <a:ext uri="{FF2B5EF4-FFF2-40B4-BE49-F238E27FC236}">
                <a16:creationId xmlns:a16="http://schemas.microsoft.com/office/drawing/2014/main" id="{FACA6DF1-7A7C-4145-D405-E468AFAE8139}"/>
              </a:ext>
            </a:extLst>
          </p:cNvPr>
          <p:cNvSpPr txBox="1"/>
          <p:nvPr/>
        </p:nvSpPr>
        <p:spPr>
          <a:xfrm>
            <a:off x="1570239" y="3750166"/>
            <a:ext cx="723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Set </a:t>
            </a:r>
            <a:r>
              <a:rPr lang="en-US" altLang="zh-CN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1</a:t>
            </a:r>
            <a:endParaRPr lang="en-US" altLang="zh-CN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3554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" grpId="0"/>
      <p:bldP spid="112" grpId="0"/>
      <p:bldP spid="114" grpId="0"/>
      <p:bldP spid="115" grpId="0" animBg="1"/>
      <p:bldP spid="116" grpId="0" animBg="1"/>
      <p:bldP spid="117" grpId="0" animBg="1"/>
      <p:bldP spid="118" grpId="0" animBg="1"/>
      <p:bldP spid="119" grpId="0" animBg="1"/>
      <p:bldP spid="121" grpId="0"/>
      <p:bldP spid="124" grpId="0" animBg="1"/>
      <p:bldP spid="126" grpId="0" animBg="1"/>
      <p:bldP spid="127" grpId="0" animBg="1"/>
      <p:bldP spid="128" grpId="0" animBg="1"/>
      <p:bldP spid="129" grpId="0" animBg="1"/>
      <p:bldP spid="130" grpId="0" animBg="1"/>
      <p:bldP spid="133" grpId="0" animBg="1"/>
      <p:bldP spid="135" grpId="0" animBg="1"/>
      <p:bldP spid="136" grpId="0" animBg="1"/>
      <p:bldP spid="137" grpId="0" animBg="1"/>
      <p:bldP spid="138" grpId="0" animBg="1"/>
      <p:bldP spid="139" grpId="0" animBg="1"/>
      <p:bldP spid="142" grpId="0" animBg="1"/>
      <p:bldP spid="152" grpId="0"/>
      <p:bldP spid="153" grpId="0"/>
    </p:bldLst>
  </p:timing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171</TotalTime>
  <Words>58</Words>
  <Application>Microsoft Office PowerPoint</Application>
  <PresentationFormat>自定义</PresentationFormat>
  <Paragraphs>24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 </vt:lpstr>
      <vt:lpstr>等线</vt:lpstr>
      <vt:lpstr>等线 Light</vt:lpstr>
      <vt:lpstr>Microsoft YaHei</vt:lpstr>
      <vt:lpstr>Arial</vt:lpstr>
      <vt:lpstr>Calibri</vt:lpstr>
      <vt:lpstr>Calibri Light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Xi Zhang(Peter)</dc:creator>
  <cp:lastModifiedBy>Xi Zhang(Peter)</cp:lastModifiedBy>
  <cp:revision>4</cp:revision>
  <dcterms:created xsi:type="dcterms:W3CDTF">2024-02-29T05:44:25Z</dcterms:created>
  <dcterms:modified xsi:type="dcterms:W3CDTF">2024-02-29T08:35:43Z</dcterms:modified>
</cp:coreProperties>
</file>