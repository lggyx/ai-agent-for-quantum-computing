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5720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9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598593"/>
            <a:ext cx="3886200" cy="127338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921087"/>
            <a:ext cx="3429000" cy="883073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2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911861"/>
            <a:ext cx="3943350" cy="152146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447714"/>
            <a:ext cx="3943350" cy="800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5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973666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973666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94734"/>
            <a:ext cx="394335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896620"/>
            <a:ext cx="1934170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336040"/>
            <a:ext cx="193417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896620"/>
            <a:ext cx="1943696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336040"/>
            <a:ext cx="194369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7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0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6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526627"/>
            <a:ext cx="2314575" cy="259926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97280"/>
            <a:ext cx="1474589" cy="2032847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7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526627"/>
            <a:ext cx="2314575" cy="259926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97280"/>
            <a:ext cx="1474589" cy="2032847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5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0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194733"/>
            <a:ext cx="985838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94733"/>
            <a:ext cx="2900363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9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94734"/>
            <a:ext cx="394335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973666"/>
            <a:ext cx="394335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3390054"/>
            <a:ext cx="10287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3390054"/>
            <a:ext cx="154305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3390054"/>
            <a:ext cx="10287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0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AD1755-4A75-4690-95FF-2B4D8820EBB4}"/>
              </a:ext>
            </a:extLst>
          </p:cNvPr>
          <p:cNvSpPr/>
          <p:nvPr/>
        </p:nvSpPr>
        <p:spPr>
          <a:xfrm>
            <a:off x="208652" y="1897380"/>
            <a:ext cx="1609282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436D2F-1A95-4816-B8C2-B83D38D1A2DB}"/>
              </a:ext>
            </a:extLst>
          </p:cNvPr>
          <p:cNvSpPr/>
          <p:nvPr/>
        </p:nvSpPr>
        <p:spPr>
          <a:xfrm>
            <a:off x="215243" y="2501263"/>
            <a:ext cx="1609282" cy="914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EB53A5-7D85-4F4E-B0F9-32B125A77E9B}"/>
              </a:ext>
            </a:extLst>
          </p:cNvPr>
          <p:cNvSpPr/>
          <p:nvPr/>
        </p:nvSpPr>
        <p:spPr>
          <a:xfrm>
            <a:off x="2049380" y="117613"/>
            <a:ext cx="2315622" cy="16093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E0E685-9437-4DF2-B905-654333136662}"/>
              </a:ext>
            </a:extLst>
          </p:cNvPr>
          <p:cNvSpPr/>
          <p:nvPr/>
        </p:nvSpPr>
        <p:spPr>
          <a:xfrm>
            <a:off x="2842139" y="117610"/>
            <a:ext cx="91162" cy="1609342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A55043-5374-4C71-B912-056698735124}"/>
              </a:ext>
            </a:extLst>
          </p:cNvPr>
          <p:cNvSpPr/>
          <p:nvPr/>
        </p:nvSpPr>
        <p:spPr>
          <a:xfrm>
            <a:off x="2069258" y="1897380"/>
            <a:ext cx="2315622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1542D-6315-4880-AF0C-BB6A3C70D52B}"/>
              </a:ext>
            </a:extLst>
          </p:cNvPr>
          <p:cNvSpPr txBox="1"/>
          <p:nvPr/>
        </p:nvSpPr>
        <p:spPr>
          <a:xfrm>
            <a:off x="208652" y="1897385"/>
            <a:ext cx="4072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DABA59-09DD-4154-AC78-2A13EC898985}"/>
              </a:ext>
            </a:extLst>
          </p:cNvPr>
          <p:cNvSpPr txBox="1"/>
          <p:nvPr/>
        </p:nvSpPr>
        <p:spPr>
          <a:xfrm>
            <a:off x="2049379" y="117614"/>
            <a:ext cx="4214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DB6E65-A344-4031-9B44-D5AE4A18CFCF}"/>
              </a:ext>
            </a:extLst>
          </p:cNvPr>
          <p:cNvSpPr txBox="1"/>
          <p:nvPr/>
        </p:nvSpPr>
        <p:spPr>
          <a:xfrm>
            <a:off x="2029500" y="1897381"/>
            <a:ext cx="421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C</a:t>
            </a:r>
            <a:endParaRPr lang="en-US" sz="10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C072B2-26E2-4C10-B340-71FADF9D4ECC}"/>
              </a:ext>
            </a:extLst>
          </p:cNvPr>
          <p:cNvCxnSpPr>
            <a:cxnSpLocks/>
          </p:cNvCxnSpPr>
          <p:nvPr/>
        </p:nvCxnSpPr>
        <p:spPr>
          <a:xfrm>
            <a:off x="4242736" y="1897380"/>
            <a:ext cx="0" cy="16900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325736-5EC9-4294-BC91-7DD10E72D55A}"/>
              </a:ext>
            </a:extLst>
          </p:cNvPr>
          <p:cNvCxnSpPr>
            <a:cxnSpLocks/>
          </p:cNvCxnSpPr>
          <p:nvPr/>
        </p:nvCxnSpPr>
        <p:spPr>
          <a:xfrm>
            <a:off x="1688031" y="1897380"/>
            <a:ext cx="0" cy="169008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312A9F-2498-4395-926E-B1667E8190C8}"/>
              </a:ext>
            </a:extLst>
          </p:cNvPr>
          <p:cNvCxnSpPr>
            <a:cxnSpLocks/>
          </p:cNvCxnSpPr>
          <p:nvPr/>
        </p:nvCxnSpPr>
        <p:spPr>
          <a:xfrm>
            <a:off x="4242736" y="117613"/>
            <a:ext cx="0" cy="16093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D20BAD-6CFC-4762-9A88-35A83DD4E347}"/>
              </a:ext>
            </a:extLst>
          </p:cNvPr>
          <p:cNvSpPr txBox="1"/>
          <p:nvPr/>
        </p:nvSpPr>
        <p:spPr>
          <a:xfrm>
            <a:off x="3963462" y="2634696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9431E0-223F-45AE-9226-9833B514CE2E}"/>
              </a:ext>
            </a:extLst>
          </p:cNvPr>
          <p:cNvSpPr txBox="1"/>
          <p:nvPr/>
        </p:nvSpPr>
        <p:spPr>
          <a:xfrm>
            <a:off x="1416395" y="2634696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 smtClean="0">
                <a:solidFill>
                  <a:schemeClr val="accent1"/>
                </a:solidFill>
              </a:rPr>
              <a:t>kH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52145D-6459-4A33-A9E5-93A6B2A1CA9C}"/>
              </a:ext>
            </a:extLst>
          </p:cNvPr>
          <p:cNvSpPr txBox="1"/>
          <p:nvPr/>
        </p:nvSpPr>
        <p:spPr>
          <a:xfrm>
            <a:off x="3963462" y="814559"/>
            <a:ext cx="4936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BB4B9B5-6A70-47B8-9CE1-8954C7A43A58}"/>
              </a:ext>
            </a:extLst>
          </p:cNvPr>
          <p:cNvCxnSpPr>
            <a:cxnSpLocks/>
          </p:cNvCxnSpPr>
          <p:nvPr/>
        </p:nvCxnSpPr>
        <p:spPr>
          <a:xfrm flipH="1">
            <a:off x="208652" y="3452581"/>
            <a:ext cx="16092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18F3A6F-09D9-4655-9337-52D7A0720FDB}"/>
              </a:ext>
            </a:extLst>
          </p:cNvPr>
          <p:cNvSpPr txBox="1"/>
          <p:nvPr/>
        </p:nvSpPr>
        <p:spPr>
          <a:xfrm>
            <a:off x="766489" y="3289056"/>
            <a:ext cx="4936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1"/>
                </a:solidFill>
              </a:rPr>
              <a:t>k</a:t>
            </a:r>
            <a:r>
              <a:rPr lang="en-US" altLang="zh-CN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1F55F47-C208-4012-AA20-5226EE128015}"/>
              </a:ext>
            </a:extLst>
          </p:cNvPr>
          <p:cNvCxnSpPr>
            <a:cxnSpLocks/>
          </p:cNvCxnSpPr>
          <p:nvPr/>
        </p:nvCxnSpPr>
        <p:spPr>
          <a:xfrm flipH="1">
            <a:off x="2049380" y="3452581"/>
            <a:ext cx="23156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013AFFE-9F05-4938-A9D6-D43BBF9F0853}"/>
              </a:ext>
            </a:extLst>
          </p:cNvPr>
          <p:cNvCxnSpPr>
            <a:cxnSpLocks/>
          </p:cNvCxnSpPr>
          <p:nvPr/>
        </p:nvCxnSpPr>
        <p:spPr>
          <a:xfrm flipH="1">
            <a:off x="2049380" y="1589692"/>
            <a:ext cx="231562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1A41B77-6002-4F3F-BCDB-990443D8D3B1}"/>
              </a:ext>
            </a:extLst>
          </p:cNvPr>
          <p:cNvSpPr txBox="1"/>
          <p:nvPr/>
        </p:nvSpPr>
        <p:spPr>
          <a:xfrm>
            <a:off x="3051911" y="3289056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</a:rPr>
              <a:t>k</a:t>
            </a:r>
            <a:r>
              <a:rPr lang="en-US" sz="800" dirty="0" smtClean="0">
                <a:solidFill>
                  <a:schemeClr val="accent1"/>
                </a:solidFill>
              </a:rPr>
              <a:t>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E4BE24-A6A0-479A-98B9-CB811A33B62E}"/>
              </a:ext>
            </a:extLst>
          </p:cNvPr>
          <p:cNvSpPr txBox="1"/>
          <p:nvPr/>
        </p:nvSpPr>
        <p:spPr>
          <a:xfrm>
            <a:off x="3051911" y="1429750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smtClean="0">
                <a:solidFill>
                  <a:schemeClr val="accent1"/>
                </a:solidFill>
              </a:rPr>
              <a:t>kW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A50289-CD1F-4D65-AE26-87BB9C6EFEFF}"/>
              </a:ext>
            </a:extLst>
          </p:cNvPr>
          <p:cNvSpPr/>
          <p:nvPr/>
        </p:nvSpPr>
        <p:spPr>
          <a:xfrm>
            <a:off x="2842139" y="2495005"/>
            <a:ext cx="91162" cy="91440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CFF5BC-ED6B-4FA1-857D-0B6147B871CA}"/>
              </a:ext>
            </a:extLst>
          </p:cNvPr>
          <p:cNvCxnSpPr>
            <a:cxnSpLocks/>
          </p:cNvCxnSpPr>
          <p:nvPr/>
        </p:nvCxnSpPr>
        <p:spPr>
          <a:xfrm>
            <a:off x="1848591" y="2495005"/>
            <a:ext cx="993549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F0E923D-B432-41C1-9100-4ECA9248FF6B}"/>
              </a:ext>
            </a:extLst>
          </p:cNvPr>
          <p:cNvCxnSpPr>
            <a:cxnSpLocks/>
            <a:endCxn id="24" idx="2"/>
          </p:cNvCxnSpPr>
          <p:nvPr/>
        </p:nvCxnSpPr>
        <p:spPr>
          <a:xfrm>
            <a:off x="1824529" y="2586445"/>
            <a:ext cx="106319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442DAB-1AAB-40C2-97FA-2B6F06CED6CB}"/>
              </a:ext>
            </a:extLst>
          </p:cNvPr>
          <p:cNvCxnSpPr>
            <a:cxnSpLocks/>
          </p:cNvCxnSpPr>
          <p:nvPr/>
        </p:nvCxnSpPr>
        <p:spPr>
          <a:xfrm>
            <a:off x="2842136" y="1726955"/>
            <a:ext cx="0" cy="813773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4C234E-377D-4652-8838-08B48152FE7A}"/>
              </a:ext>
            </a:extLst>
          </p:cNvPr>
          <p:cNvCxnSpPr>
            <a:cxnSpLocks/>
          </p:cNvCxnSpPr>
          <p:nvPr/>
        </p:nvCxnSpPr>
        <p:spPr>
          <a:xfrm>
            <a:off x="2928107" y="1738445"/>
            <a:ext cx="0" cy="7565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82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9</Words>
  <Application>Microsoft Office PowerPoint</Application>
  <PresentationFormat>自定义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Zhang(张熙)</dc:creator>
  <cp:lastModifiedBy>Xi Zhang(Peter)</cp:lastModifiedBy>
  <cp:revision>4</cp:revision>
  <dcterms:created xsi:type="dcterms:W3CDTF">2021-07-13T08:09:03Z</dcterms:created>
  <dcterms:modified xsi:type="dcterms:W3CDTF">2024-03-01T08:46:00Z</dcterms:modified>
</cp:coreProperties>
</file>