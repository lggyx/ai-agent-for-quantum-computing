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</p:sldIdLst>
  <p:sldSz cx="5486400" cy="27432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41" autoAdjust="0"/>
    <p:restoredTop sz="94660"/>
  </p:normalViewPr>
  <p:slideViewPr>
    <p:cSldViewPr snapToGrid="0">
      <p:cViewPr varScale="1">
        <p:scale>
          <a:sx n="171" d="100"/>
          <a:sy n="171" d="100"/>
        </p:scale>
        <p:origin x="340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48945"/>
            <a:ext cx="4114800" cy="955040"/>
          </a:xfrm>
        </p:spPr>
        <p:txBody>
          <a:bodyPr anchor="b"/>
          <a:lstStyle>
            <a:lvl1pPr algn="ctr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440815"/>
            <a:ext cx="4114800" cy="662305"/>
          </a:xfrm>
        </p:spPr>
        <p:txBody>
          <a:bodyPr/>
          <a:lstStyle>
            <a:lvl1pPr marL="0" indent="0" algn="ctr">
              <a:buNone/>
              <a:defRPr sz="960"/>
            </a:lvl1pPr>
            <a:lvl2pPr marL="182880" indent="0" algn="ctr">
              <a:buNone/>
              <a:defRPr sz="800"/>
            </a:lvl2pPr>
            <a:lvl3pPr marL="365760" indent="0" algn="ctr">
              <a:buNone/>
              <a:defRPr sz="720"/>
            </a:lvl3pPr>
            <a:lvl4pPr marL="548640" indent="0" algn="ctr">
              <a:buNone/>
              <a:defRPr sz="640"/>
            </a:lvl4pPr>
            <a:lvl5pPr marL="731520" indent="0" algn="ctr">
              <a:buNone/>
              <a:defRPr sz="640"/>
            </a:lvl5pPr>
            <a:lvl6pPr marL="914400" indent="0" algn="ctr">
              <a:buNone/>
              <a:defRPr sz="640"/>
            </a:lvl6pPr>
            <a:lvl7pPr marL="1097280" indent="0" algn="ctr">
              <a:buNone/>
              <a:defRPr sz="640"/>
            </a:lvl7pPr>
            <a:lvl8pPr marL="1280160" indent="0" algn="ctr">
              <a:buNone/>
              <a:defRPr sz="640"/>
            </a:lvl8pPr>
            <a:lvl9pPr marL="1463040" indent="0" algn="ctr">
              <a:buNone/>
              <a:defRPr sz="6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411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146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3" y="683895"/>
            <a:ext cx="4732020" cy="1141095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3" y="1835785"/>
            <a:ext cx="4732020" cy="600075"/>
          </a:xfrm>
        </p:spPr>
        <p:txBody>
          <a:bodyPr/>
          <a:lstStyle>
            <a:lvl1pPr marL="0" indent="0">
              <a:buNone/>
              <a:defRPr sz="960">
                <a:solidFill>
                  <a:schemeClr val="tx1">
                    <a:tint val="75000"/>
                  </a:schemeClr>
                </a:solidFill>
              </a:defRPr>
            </a:lvl1pPr>
            <a:lvl2pPr marL="182880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2pPr>
            <a:lvl3pPr marL="365760" indent="0">
              <a:buNone/>
              <a:defRPr sz="720">
                <a:solidFill>
                  <a:schemeClr val="tx1">
                    <a:tint val="75000"/>
                  </a:schemeClr>
                </a:solidFill>
              </a:defRPr>
            </a:lvl3pPr>
            <a:lvl4pPr marL="5486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4pPr>
            <a:lvl5pPr marL="73152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5pPr>
            <a:lvl6pPr marL="91440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6pPr>
            <a:lvl7pPr marL="109728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7pPr>
            <a:lvl8pPr marL="128016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8pPr>
            <a:lvl9pPr marL="1463040" indent="0">
              <a:buNone/>
              <a:defRPr sz="6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611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730250"/>
            <a:ext cx="233172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730250"/>
            <a:ext cx="2331720" cy="17405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447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46050"/>
            <a:ext cx="4732020" cy="5302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672465"/>
            <a:ext cx="2321004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1002030"/>
            <a:ext cx="2321004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672465"/>
            <a:ext cx="2332435" cy="329565"/>
          </a:xfrm>
        </p:spPr>
        <p:txBody>
          <a:bodyPr anchor="b"/>
          <a:lstStyle>
            <a:lvl1pPr marL="0" indent="0">
              <a:buNone/>
              <a:defRPr sz="960" b="1"/>
            </a:lvl1pPr>
            <a:lvl2pPr marL="182880" indent="0">
              <a:buNone/>
              <a:defRPr sz="800" b="1"/>
            </a:lvl2pPr>
            <a:lvl3pPr marL="365760" indent="0">
              <a:buNone/>
              <a:defRPr sz="720" b="1"/>
            </a:lvl3pPr>
            <a:lvl4pPr marL="548640" indent="0">
              <a:buNone/>
              <a:defRPr sz="640" b="1"/>
            </a:lvl4pPr>
            <a:lvl5pPr marL="731520" indent="0">
              <a:buNone/>
              <a:defRPr sz="640" b="1"/>
            </a:lvl5pPr>
            <a:lvl6pPr marL="914400" indent="0">
              <a:buNone/>
              <a:defRPr sz="640" b="1"/>
            </a:lvl6pPr>
            <a:lvl7pPr marL="1097280" indent="0">
              <a:buNone/>
              <a:defRPr sz="640" b="1"/>
            </a:lvl7pPr>
            <a:lvl8pPr marL="1280160" indent="0">
              <a:buNone/>
              <a:defRPr sz="640" b="1"/>
            </a:lvl8pPr>
            <a:lvl9pPr marL="1463040" indent="0">
              <a:buNone/>
              <a:defRPr sz="6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1002030"/>
            <a:ext cx="2332435" cy="147383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03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904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387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82880"/>
            <a:ext cx="1769507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394970"/>
            <a:ext cx="2777490" cy="1949450"/>
          </a:xfrm>
        </p:spPr>
        <p:txBody>
          <a:bodyPr/>
          <a:lstStyle>
            <a:lvl1pPr>
              <a:defRPr sz="1280"/>
            </a:lvl1pPr>
            <a:lvl2pPr>
              <a:defRPr sz="1120"/>
            </a:lvl2pPr>
            <a:lvl3pPr>
              <a:defRPr sz="960"/>
            </a:lvl3pPr>
            <a:lvl4pPr>
              <a:defRPr sz="800"/>
            </a:lvl4pPr>
            <a:lvl5pPr>
              <a:defRPr sz="800"/>
            </a:lvl5pPr>
            <a:lvl6pPr>
              <a:defRPr sz="800"/>
            </a:lvl6pPr>
            <a:lvl7pPr>
              <a:defRPr sz="800"/>
            </a:lvl7pPr>
            <a:lvl8pPr>
              <a:defRPr sz="800"/>
            </a:lvl8pPr>
            <a:lvl9pPr>
              <a:defRPr sz="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822960"/>
            <a:ext cx="1769507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336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82880"/>
            <a:ext cx="1769507" cy="640080"/>
          </a:xfrm>
        </p:spPr>
        <p:txBody>
          <a:bodyPr anchor="b"/>
          <a:lstStyle>
            <a:lvl1pPr>
              <a:defRPr sz="1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394970"/>
            <a:ext cx="2777490" cy="1949450"/>
          </a:xfrm>
        </p:spPr>
        <p:txBody>
          <a:bodyPr anchor="t"/>
          <a:lstStyle>
            <a:lvl1pPr marL="0" indent="0">
              <a:buNone/>
              <a:defRPr sz="1280"/>
            </a:lvl1pPr>
            <a:lvl2pPr marL="182880" indent="0">
              <a:buNone/>
              <a:defRPr sz="1120"/>
            </a:lvl2pPr>
            <a:lvl3pPr marL="365760" indent="0">
              <a:buNone/>
              <a:defRPr sz="960"/>
            </a:lvl3pPr>
            <a:lvl4pPr marL="548640" indent="0">
              <a:buNone/>
              <a:defRPr sz="800"/>
            </a:lvl4pPr>
            <a:lvl5pPr marL="731520" indent="0">
              <a:buNone/>
              <a:defRPr sz="800"/>
            </a:lvl5pPr>
            <a:lvl6pPr marL="914400" indent="0">
              <a:buNone/>
              <a:defRPr sz="800"/>
            </a:lvl6pPr>
            <a:lvl7pPr marL="1097280" indent="0">
              <a:buNone/>
              <a:defRPr sz="800"/>
            </a:lvl7pPr>
            <a:lvl8pPr marL="1280160" indent="0">
              <a:buNone/>
              <a:defRPr sz="800"/>
            </a:lvl8pPr>
            <a:lvl9pPr marL="1463040" indent="0">
              <a:buNone/>
              <a:defRPr sz="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822960"/>
            <a:ext cx="1769507" cy="1524635"/>
          </a:xfrm>
        </p:spPr>
        <p:txBody>
          <a:bodyPr/>
          <a:lstStyle>
            <a:lvl1pPr marL="0" indent="0">
              <a:buNone/>
              <a:defRPr sz="640"/>
            </a:lvl1pPr>
            <a:lvl2pPr marL="182880" indent="0">
              <a:buNone/>
              <a:defRPr sz="560"/>
            </a:lvl2pPr>
            <a:lvl3pPr marL="365760" indent="0">
              <a:buNone/>
              <a:defRPr sz="480"/>
            </a:lvl3pPr>
            <a:lvl4pPr marL="548640" indent="0">
              <a:buNone/>
              <a:defRPr sz="400"/>
            </a:lvl4pPr>
            <a:lvl5pPr marL="731520" indent="0">
              <a:buNone/>
              <a:defRPr sz="400"/>
            </a:lvl5pPr>
            <a:lvl6pPr marL="914400" indent="0">
              <a:buNone/>
              <a:defRPr sz="400"/>
            </a:lvl6pPr>
            <a:lvl7pPr marL="1097280" indent="0">
              <a:buNone/>
              <a:defRPr sz="400"/>
            </a:lvl7pPr>
            <a:lvl8pPr marL="1280160" indent="0">
              <a:buNone/>
              <a:defRPr sz="400"/>
            </a:lvl8pPr>
            <a:lvl9pPr marL="1463040" indent="0">
              <a:buNone/>
              <a:defRPr sz="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23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358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146050"/>
            <a:ext cx="1183005" cy="2324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146050"/>
            <a:ext cx="3480435" cy="23247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5123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146050"/>
            <a:ext cx="4732020" cy="530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730250"/>
            <a:ext cx="4732020" cy="17405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2542540"/>
            <a:ext cx="123444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3/26/2021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2542540"/>
            <a:ext cx="185166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2542540"/>
            <a:ext cx="1234440" cy="146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266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defTabSz="365760" rtl="0" eaLnBrk="1" latinLnBrk="0" hangingPunct="1">
        <a:lnSpc>
          <a:spcPct val="90000"/>
        </a:lnSpc>
        <a:spcBef>
          <a:spcPct val="0"/>
        </a:spcBef>
        <a:buNone/>
        <a:defRPr sz="17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365760" rtl="0" eaLnBrk="1" latinLnBrk="0" hangingPunct="1">
        <a:lnSpc>
          <a:spcPct val="90000"/>
        </a:lnSpc>
        <a:spcBef>
          <a:spcPts val="4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96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3pPr>
      <a:lvl4pPr marL="6400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82296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100584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18872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37160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554480" indent="-91440" algn="l" defTabSz="365760" rtl="0" eaLnBrk="1" latinLnBrk="0" hangingPunct="1">
        <a:lnSpc>
          <a:spcPct val="90000"/>
        </a:lnSpc>
        <a:spcBef>
          <a:spcPts val="200"/>
        </a:spcBef>
        <a:buFont typeface="Arial" panose="020B0604020202020204" pitchFamily="34" charset="0"/>
        <a:buChar char="•"/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1pPr>
      <a:lvl2pPr marL="1828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2pPr>
      <a:lvl3pPr marL="3657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3pPr>
      <a:lvl4pPr marL="5486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6pPr>
      <a:lvl7pPr marL="109728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7pPr>
      <a:lvl8pPr marL="128016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8pPr>
      <a:lvl9pPr marL="1463040" algn="l" defTabSz="365760" rtl="0" eaLnBrk="1" latinLnBrk="0" hangingPunct="1">
        <a:defRPr sz="7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BAB006ED-808B-419A-BC5E-370C58B361EF}"/>
              </a:ext>
            </a:extLst>
          </p:cNvPr>
          <p:cNvCxnSpPr>
            <a:cxnSpLocks/>
          </p:cNvCxnSpPr>
          <p:nvPr/>
        </p:nvCxnSpPr>
        <p:spPr>
          <a:xfrm>
            <a:off x="2286000" y="2475359"/>
            <a:ext cx="2992651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Arrow: Pentagon 98">
            <a:extLst>
              <a:ext uri="{FF2B5EF4-FFF2-40B4-BE49-F238E27FC236}">
                <a16:creationId xmlns:a16="http://schemas.microsoft.com/office/drawing/2014/main" id="{1E7544D4-65A6-44C5-82CF-AA3816C750DF}"/>
              </a:ext>
            </a:extLst>
          </p:cNvPr>
          <p:cNvSpPr/>
          <p:nvPr/>
        </p:nvSpPr>
        <p:spPr>
          <a:xfrm>
            <a:off x="1527292" y="38888"/>
            <a:ext cx="610820" cy="194043"/>
          </a:xfrm>
          <a:prstGeom prst="homePlat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Kernel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8B43F202-1F40-4475-AD24-16A12AD90BBD}"/>
              </a:ext>
            </a:extLst>
          </p:cNvPr>
          <p:cNvSpPr/>
          <p:nvPr/>
        </p:nvSpPr>
        <p:spPr>
          <a:xfrm>
            <a:off x="4620034" y="401017"/>
            <a:ext cx="498335" cy="197694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18288" bIns="18288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VMC</a:t>
            </a:r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79C4FE88-F9B1-4C26-BD00-84DFDB3BAD95}"/>
              </a:ext>
            </a:extLst>
          </p:cNvPr>
          <p:cNvSpPr/>
          <p:nvPr/>
        </p:nvSpPr>
        <p:spPr>
          <a:xfrm>
            <a:off x="5070902" y="1103920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78CB1623-F046-4F53-8A83-E4D84B10626D}"/>
              </a:ext>
            </a:extLst>
          </p:cNvPr>
          <p:cNvSpPr txBox="1"/>
          <p:nvPr/>
        </p:nvSpPr>
        <p:spPr>
          <a:xfrm>
            <a:off x="2167920" y="-16936"/>
            <a:ext cx="33602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Arial" panose="020B0604020202020204" pitchFamily="34" charset="0"/>
                <a:cs typeface="Arial" panose="020B0604020202020204" pitchFamily="34" charset="0"/>
              </a:rPr>
              <a:t>A kernel may run in multiple EUs, CUs, SPCs, VMCs simultaneously  </a:t>
            </a:r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13300ADE-9C66-4F48-A240-C06E1603F5C6}"/>
              </a:ext>
            </a:extLst>
          </p:cNvPr>
          <p:cNvSpPr/>
          <p:nvPr/>
        </p:nvSpPr>
        <p:spPr>
          <a:xfrm>
            <a:off x="2987672" y="2540295"/>
            <a:ext cx="958032" cy="1686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Device Memory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1FF7D653-3246-43C8-A372-67DE09600B96}"/>
              </a:ext>
            </a:extLst>
          </p:cNvPr>
          <p:cNvSpPr/>
          <p:nvPr/>
        </p:nvSpPr>
        <p:spPr>
          <a:xfrm>
            <a:off x="4371274" y="2540295"/>
            <a:ext cx="958032" cy="16866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Device Memory</a:t>
            </a:r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E89C8DBD-01E5-4296-BAD6-23EA5B26BFAF}"/>
              </a:ext>
            </a:extLst>
          </p:cNvPr>
          <p:cNvCxnSpPr>
            <a:cxnSpLocks/>
            <a:stCxn id="109" idx="2"/>
            <a:endCxn id="103" idx="0"/>
          </p:cNvCxnSpPr>
          <p:nvPr/>
        </p:nvCxnSpPr>
        <p:spPr>
          <a:xfrm>
            <a:off x="3461835" y="2377969"/>
            <a:ext cx="4853" cy="162326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>
            <a:extLst>
              <a:ext uri="{FF2B5EF4-FFF2-40B4-BE49-F238E27FC236}">
                <a16:creationId xmlns:a16="http://schemas.microsoft.com/office/drawing/2014/main" id="{113580F3-6B96-468C-9914-19F7A1654CBA}"/>
              </a:ext>
            </a:extLst>
          </p:cNvPr>
          <p:cNvCxnSpPr/>
          <p:nvPr/>
        </p:nvCxnSpPr>
        <p:spPr>
          <a:xfrm>
            <a:off x="4824882" y="2377394"/>
            <a:ext cx="0" cy="178411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Rectangle 106">
            <a:extLst>
              <a:ext uri="{FF2B5EF4-FFF2-40B4-BE49-F238E27FC236}">
                <a16:creationId xmlns:a16="http://schemas.microsoft.com/office/drawing/2014/main" id="{09CEBF41-C412-421B-B58A-173B3381994B}"/>
              </a:ext>
            </a:extLst>
          </p:cNvPr>
          <p:cNvSpPr/>
          <p:nvPr/>
        </p:nvSpPr>
        <p:spPr>
          <a:xfrm>
            <a:off x="3902530" y="2373868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…</a:t>
            </a: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6F9E8E26-E6AD-4F4D-931F-69D59E4B8F5D}"/>
              </a:ext>
            </a:extLst>
          </p:cNvPr>
          <p:cNvGrpSpPr/>
          <p:nvPr/>
        </p:nvGrpSpPr>
        <p:grpSpPr>
          <a:xfrm>
            <a:off x="2417671" y="401017"/>
            <a:ext cx="2088327" cy="1976952"/>
            <a:chOff x="261168" y="397944"/>
            <a:chExt cx="2088327" cy="1976952"/>
          </a:xfrm>
        </p:grpSpPr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060D1BD3-0C44-4448-B207-AF346FC5FD49}"/>
                </a:ext>
              </a:extLst>
            </p:cNvPr>
            <p:cNvSpPr/>
            <p:nvPr/>
          </p:nvSpPr>
          <p:spPr>
            <a:xfrm>
              <a:off x="261168" y="397944"/>
              <a:ext cx="2088327" cy="197695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Ins="91440" bIns="18288" rtlCol="0" anchor="b"/>
            <a:lstStyle/>
            <a:p>
              <a:pPr algn="ctr"/>
              <a:r>
                <a:rPr lang="en-US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VMC</a:t>
              </a:r>
            </a:p>
          </p:txBody>
        </p:sp>
        <p:grpSp>
          <p:nvGrpSpPr>
            <p:cNvPr id="110" name="Group 109">
              <a:extLst>
                <a:ext uri="{FF2B5EF4-FFF2-40B4-BE49-F238E27FC236}">
                  <a16:creationId xmlns:a16="http://schemas.microsoft.com/office/drawing/2014/main" id="{E4226DB2-117E-422D-BEE1-6CBCD29FC993}"/>
                </a:ext>
              </a:extLst>
            </p:cNvPr>
            <p:cNvGrpSpPr/>
            <p:nvPr/>
          </p:nvGrpSpPr>
          <p:grpSpPr>
            <a:xfrm>
              <a:off x="320335" y="457200"/>
              <a:ext cx="936966" cy="855130"/>
              <a:chOff x="320335" y="457200"/>
              <a:chExt cx="936966" cy="855130"/>
            </a:xfrm>
          </p:grpSpPr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243F52A1-BC9B-40D3-AF8B-7C43A2346818}"/>
                  </a:ext>
                </a:extLst>
              </p:cNvPr>
              <p:cNvSpPr/>
              <p:nvPr/>
            </p:nvSpPr>
            <p:spPr>
              <a:xfrm>
                <a:off x="320335" y="457200"/>
                <a:ext cx="936966" cy="85513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" bIns="9144" rtlCol="0" anchor="b"/>
              <a:lstStyle/>
              <a:p>
                <a:pPr algn="ctr"/>
                <a:r>
                  <a:rPr lang="en-US" sz="7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SPC</a:t>
                </a:r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3F52968D-0D34-441F-AC1E-9DE0342DD050}"/>
                  </a:ext>
                </a:extLst>
              </p:cNvPr>
              <p:cNvSpPr/>
              <p:nvPr/>
            </p:nvSpPr>
            <p:spPr>
              <a:xfrm>
                <a:off x="375368" y="502180"/>
                <a:ext cx="390865" cy="24147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" bIns="9144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</a:t>
                </a:r>
              </a:p>
            </p:txBody>
          </p:sp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D729A4FC-D59F-4DF5-AAB3-EE1406B7FF4F}"/>
                  </a:ext>
                </a:extLst>
              </p:cNvPr>
              <p:cNvSpPr/>
              <p:nvPr/>
            </p:nvSpPr>
            <p:spPr>
              <a:xfrm>
                <a:off x="375368" y="788636"/>
                <a:ext cx="390865" cy="24147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" bIns="9144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</a:t>
                </a:r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608C0026-3D10-452B-8FA9-DE187EA9407E}"/>
                  </a:ext>
                </a:extLst>
              </p:cNvPr>
              <p:cNvSpPr/>
              <p:nvPr/>
            </p:nvSpPr>
            <p:spPr>
              <a:xfrm>
                <a:off x="810103" y="506409"/>
                <a:ext cx="390865" cy="24147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" bIns="9144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</a:t>
                </a:r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468E276B-3B70-4745-BC73-0A2D272901EE}"/>
                  </a:ext>
                </a:extLst>
              </p:cNvPr>
              <p:cNvSpPr/>
              <p:nvPr/>
            </p:nvSpPr>
            <p:spPr>
              <a:xfrm>
                <a:off x="810103" y="788636"/>
                <a:ext cx="390865" cy="24147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" bIns="9144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</a:t>
                </a:r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8E0F3544-5CA3-4CDB-9F2A-80C8B0F79689}"/>
                  </a:ext>
                </a:extLst>
              </p:cNvPr>
              <p:cNvSpPr/>
              <p:nvPr/>
            </p:nvSpPr>
            <p:spPr>
              <a:xfrm>
                <a:off x="380300" y="1061092"/>
                <a:ext cx="820668" cy="12982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" bIns="9144" rtlCol="0" anchor="ctr"/>
              <a:lstStyle/>
              <a:p>
                <a:pPr algn="ctr"/>
                <a:r>
                  <a:rPr lang="en-US" sz="7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Tensor Core</a:t>
                </a:r>
              </a:p>
            </p:txBody>
          </p:sp>
        </p:grpSp>
        <p:grpSp>
          <p:nvGrpSpPr>
            <p:cNvPr id="111" name="Group 110">
              <a:extLst>
                <a:ext uri="{FF2B5EF4-FFF2-40B4-BE49-F238E27FC236}">
                  <a16:creationId xmlns:a16="http://schemas.microsoft.com/office/drawing/2014/main" id="{6172F084-33F7-48A5-AE6B-C10BA3EE75C5}"/>
                </a:ext>
              </a:extLst>
            </p:cNvPr>
            <p:cNvGrpSpPr/>
            <p:nvPr/>
          </p:nvGrpSpPr>
          <p:grpSpPr>
            <a:xfrm>
              <a:off x="1334138" y="457200"/>
              <a:ext cx="936966" cy="855130"/>
              <a:chOff x="320335" y="457200"/>
              <a:chExt cx="936966" cy="855130"/>
            </a:xfrm>
          </p:grpSpPr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4CB61DAA-4785-4F8E-B144-9399B6565078}"/>
                  </a:ext>
                </a:extLst>
              </p:cNvPr>
              <p:cNvSpPr/>
              <p:nvPr/>
            </p:nvSpPr>
            <p:spPr>
              <a:xfrm>
                <a:off x="320335" y="457200"/>
                <a:ext cx="936966" cy="85513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" bIns="9144" rtlCol="0" anchor="b"/>
              <a:lstStyle/>
              <a:p>
                <a:pPr algn="ctr"/>
                <a:r>
                  <a:rPr lang="en-US" sz="7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SPC</a:t>
                </a:r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487453F8-3D1F-4D38-8B97-4EFC68DE2E92}"/>
                  </a:ext>
                </a:extLst>
              </p:cNvPr>
              <p:cNvSpPr/>
              <p:nvPr/>
            </p:nvSpPr>
            <p:spPr>
              <a:xfrm>
                <a:off x="375368" y="502180"/>
                <a:ext cx="390865" cy="24147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" bIns="9144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</a:t>
                </a:r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BFEBBB3C-BC57-46B7-B0D7-8E4D3A86C9D9}"/>
                  </a:ext>
                </a:extLst>
              </p:cNvPr>
              <p:cNvSpPr/>
              <p:nvPr/>
            </p:nvSpPr>
            <p:spPr>
              <a:xfrm>
                <a:off x="375368" y="788636"/>
                <a:ext cx="390865" cy="24147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" bIns="9144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</a:t>
                </a:r>
              </a:p>
            </p:txBody>
          </p:sp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B01003CC-8AA6-4AF7-8BF4-B7B5BFB43470}"/>
                  </a:ext>
                </a:extLst>
              </p:cNvPr>
              <p:cNvSpPr/>
              <p:nvPr/>
            </p:nvSpPr>
            <p:spPr>
              <a:xfrm>
                <a:off x="810103" y="506409"/>
                <a:ext cx="390865" cy="24147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" bIns="9144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</a:t>
                </a:r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7D91A112-34E2-4864-B372-03DD77D81BE7}"/>
                  </a:ext>
                </a:extLst>
              </p:cNvPr>
              <p:cNvSpPr/>
              <p:nvPr/>
            </p:nvSpPr>
            <p:spPr>
              <a:xfrm>
                <a:off x="810103" y="788636"/>
                <a:ext cx="390865" cy="24147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" bIns="9144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</a:t>
                </a:r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1D977A9F-C18E-4239-9FA2-0F651CD5476B}"/>
                  </a:ext>
                </a:extLst>
              </p:cNvPr>
              <p:cNvSpPr/>
              <p:nvPr/>
            </p:nvSpPr>
            <p:spPr>
              <a:xfrm>
                <a:off x="380300" y="1061092"/>
                <a:ext cx="820668" cy="12982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" bIns="9144" rtlCol="0" anchor="ctr"/>
              <a:lstStyle/>
              <a:p>
                <a:pPr algn="ctr"/>
                <a:r>
                  <a:rPr lang="en-US" sz="7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Tensor Core</a:t>
                </a:r>
              </a:p>
            </p:txBody>
          </p:sp>
        </p:grpSp>
        <p:grpSp>
          <p:nvGrpSpPr>
            <p:cNvPr id="112" name="Group 111">
              <a:extLst>
                <a:ext uri="{FF2B5EF4-FFF2-40B4-BE49-F238E27FC236}">
                  <a16:creationId xmlns:a16="http://schemas.microsoft.com/office/drawing/2014/main" id="{AB8357E8-1EA4-41C8-90CE-69ABA7A9C4EE}"/>
                </a:ext>
              </a:extLst>
            </p:cNvPr>
            <p:cNvGrpSpPr/>
            <p:nvPr/>
          </p:nvGrpSpPr>
          <p:grpSpPr>
            <a:xfrm>
              <a:off x="320335" y="1380071"/>
              <a:ext cx="936966" cy="855130"/>
              <a:chOff x="320335" y="457200"/>
              <a:chExt cx="936966" cy="855130"/>
            </a:xfrm>
          </p:grpSpPr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B791DBC6-BFDE-4ABB-86E7-ACAA9A15E51B}"/>
                  </a:ext>
                </a:extLst>
              </p:cNvPr>
              <p:cNvSpPr/>
              <p:nvPr/>
            </p:nvSpPr>
            <p:spPr>
              <a:xfrm>
                <a:off x="320335" y="457200"/>
                <a:ext cx="936966" cy="85513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" bIns="9144" rtlCol="0" anchor="b"/>
              <a:lstStyle/>
              <a:p>
                <a:pPr algn="ctr"/>
                <a:r>
                  <a:rPr lang="en-US" sz="70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SPC</a:t>
                </a:r>
                <a:endParaRPr lang="en-US" sz="7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E3BB7983-1C3A-4658-B89A-C893956BA73C}"/>
                  </a:ext>
                </a:extLst>
              </p:cNvPr>
              <p:cNvSpPr/>
              <p:nvPr/>
            </p:nvSpPr>
            <p:spPr>
              <a:xfrm>
                <a:off x="375368" y="502180"/>
                <a:ext cx="390865" cy="24147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" bIns="9144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</a:t>
                </a:r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5981E5A7-1923-4973-9889-25E95C61BAEE}"/>
                  </a:ext>
                </a:extLst>
              </p:cNvPr>
              <p:cNvSpPr/>
              <p:nvPr/>
            </p:nvSpPr>
            <p:spPr>
              <a:xfrm>
                <a:off x="375368" y="788636"/>
                <a:ext cx="390865" cy="24147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" bIns="9144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</a:t>
                </a:r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6F6D182A-8A9E-40F7-8437-AB77CF82FC8B}"/>
                  </a:ext>
                </a:extLst>
              </p:cNvPr>
              <p:cNvSpPr/>
              <p:nvPr/>
            </p:nvSpPr>
            <p:spPr>
              <a:xfrm>
                <a:off x="810103" y="506409"/>
                <a:ext cx="390865" cy="24147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" bIns="9144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</a:t>
                </a:r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B2E35792-BDF3-491C-999F-BE3744752E45}"/>
                  </a:ext>
                </a:extLst>
              </p:cNvPr>
              <p:cNvSpPr/>
              <p:nvPr/>
            </p:nvSpPr>
            <p:spPr>
              <a:xfrm>
                <a:off x="810103" y="788636"/>
                <a:ext cx="390865" cy="24147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" bIns="9144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</a:t>
                </a:r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28507A0E-B8FD-4F12-B9C9-24B2057E2451}"/>
                  </a:ext>
                </a:extLst>
              </p:cNvPr>
              <p:cNvSpPr/>
              <p:nvPr/>
            </p:nvSpPr>
            <p:spPr>
              <a:xfrm>
                <a:off x="380300" y="1061092"/>
                <a:ext cx="820668" cy="12982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" bIns="9144" rtlCol="0" anchor="ctr"/>
              <a:lstStyle/>
              <a:p>
                <a:pPr algn="ctr"/>
                <a:r>
                  <a:rPr lang="en-US" sz="7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Tensor Core</a:t>
                </a:r>
              </a:p>
            </p:txBody>
          </p:sp>
        </p:grpSp>
        <p:grpSp>
          <p:nvGrpSpPr>
            <p:cNvPr id="113" name="Group 112">
              <a:extLst>
                <a:ext uri="{FF2B5EF4-FFF2-40B4-BE49-F238E27FC236}">
                  <a16:creationId xmlns:a16="http://schemas.microsoft.com/office/drawing/2014/main" id="{C9F34FE0-2F0E-4435-BDAA-854B2DA6B6B3}"/>
                </a:ext>
              </a:extLst>
            </p:cNvPr>
            <p:cNvGrpSpPr/>
            <p:nvPr/>
          </p:nvGrpSpPr>
          <p:grpSpPr>
            <a:xfrm>
              <a:off x="1334138" y="1378657"/>
              <a:ext cx="936966" cy="855130"/>
              <a:chOff x="320335" y="457200"/>
              <a:chExt cx="936966" cy="855130"/>
            </a:xfrm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C927A742-3C75-4CA4-BE8A-322816D34E74}"/>
                  </a:ext>
                </a:extLst>
              </p:cNvPr>
              <p:cNvSpPr/>
              <p:nvPr/>
            </p:nvSpPr>
            <p:spPr>
              <a:xfrm>
                <a:off x="320335" y="457200"/>
                <a:ext cx="936966" cy="855130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" bIns="9144" rtlCol="0" anchor="b"/>
              <a:lstStyle/>
              <a:p>
                <a:pPr algn="ctr"/>
                <a:r>
                  <a:rPr lang="en-US" sz="7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SPC</a:t>
                </a:r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D1C516D5-A9C9-45CC-97C3-215F51526A04}"/>
                  </a:ext>
                </a:extLst>
              </p:cNvPr>
              <p:cNvSpPr/>
              <p:nvPr/>
            </p:nvSpPr>
            <p:spPr>
              <a:xfrm>
                <a:off x="375368" y="502180"/>
                <a:ext cx="390865" cy="24147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" bIns="9144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</a:t>
                </a:r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0E0EDCDC-F374-4B7B-9F75-2DC0236E9627}"/>
                  </a:ext>
                </a:extLst>
              </p:cNvPr>
              <p:cNvSpPr/>
              <p:nvPr/>
            </p:nvSpPr>
            <p:spPr>
              <a:xfrm>
                <a:off x="375368" y="788636"/>
                <a:ext cx="390865" cy="24147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" bIns="9144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</a:t>
                </a:r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C7BBCE09-A3E7-4FCB-BD56-CDBCFADD0973}"/>
                  </a:ext>
                </a:extLst>
              </p:cNvPr>
              <p:cNvSpPr/>
              <p:nvPr/>
            </p:nvSpPr>
            <p:spPr>
              <a:xfrm>
                <a:off x="810103" y="506409"/>
                <a:ext cx="390865" cy="24147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" bIns="9144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</a:t>
                </a:r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91C91192-5C0B-418F-87C8-AAC4F580A62E}"/>
                  </a:ext>
                </a:extLst>
              </p:cNvPr>
              <p:cNvSpPr/>
              <p:nvPr/>
            </p:nvSpPr>
            <p:spPr>
              <a:xfrm>
                <a:off x="810103" y="788636"/>
                <a:ext cx="390865" cy="241476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" bIns="9144" rtlCol="0" anchor="ctr"/>
              <a:lstStyle/>
              <a:p>
                <a:pPr algn="ctr"/>
                <a:r>
                  <a:rPr lang="en-US" sz="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</a:t>
                </a:r>
              </a:p>
            </p:txBody>
          </p: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00B9E6B9-5A73-4E76-A153-B92F94001F22}"/>
                  </a:ext>
                </a:extLst>
              </p:cNvPr>
              <p:cNvSpPr/>
              <p:nvPr/>
            </p:nvSpPr>
            <p:spPr>
              <a:xfrm>
                <a:off x="380300" y="1061092"/>
                <a:ext cx="820668" cy="129827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9144" bIns="9144" rtlCol="0" anchor="ctr"/>
              <a:lstStyle/>
              <a:p>
                <a:pPr algn="ctr"/>
                <a:r>
                  <a:rPr lang="en-US" sz="7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Tensor Core</a:t>
                </a:r>
              </a:p>
            </p:txBody>
          </p:sp>
        </p:grpSp>
      </p:grpSp>
      <p:sp>
        <p:nvSpPr>
          <p:cNvPr id="16" name="Callout: Line 15">
            <a:extLst>
              <a:ext uri="{FF2B5EF4-FFF2-40B4-BE49-F238E27FC236}">
                <a16:creationId xmlns:a16="http://schemas.microsoft.com/office/drawing/2014/main" id="{BA9211AD-D9C8-496F-ADD2-0132F741B080}"/>
              </a:ext>
            </a:extLst>
          </p:cNvPr>
          <p:cNvSpPr/>
          <p:nvPr/>
        </p:nvSpPr>
        <p:spPr>
          <a:xfrm flipH="1">
            <a:off x="103122" y="304801"/>
            <a:ext cx="1870774" cy="2196777"/>
          </a:xfrm>
          <a:prstGeom prst="borderCallout1">
            <a:avLst>
              <a:gd name="adj1" fmla="val 42530"/>
              <a:gd name="adj2" fmla="val -140"/>
              <a:gd name="adj3" fmla="val 52407"/>
              <a:gd name="adj4" fmla="val -29554"/>
            </a:avLst>
          </a:prstGeom>
          <a:solidFill>
            <a:schemeClr val="bg1">
              <a:lumMod val="85000"/>
            </a:schemeClr>
          </a:solidFill>
          <a:ln w="9525"/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18288" rtlCol="0" anchor="b"/>
          <a:lstStyle/>
          <a:p>
            <a:pPr algn="ctr"/>
            <a:r>
              <a:rPr lang="en-US" sz="11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</a:t>
            </a:r>
            <a:endParaRPr 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D9C28247-7E92-46F9-B6EB-E62A3B993973}"/>
              </a:ext>
            </a:extLst>
          </p:cNvPr>
          <p:cNvSpPr/>
          <p:nvPr/>
        </p:nvSpPr>
        <p:spPr>
          <a:xfrm>
            <a:off x="176021" y="365763"/>
            <a:ext cx="813011" cy="8157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" bIns="9144" rtlCol="0" anchor="b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4A83363-9A93-4B67-BC1C-18072A976AAA}"/>
              </a:ext>
            </a:extLst>
          </p:cNvPr>
          <p:cNvGrpSpPr/>
          <p:nvPr/>
        </p:nvGrpSpPr>
        <p:grpSpPr>
          <a:xfrm>
            <a:off x="221539" y="407054"/>
            <a:ext cx="722532" cy="657158"/>
            <a:chOff x="303742" y="-187626"/>
            <a:chExt cx="637116" cy="606878"/>
          </a:xfrm>
        </p:grpSpPr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C25728D9-D017-47DE-9B50-02548EC5C1A2}"/>
                </a:ext>
              </a:extLst>
            </p:cNvPr>
            <p:cNvSpPr/>
            <p:nvPr/>
          </p:nvSpPr>
          <p:spPr>
            <a:xfrm>
              <a:off x="303742" y="-184706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049C9521-ABFE-4E0F-B349-14EC52EFF02A}"/>
                </a:ext>
              </a:extLst>
            </p:cNvPr>
            <p:cNvSpPr/>
            <p:nvPr/>
          </p:nvSpPr>
          <p:spPr>
            <a:xfrm>
              <a:off x="303742" y="-105053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29E1F855-C99C-46A4-BBC9-C9DC0F3CFAD8}"/>
                </a:ext>
              </a:extLst>
            </p:cNvPr>
            <p:cNvSpPr/>
            <p:nvPr/>
          </p:nvSpPr>
          <p:spPr>
            <a:xfrm>
              <a:off x="303742" y="-39827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8B2DEB11-4002-4E85-9D02-675BBEF22267}"/>
                </a:ext>
              </a:extLst>
            </p:cNvPr>
            <p:cNvSpPr/>
            <p:nvPr/>
          </p:nvSpPr>
          <p:spPr>
            <a:xfrm>
              <a:off x="303742" y="39826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52C24901-9174-4B56-9CA0-ACBE25F2F2A0}"/>
                </a:ext>
              </a:extLst>
            </p:cNvPr>
            <p:cNvSpPr/>
            <p:nvPr/>
          </p:nvSpPr>
          <p:spPr>
            <a:xfrm>
              <a:off x="303742" y="115062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95AABE50-563A-474D-9495-5EF2C26EEC06}"/>
                </a:ext>
              </a:extLst>
            </p:cNvPr>
            <p:cNvSpPr/>
            <p:nvPr/>
          </p:nvSpPr>
          <p:spPr>
            <a:xfrm>
              <a:off x="303742" y="194715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266B6F64-182E-4294-A776-24A87D1C01E9}"/>
                </a:ext>
              </a:extLst>
            </p:cNvPr>
            <p:cNvSpPr/>
            <p:nvPr/>
          </p:nvSpPr>
          <p:spPr>
            <a:xfrm>
              <a:off x="303742" y="259941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2E383748-F4E5-4677-B82D-3FE692C6E1EB}"/>
                </a:ext>
              </a:extLst>
            </p:cNvPr>
            <p:cNvSpPr/>
            <p:nvPr/>
          </p:nvSpPr>
          <p:spPr>
            <a:xfrm>
              <a:off x="303742" y="339594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7686B117-B987-4940-9A1E-E68C9F75EC76}"/>
                </a:ext>
              </a:extLst>
            </p:cNvPr>
            <p:cNvSpPr/>
            <p:nvPr/>
          </p:nvSpPr>
          <p:spPr>
            <a:xfrm>
              <a:off x="460375" y="-184701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B316A109-2A33-4D18-803A-799219B72352}"/>
                </a:ext>
              </a:extLst>
            </p:cNvPr>
            <p:cNvSpPr/>
            <p:nvPr/>
          </p:nvSpPr>
          <p:spPr>
            <a:xfrm>
              <a:off x="460375" y="-105048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082C60AA-D194-4916-BB20-6B91B9C81094}"/>
                </a:ext>
              </a:extLst>
            </p:cNvPr>
            <p:cNvSpPr/>
            <p:nvPr/>
          </p:nvSpPr>
          <p:spPr>
            <a:xfrm>
              <a:off x="460375" y="-39822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6C3C833A-B839-4027-B580-AF1C54B9E303}"/>
                </a:ext>
              </a:extLst>
            </p:cNvPr>
            <p:cNvSpPr/>
            <p:nvPr/>
          </p:nvSpPr>
          <p:spPr>
            <a:xfrm>
              <a:off x="460375" y="39831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D0A82DE6-9A12-4E56-9590-A5555F2275D3}"/>
                </a:ext>
              </a:extLst>
            </p:cNvPr>
            <p:cNvSpPr/>
            <p:nvPr/>
          </p:nvSpPr>
          <p:spPr>
            <a:xfrm>
              <a:off x="460375" y="115067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678C672D-4537-4B4D-9B07-66837123A246}"/>
                </a:ext>
              </a:extLst>
            </p:cNvPr>
            <p:cNvSpPr/>
            <p:nvPr/>
          </p:nvSpPr>
          <p:spPr>
            <a:xfrm>
              <a:off x="460375" y="194720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726B758F-94B2-4C7C-87CF-EEB4B11B3E1F}"/>
                </a:ext>
              </a:extLst>
            </p:cNvPr>
            <p:cNvSpPr/>
            <p:nvPr/>
          </p:nvSpPr>
          <p:spPr>
            <a:xfrm>
              <a:off x="460375" y="259946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11E102E1-FB48-43D0-A56E-EF4BDA89F38D}"/>
                </a:ext>
              </a:extLst>
            </p:cNvPr>
            <p:cNvSpPr/>
            <p:nvPr/>
          </p:nvSpPr>
          <p:spPr>
            <a:xfrm>
              <a:off x="460375" y="339599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6A7CBF55-FD3A-4F2A-A064-D35F8E78DADE}"/>
                </a:ext>
              </a:extLst>
            </p:cNvPr>
            <p:cNvSpPr/>
            <p:nvPr/>
          </p:nvSpPr>
          <p:spPr>
            <a:xfrm>
              <a:off x="622300" y="-187626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FA1ACEF2-3644-45D2-9D08-2585A1F90843}"/>
                </a:ext>
              </a:extLst>
            </p:cNvPr>
            <p:cNvSpPr/>
            <p:nvPr/>
          </p:nvSpPr>
          <p:spPr>
            <a:xfrm>
              <a:off x="622300" y="-107973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F0BD2B19-B1FE-4C52-835D-B617C3528466}"/>
                </a:ext>
              </a:extLst>
            </p:cNvPr>
            <p:cNvSpPr/>
            <p:nvPr/>
          </p:nvSpPr>
          <p:spPr>
            <a:xfrm>
              <a:off x="622300" y="-42747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16734099-42CB-4BD8-BBAF-38B645B8DA5E}"/>
                </a:ext>
              </a:extLst>
            </p:cNvPr>
            <p:cNvSpPr/>
            <p:nvPr/>
          </p:nvSpPr>
          <p:spPr>
            <a:xfrm>
              <a:off x="622300" y="36906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9146D63A-7D60-4F5B-9955-311887715BEA}"/>
                </a:ext>
              </a:extLst>
            </p:cNvPr>
            <p:cNvSpPr/>
            <p:nvPr/>
          </p:nvSpPr>
          <p:spPr>
            <a:xfrm>
              <a:off x="622300" y="112142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39C980AD-EA4F-4AF8-A07D-D99F5B3CB497}"/>
                </a:ext>
              </a:extLst>
            </p:cNvPr>
            <p:cNvSpPr/>
            <p:nvPr/>
          </p:nvSpPr>
          <p:spPr>
            <a:xfrm>
              <a:off x="622300" y="191795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6EBF61B5-36BB-4B32-8690-4FB120731A91}"/>
                </a:ext>
              </a:extLst>
            </p:cNvPr>
            <p:cNvSpPr/>
            <p:nvPr/>
          </p:nvSpPr>
          <p:spPr>
            <a:xfrm>
              <a:off x="622300" y="257021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80ABDDF7-5CB1-4FF0-A2CD-8D6AD980689A}"/>
                </a:ext>
              </a:extLst>
            </p:cNvPr>
            <p:cNvSpPr/>
            <p:nvPr/>
          </p:nvSpPr>
          <p:spPr>
            <a:xfrm>
              <a:off x="622300" y="336674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6DC93936-391E-43F6-A533-82CD9872A8F4}"/>
                </a:ext>
              </a:extLst>
            </p:cNvPr>
            <p:cNvSpPr/>
            <p:nvPr/>
          </p:nvSpPr>
          <p:spPr>
            <a:xfrm>
              <a:off x="778933" y="-187621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9BEA6115-8309-48C1-AA4F-95E7796BD1FA}"/>
                </a:ext>
              </a:extLst>
            </p:cNvPr>
            <p:cNvSpPr/>
            <p:nvPr/>
          </p:nvSpPr>
          <p:spPr>
            <a:xfrm>
              <a:off x="778933" y="-107968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FA0CC49A-2406-4841-92A0-CB29969418FD}"/>
                </a:ext>
              </a:extLst>
            </p:cNvPr>
            <p:cNvSpPr/>
            <p:nvPr/>
          </p:nvSpPr>
          <p:spPr>
            <a:xfrm>
              <a:off x="778933" y="-42742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0EABA89A-FD83-4C51-9375-52CB9CC243CB}"/>
                </a:ext>
              </a:extLst>
            </p:cNvPr>
            <p:cNvSpPr/>
            <p:nvPr/>
          </p:nvSpPr>
          <p:spPr>
            <a:xfrm>
              <a:off x="778933" y="36911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17294D76-254C-47EC-8EAF-D0C635C3053E}"/>
                </a:ext>
              </a:extLst>
            </p:cNvPr>
            <p:cNvSpPr/>
            <p:nvPr/>
          </p:nvSpPr>
          <p:spPr>
            <a:xfrm>
              <a:off x="778933" y="112147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07" name="Rectangle 206">
              <a:extLst>
                <a:ext uri="{FF2B5EF4-FFF2-40B4-BE49-F238E27FC236}">
                  <a16:creationId xmlns:a16="http://schemas.microsoft.com/office/drawing/2014/main" id="{F8BD6304-E469-4BED-B289-4697C317215E}"/>
                </a:ext>
              </a:extLst>
            </p:cNvPr>
            <p:cNvSpPr/>
            <p:nvPr/>
          </p:nvSpPr>
          <p:spPr>
            <a:xfrm>
              <a:off x="778933" y="191800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ACDA0998-0800-4105-8858-54BDAC351976}"/>
                </a:ext>
              </a:extLst>
            </p:cNvPr>
            <p:cNvSpPr/>
            <p:nvPr/>
          </p:nvSpPr>
          <p:spPr>
            <a:xfrm>
              <a:off x="778933" y="257026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4A4594CD-C750-4255-AC05-476E177763CE}"/>
                </a:ext>
              </a:extLst>
            </p:cNvPr>
            <p:cNvSpPr/>
            <p:nvPr/>
          </p:nvSpPr>
          <p:spPr>
            <a:xfrm>
              <a:off x="778933" y="336679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</p:grpSp>
      <p:sp>
        <p:nvSpPr>
          <p:cNvPr id="210" name="Rectangle 209">
            <a:extLst>
              <a:ext uri="{FF2B5EF4-FFF2-40B4-BE49-F238E27FC236}">
                <a16:creationId xmlns:a16="http://schemas.microsoft.com/office/drawing/2014/main" id="{F3A94935-82C0-4386-B340-9EE93D103E7A}"/>
              </a:ext>
            </a:extLst>
          </p:cNvPr>
          <p:cNvSpPr/>
          <p:nvPr/>
        </p:nvSpPr>
        <p:spPr>
          <a:xfrm>
            <a:off x="1099415" y="370429"/>
            <a:ext cx="813011" cy="8157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" bIns="9144" rtlCol="0" anchor="b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</a:p>
        </p:txBody>
      </p: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691FDC6E-AADF-443A-99F6-572827EF3969}"/>
              </a:ext>
            </a:extLst>
          </p:cNvPr>
          <p:cNvGrpSpPr/>
          <p:nvPr/>
        </p:nvGrpSpPr>
        <p:grpSpPr>
          <a:xfrm>
            <a:off x="1144933" y="411720"/>
            <a:ext cx="722532" cy="657158"/>
            <a:chOff x="303742" y="-187626"/>
            <a:chExt cx="637116" cy="606878"/>
          </a:xfrm>
        </p:grpSpPr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41F9BA64-EB32-4A5E-875C-0706A965370E}"/>
                </a:ext>
              </a:extLst>
            </p:cNvPr>
            <p:cNvSpPr/>
            <p:nvPr/>
          </p:nvSpPr>
          <p:spPr>
            <a:xfrm>
              <a:off x="303742" y="-184706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601AB1FF-C689-45F8-A115-F747D7D001B7}"/>
                </a:ext>
              </a:extLst>
            </p:cNvPr>
            <p:cNvSpPr/>
            <p:nvPr/>
          </p:nvSpPr>
          <p:spPr>
            <a:xfrm>
              <a:off x="303742" y="-105053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4EA92AA2-EA79-44F3-B83B-7FED7B577907}"/>
                </a:ext>
              </a:extLst>
            </p:cNvPr>
            <p:cNvSpPr/>
            <p:nvPr/>
          </p:nvSpPr>
          <p:spPr>
            <a:xfrm>
              <a:off x="303742" y="-39827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B21972BA-65B9-477B-A56D-9DDEF694411F}"/>
                </a:ext>
              </a:extLst>
            </p:cNvPr>
            <p:cNvSpPr/>
            <p:nvPr/>
          </p:nvSpPr>
          <p:spPr>
            <a:xfrm>
              <a:off x="303742" y="39826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9A7F6430-1B16-4BB1-8C20-337C45FFF418}"/>
                </a:ext>
              </a:extLst>
            </p:cNvPr>
            <p:cNvSpPr/>
            <p:nvPr/>
          </p:nvSpPr>
          <p:spPr>
            <a:xfrm>
              <a:off x="303742" y="115062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86BEE8C4-0850-49C8-AD85-B667E3480EF0}"/>
                </a:ext>
              </a:extLst>
            </p:cNvPr>
            <p:cNvSpPr/>
            <p:nvPr/>
          </p:nvSpPr>
          <p:spPr>
            <a:xfrm>
              <a:off x="303742" y="194715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18" name="Rectangle 217">
              <a:extLst>
                <a:ext uri="{FF2B5EF4-FFF2-40B4-BE49-F238E27FC236}">
                  <a16:creationId xmlns:a16="http://schemas.microsoft.com/office/drawing/2014/main" id="{98294075-036D-407B-ACEE-77466761B529}"/>
                </a:ext>
              </a:extLst>
            </p:cNvPr>
            <p:cNvSpPr/>
            <p:nvPr/>
          </p:nvSpPr>
          <p:spPr>
            <a:xfrm>
              <a:off x="303742" y="259941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19" name="Rectangle 218">
              <a:extLst>
                <a:ext uri="{FF2B5EF4-FFF2-40B4-BE49-F238E27FC236}">
                  <a16:creationId xmlns:a16="http://schemas.microsoft.com/office/drawing/2014/main" id="{EFFB8874-9BB8-4474-B78D-A4DE729D6195}"/>
                </a:ext>
              </a:extLst>
            </p:cNvPr>
            <p:cNvSpPr/>
            <p:nvPr/>
          </p:nvSpPr>
          <p:spPr>
            <a:xfrm>
              <a:off x="303742" y="339594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20" name="Rectangle 219">
              <a:extLst>
                <a:ext uri="{FF2B5EF4-FFF2-40B4-BE49-F238E27FC236}">
                  <a16:creationId xmlns:a16="http://schemas.microsoft.com/office/drawing/2014/main" id="{5340AAEC-9EBD-4F92-A619-9CF831CA7F5B}"/>
                </a:ext>
              </a:extLst>
            </p:cNvPr>
            <p:cNvSpPr/>
            <p:nvPr/>
          </p:nvSpPr>
          <p:spPr>
            <a:xfrm>
              <a:off x="460375" y="-184701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21" name="Rectangle 220">
              <a:extLst>
                <a:ext uri="{FF2B5EF4-FFF2-40B4-BE49-F238E27FC236}">
                  <a16:creationId xmlns:a16="http://schemas.microsoft.com/office/drawing/2014/main" id="{018D37AC-7F0E-46B8-93A3-E67474F276C6}"/>
                </a:ext>
              </a:extLst>
            </p:cNvPr>
            <p:cNvSpPr/>
            <p:nvPr/>
          </p:nvSpPr>
          <p:spPr>
            <a:xfrm>
              <a:off x="460375" y="-105048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22" name="Rectangle 221">
              <a:extLst>
                <a:ext uri="{FF2B5EF4-FFF2-40B4-BE49-F238E27FC236}">
                  <a16:creationId xmlns:a16="http://schemas.microsoft.com/office/drawing/2014/main" id="{A11C3D9A-AE2B-485A-AEE0-E4FD78408583}"/>
                </a:ext>
              </a:extLst>
            </p:cNvPr>
            <p:cNvSpPr/>
            <p:nvPr/>
          </p:nvSpPr>
          <p:spPr>
            <a:xfrm>
              <a:off x="460375" y="-39822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23" name="Rectangle 222">
              <a:extLst>
                <a:ext uri="{FF2B5EF4-FFF2-40B4-BE49-F238E27FC236}">
                  <a16:creationId xmlns:a16="http://schemas.microsoft.com/office/drawing/2014/main" id="{5821C3C1-E722-40B1-810A-26126B27C869}"/>
                </a:ext>
              </a:extLst>
            </p:cNvPr>
            <p:cNvSpPr/>
            <p:nvPr/>
          </p:nvSpPr>
          <p:spPr>
            <a:xfrm>
              <a:off x="460375" y="39831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24" name="Rectangle 223">
              <a:extLst>
                <a:ext uri="{FF2B5EF4-FFF2-40B4-BE49-F238E27FC236}">
                  <a16:creationId xmlns:a16="http://schemas.microsoft.com/office/drawing/2014/main" id="{82DFBEA6-AECA-4C49-9C54-22B3DE856B5E}"/>
                </a:ext>
              </a:extLst>
            </p:cNvPr>
            <p:cNvSpPr/>
            <p:nvPr/>
          </p:nvSpPr>
          <p:spPr>
            <a:xfrm>
              <a:off x="460375" y="115067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25" name="Rectangle 224">
              <a:extLst>
                <a:ext uri="{FF2B5EF4-FFF2-40B4-BE49-F238E27FC236}">
                  <a16:creationId xmlns:a16="http://schemas.microsoft.com/office/drawing/2014/main" id="{7C91B7AA-E1A0-4DA0-BD4D-C0D54639A7D1}"/>
                </a:ext>
              </a:extLst>
            </p:cNvPr>
            <p:cNvSpPr/>
            <p:nvPr/>
          </p:nvSpPr>
          <p:spPr>
            <a:xfrm>
              <a:off x="460375" y="194720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26" name="Rectangle 225">
              <a:extLst>
                <a:ext uri="{FF2B5EF4-FFF2-40B4-BE49-F238E27FC236}">
                  <a16:creationId xmlns:a16="http://schemas.microsoft.com/office/drawing/2014/main" id="{0387E068-BC33-4717-9C35-E3AB7BD3B11F}"/>
                </a:ext>
              </a:extLst>
            </p:cNvPr>
            <p:cNvSpPr/>
            <p:nvPr/>
          </p:nvSpPr>
          <p:spPr>
            <a:xfrm>
              <a:off x="460375" y="259946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27" name="Rectangle 226">
              <a:extLst>
                <a:ext uri="{FF2B5EF4-FFF2-40B4-BE49-F238E27FC236}">
                  <a16:creationId xmlns:a16="http://schemas.microsoft.com/office/drawing/2014/main" id="{A61EB5A2-5686-45A3-9914-59E70D9823EE}"/>
                </a:ext>
              </a:extLst>
            </p:cNvPr>
            <p:cNvSpPr/>
            <p:nvPr/>
          </p:nvSpPr>
          <p:spPr>
            <a:xfrm>
              <a:off x="460375" y="339599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28" name="Rectangle 227">
              <a:extLst>
                <a:ext uri="{FF2B5EF4-FFF2-40B4-BE49-F238E27FC236}">
                  <a16:creationId xmlns:a16="http://schemas.microsoft.com/office/drawing/2014/main" id="{B7A5F3BF-7C93-4AC1-9BD5-395FA21C7B99}"/>
                </a:ext>
              </a:extLst>
            </p:cNvPr>
            <p:cNvSpPr/>
            <p:nvPr/>
          </p:nvSpPr>
          <p:spPr>
            <a:xfrm>
              <a:off x="622300" y="-187626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C783E634-B78C-4C7C-97C9-833F7D53BFFF}"/>
                </a:ext>
              </a:extLst>
            </p:cNvPr>
            <p:cNvSpPr/>
            <p:nvPr/>
          </p:nvSpPr>
          <p:spPr>
            <a:xfrm>
              <a:off x="622300" y="-107973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30" name="Rectangle 229">
              <a:extLst>
                <a:ext uri="{FF2B5EF4-FFF2-40B4-BE49-F238E27FC236}">
                  <a16:creationId xmlns:a16="http://schemas.microsoft.com/office/drawing/2014/main" id="{E33A994F-5537-472B-9264-4B983C60CDA7}"/>
                </a:ext>
              </a:extLst>
            </p:cNvPr>
            <p:cNvSpPr/>
            <p:nvPr/>
          </p:nvSpPr>
          <p:spPr>
            <a:xfrm>
              <a:off x="622300" y="-42747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E686AC65-AC4B-44D6-AA07-0AF794FF5F14}"/>
                </a:ext>
              </a:extLst>
            </p:cNvPr>
            <p:cNvSpPr/>
            <p:nvPr/>
          </p:nvSpPr>
          <p:spPr>
            <a:xfrm>
              <a:off x="622300" y="36906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32" name="Rectangle 231">
              <a:extLst>
                <a:ext uri="{FF2B5EF4-FFF2-40B4-BE49-F238E27FC236}">
                  <a16:creationId xmlns:a16="http://schemas.microsoft.com/office/drawing/2014/main" id="{756E29F2-8726-4691-999D-988B1822023D}"/>
                </a:ext>
              </a:extLst>
            </p:cNvPr>
            <p:cNvSpPr/>
            <p:nvPr/>
          </p:nvSpPr>
          <p:spPr>
            <a:xfrm>
              <a:off x="622300" y="112142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88A3CBE8-C92D-4B9E-B991-E84E7771F659}"/>
                </a:ext>
              </a:extLst>
            </p:cNvPr>
            <p:cNvSpPr/>
            <p:nvPr/>
          </p:nvSpPr>
          <p:spPr>
            <a:xfrm>
              <a:off x="622300" y="191795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34" name="Rectangle 233">
              <a:extLst>
                <a:ext uri="{FF2B5EF4-FFF2-40B4-BE49-F238E27FC236}">
                  <a16:creationId xmlns:a16="http://schemas.microsoft.com/office/drawing/2014/main" id="{157CB22C-0117-4F28-B8D9-81EC2A659EDB}"/>
                </a:ext>
              </a:extLst>
            </p:cNvPr>
            <p:cNvSpPr/>
            <p:nvPr/>
          </p:nvSpPr>
          <p:spPr>
            <a:xfrm>
              <a:off x="622300" y="257021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9EAACE4F-A8C1-4CED-A816-AC9911963B7E}"/>
                </a:ext>
              </a:extLst>
            </p:cNvPr>
            <p:cNvSpPr/>
            <p:nvPr/>
          </p:nvSpPr>
          <p:spPr>
            <a:xfrm>
              <a:off x="622300" y="336674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36" name="Rectangle 235">
              <a:extLst>
                <a:ext uri="{FF2B5EF4-FFF2-40B4-BE49-F238E27FC236}">
                  <a16:creationId xmlns:a16="http://schemas.microsoft.com/office/drawing/2014/main" id="{EBD1E8CD-607B-4D70-88B2-F2EF26AF9F4A}"/>
                </a:ext>
              </a:extLst>
            </p:cNvPr>
            <p:cNvSpPr/>
            <p:nvPr/>
          </p:nvSpPr>
          <p:spPr>
            <a:xfrm>
              <a:off x="778933" y="-187621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7EB78421-24E6-4C1A-B975-D3BEA224FEDC}"/>
                </a:ext>
              </a:extLst>
            </p:cNvPr>
            <p:cNvSpPr/>
            <p:nvPr/>
          </p:nvSpPr>
          <p:spPr>
            <a:xfrm>
              <a:off x="778933" y="-107968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38" name="Rectangle 237">
              <a:extLst>
                <a:ext uri="{FF2B5EF4-FFF2-40B4-BE49-F238E27FC236}">
                  <a16:creationId xmlns:a16="http://schemas.microsoft.com/office/drawing/2014/main" id="{72E1B499-5A82-42D2-A6F7-8771510742E8}"/>
                </a:ext>
              </a:extLst>
            </p:cNvPr>
            <p:cNvSpPr/>
            <p:nvPr/>
          </p:nvSpPr>
          <p:spPr>
            <a:xfrm>
              <a:off x="778933" y="-42742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AD147517-357B-4B1C-92AD-267784D410DA}"/>
                </a:ext>
              </a:extLst>
            </p:cNvPr>
            <p:cNvSpPr/>
            <p:nvPr/>
          </p:nvSpPr>
          <p:spPr>
            <a:xfrm>
              <a:off x="778933" y="36911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40" name="Rectangle 239">
              <a:extLst>
                <a:ext uri="{FF2B5EF4-FFF2-40B4-BE49-F238E27FC236}">
                  <a16:creationId xmlns:a16="http://schemas.microsoft.com/office/drawing/2014/main" id="{F6E34488-58BC-4716-9555-BEBA4D000992}"/>
                </a:ext>
              </a:extLst>
            </p:cNvPr>
            <p:cNvSpPr/>
            <p:nvPr/>
          </p:nvSpPr>
          <p:spPr>
            <a:xfrm>
              <a:off x="778933" y="112147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CC37D9C7-37C2-4106-85AD-9E6ADF35B105}"/>
                </a:ext>
              </a:extLst>
            </p:cNvPr>
            <p:cNvSpPr/>
            <p:nvPr/>
          </p:nvSpPr>
          <p:spPr>
            <a:xfrm>
              <a:off x="778933" y="191800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42" name="Rectangle 241">
              <a:extLst>
                <a:ext uri="{FF2B5EF4-FFF2-40B4-BE49-F238E27FC236}">
                  <a16:creationId xmlns:a16="http://schemas.microsoft.com/office/drawing/2014/main" id="{37F58A53-87A0-4A94-AE89-09211DC43B92}"/>
                </a:ext>
              </a:extLst>
            </p:cNvPr>
            <p:cNvSpPr/>
            <p:nvPr/>
          </p:nvSpPr>
          <p:spPr>
            <a:xfrm>
              <a:off x="778933" y="257026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3A9BB29F-F2CF-4800-8711-020813320FC0}"/>
                </a:ext>
              </a:extLst>
            </p:cNvPr>
            <p:cNvSpPr/>
            <p:nvPr/>
          </p:nvSpPr>
          <p:spPr>
            <a:xfrm>
              <a:off x="778933" y="336679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</p:grpSp>
      <p:sp>
        <p:nvSpPr>
          <p:cNvPr id="244" name="Rectangle 243">
            <a:extLst>
              <a:ext uri="{FF2B5EF4-FFF2-40B4-BE49-F238E27FC236}">
                <a16:creationId xmlns:a16="http://schemas.microsoft.com/office/drawing/2014/main" id="{A8D61D9C-2CF8-4976-9CEB-4F9B34EBC4E4}"/>
              </a:ext>
            </a:extLst>
          </p:cNvPr>
          <p:cNvSpPr/>
          <p:nvPr/>
        </p:nvSpPr>
        <p:spPr>
          <a:xfrm>
            <a:off x="170819" y="1246930"/>
            <a:ext cx="813011" cy="8157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" bIns="9144" rtlCol="0" anchor="b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</a:p>
        </p:txBody>
      </p:sp>
      <p:grpSp>
        <p:nvGrpSpPr>
          <p:cNvPr id="245" name="Group 244">
            <a:extLst>
              <a:ext uri="{FF2B5EF4-FFF2-40B4-BE49-F238E27FC236}">
                <a16:creationId xmlns:a16="http://schemas.microsoft.com/office/drawing/2014/main" id="{57DE66D3-CE66-4956-9BA1-6296F6D93622}"/>
              </a:ext>
            </a:extLst>
          </p:cNvPr>
          <p:cNvGrpSpPr/>
          <p:nvPr/>
        </p:nvGrpSpPr>
        <p:grpSpPr>
          <a:xfrm>
            <a:off x="216337" y="1280546"/>
            <a:ext cx="722532" cy="657158"/>
            <a:chOff x="303742" y="-187626"/>
            <a:chExt cx="637116" cy="606878"/>
          </a:xfrm>
        </p:grpSpPr>
        <p:sp>
          <p:nvSpPr>
            <p:cNvPr id="246" name="Rectangle 245">
              <a:extLst>
                <a:ext uri="{FF2B5EF4-FFF2-40B4-BE49-F238E27FC236}">
                  <a16:creationId xmlns:a16="http://schemas.microsoft.com/office/drawing/2014/main" id="{25765513-A532-4C76-B1D9-2866F5F8D72D}"/>
                </a:ext>
              </a:extLst>
            </p:cNvPr>
            <p:cNvSpPr/>
            <p:nvPr/>
          </p:nvSpPr>
          <p:spPr>
            <a:xfrm>
              <a:off x="303742" y="-184706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47" name="Rectangle 246">
              <a:extLst>
                <a:ext uri="{FF2B5EF4-FFF2-40B4-BE49-F238E27FC236}">
                  <a16:creationId xmlns:a16="http://schemas.microsoft.com/office/drawing/2014/main" id="{0A615CB2-FB49-414C-913C-70501F009625}"/>
                </a:ext>
              </a:extLst>
            </p:cNvPr>
            <p:cNvSpPr/>
            <p:nvPr/>
          </p:nvSpPr>
          <p:spPr>
            <a:xfrm>
              <a:off x="303742" y="-105053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48" name="Rectangle 247">
              <a:extLst>
                <a:ext uri="{FF2B5EF4-FFF2-40B4-BE49-F238E27FC236}">
                  <a16:creationId xmlns:a16="http://schemas.microsoft.com/office/drawing/2014/main" id="{A2516CE7-843A-4D63-BB6B-F5053C2C1FEA}"/>
                </a:ext>
              </a:extLst>
            </p:cNvPr>
            <p:cNvSpPr/>
            <p:nvPr/>
          </p:nvSpPr>
          <p:spPr>
            <a:xfrm>
              <a:off x="303742" y="-39827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B36C6246-AA68-48DC-8B27-4BBEE17F38D7}"/>
                </a:ext>
              </a:extLst>
            </p:cNvPr>
            <p:cNvSpPr/>
            <p:nvPr/>
          </p:nvSpPr>
          <p:spPr>
            <a:xfrm>
              <a:off x="303742" y="39826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50" name="Rectangle 249">
              <a:extLst>
                <a:ext uri="{FF2B5EF4-FFF2-40B4-BE49-F238E27FC236}">
                  <a16:creationId xmlns:a16="http://schemas.microsoft.com/office/drawing/2014/main" id="{08F4D62B-616C-4025-83C4-0039B757D33D}"/>
                </a:ext>
              </a:extLst>
            </p:cNvPr>
            <p:cNvSpPr/>
            <p:nvPr/>
          </p:nvSpPr>
          <p:spPr>
            <a:xfrm>
              <a:off x="303742" y="115062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5BABBDEC-5AD4-4FE3-8B6B-E8EB0241A3C8}"/>
                </a:ext>
              </a:extLst>
            </p:cNvPr>
            <p:cNvSpPr/>
            <p:nvPr/>
          </p:nvSpPr>
          <p:spPr>
            <a:xfrm>
              <a:off x="303742" y="194715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52" name="Rectangle 251">
              <a:extLst>
                <a:ext uri="{FF2B5EF4-FFF2-40B4-BE49-F238E27FC236}">
                  <a16:creationId xmlns:a16="http://schemas.microsoft.com/office/drawing/2014/main" id="{49BE886F-FA77-4EA0-834C-D9DB084F5DA2}"/>
                </a:ext>
              </a:extLst>
            </p:cNvPr>
            <p:cNvSpPr/>
            <p:nvPr/>
          </p:nvSpPr>
          <p:spPr>
            <a:xfrm>
              <a:off x="303742" y="259941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99BB6178-BED4-4288-9744-9605BF4E5A6A}"/>
                </a:ext>
              </a:extLst>
            </p:cNvPr>
            <p:cNvSpPr/>
            <p:nvPr/>
          </p:nvSpPr>
          <p:spPr>
            <a:xfrm>
              <a:off x="303742" y="339594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54" name="Rectangle 253">
              <a:extLst>
                <a:ext uri="{FF2B5EF4-FFF2-40B4-BE49-F238E27FC236}">
                  <a16:creationId xmlns:a16="http://schemas.microsoft.com/office/drawing/2014/main" id="{C512F549-8371-4AED-A2E9-99D8160EAED2}"/>
                </a:ext>
              </a:extLst>
            </p:cNvPr>
            <p:cNvSpPr/>
            <p:nvPr/>
          </p:nvSpPr>
          <p:spPr>
            <a:xfrm>
              <a:off x="460375" y="-184701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52B44922-6E13-40BB-818F-97976AB2E860}"/>
                </a:ext>
              </a:extLst>
            </p:cNvPr>
            <p:cNvSpPr/>
            <p:nvPr/>
          </p:nvSpPr>
          <p:spPr>
            <a:xfrm>
              <a:off x="460375" y="-105048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56" name="Rectangle 255">
              <a:extLst>
                <a:ext uri="{FF2B5EF4-FFF2-40B4-BE49-F238E27FC236}">
                  <a16:creationId xmlns:a16="http://schemas.microsoft.com/office/drawing/2014/main" id="{E0CE0E7A-6310-4F6D-A967-210564D0FB07}"/>
                </a:ext>
              </a:extLst>
            </p:cNvPr>
            <p:cNvSpPr/>
            <p:nvPr/>
          </p:nvSpPr>
          <p:spPr>
            <a:xfrm>
              <a:off x="460375" y="-39822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4AE00264-A1B1-438D-8655-F1C8B1C107F6}"/>
                </a:ext>
              </a:extLst>
            </p:cNvPr>
            <p:cNvSpPr/>
            <p:nvPr/>
          </p:nvSpPr>
          <p:spPr>
            <a:xfrm>
              <a:off x="460375" y="39831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58" name="Rectangle 257">
              <a:extLst>
                <a:ext uri="{FF2B5EF4-FFF2-40B4-BE49-F238E27FC236}">
                  <a16:creationId xmlns:a16="http://schemas.microsoft.com/office/drawing/2014/main" id="{4AC4D761-DD98-4B1A-B303-650093004B74}"/>
                </a:ext>
              </a:extLst>
            </p:cNvPr>
            <p:cNvSpPr/>
            <p:nvPr/>
          </p:nvSpPr>
          <p:spPr>
            <a:xfrm>
              <a:off x="460375" y="115067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E8145873-55DB-4135-ACA8-512DFFDED608}"/>
                </a:ext>
              </a:extLst>
            </p:cNvPr>
            <p:cNvSpPr/>
            <p:nvPr/>
          </p:nvSpPr>
          <p:spPr>
            <a:xfrm>
              <a:off x="460375" y="194720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60" name="Rectangle 259">
              <a:extLst>
                <a:ext uri="{FF2B5EF4-FFF2-40B4-BE49-F238E27FC236}">
                  <a16:creationId xmlns:a16="http://schemas.microsoft.com/office/drawing/2014/main" id="{8071D986-FD6C-4E74-831F-795411909DED}"/>
                </a:ext>
              </a:extLst>
            </p:cNvPr>
            <p:cNvSpPr/>
            <p:nvPr/>
          </p:nvSpPr>
          <p:spPr>
            <a:xfrm>
              <a:off x="460375" y="259946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A4EC5F6D-9516-4A98-B41F-FBAE49E06FED}"/>
                </a:ext>
              </a:extLst>
            </p:cNvPr>
            <p:cNvSpPr/>
            <p:nvPr/>
          </p:nvSpPr>
          <p:spPr>
            <a:xfrm>
              <a:off x="460375" y="339599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62" name="Rectangle 261">
              <a:extLst>
                <a:ext uri="{FF2B5EF4-FFF2-40B4-BE49-F238E27FC236}">
                  <a16:creationId xmlns:a16="http://schemas.microsoft.com/office/drawing/2014/main" id="{4FD158A8-79A8-404B-8A34-C9C508F4EA88}"/>
                </a:ext>
              </a:extLst>
            </p:cNvPr>
            <p:cNvSpPr/>
            <p:nvPr/>
          </p:nvSpPr>
          <p:spPr>
            <a:xfrm>
              <a:off x="622300" y="-187626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74D15BAE-BE5D-4ED3-817C-9BE91559183D}"/>
                </a:ext>
              </a:extLst>
            </p:cNvPr>
            <p:cNvSpPr/>
            <p:nvPr/>
          </p:nvSpPr>
          <p:spPr>
            <a:xfrm>
              <a:off x="622300" y="-107973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64" name="Rectangle 263">
              <a:extLst>
                <a:ext uri="{FF2B5EF4-FFF2-40B4-BE49-F238E27FC236}">
                  <a16:creationId xmlns:a16="http://schemas.microsoft.com/office/drawing/2014/main" id="{FF9570E2-FA94-4904-943D-00586F2F672A}"/>
                </a:ext>
              </a:extLst>
            </p:cNvPr>
            <p:cNvSpPr/>
            <p:nvPr/>
          </p:nvSpPr>
          <p:spPr>
            <a:xfrm>
              <a:off x="622300" y="-42747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FA81FCC9-258C-4418-B07F-EA2132643843}"/>
                </a:ext>
              </a:extLst>
            </p:cNvPr>
            <p:cNvSpPr/>
            <p:nvPr/>
          </p:nvSpPr>
          <p:spPr>
            <a:xfrm>
              <a:off x="622300" y="36906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66" name="Rectangle 265">
              <a:extLst>
                <a:ext uri="{FF2B5EF4-FFF2-40B4-BE49-F238E27FC236}">
                  <a16:creationId xmlns:a16="http://schemas.microsoft.com/office/drawing/2014/main" id="{E472A273-52D1-48F1-9AC0-6E88E3CF6D7D}"/>
                </a:ext>
              </a:extLst>
            </p:cNvPr>
            <p:cNvSpPr/>
            <p:nvPr/>
          </p:nvSpPr>
          <p:spPr>
            <a:xfrm>
              <a:off x="622300" y="112142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341FAECF-90FA-4BD0-B2FB-A38B8CE86C53}"/>
                </a:ext>
              </a:extLst>
            </p:cNvPr>
            <p:cNvSpPr/>
            <p:nvPr/>
          </p:nvSpPr>
          <p:spPr>
            <a:xfrm>
              <a:off x="622300" y="191795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68" name="Rectangle 267">
              <a:extLst>
                <a:ext uri="{FF2B5EF4-FFF2-40B4-BE49-F238E27FC236}">
                  <a16:creationId xmlns:a16="http://schemas.microsoft.com/office/drawing/2014/main" id="{6DAC93A2-1BA6-463B-A9AA-AF455BDD722F}"/>
                </a:ext>
              </a:extLst>
            </p:cNvPr>
            <p:cNvSpPr/>
            <p:nvPr/>
          </p:nvSpPr>
          <p:spPr>
            <a:xfrm>
              <a:off x="622300" y="257021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E9A6F261-C56F-4B85-A490-62C3CF441457}"/>
                </a:ext>
              </a:extLst>
            </p:cNvPr>
            <p:cNvSpPr/>
            <p:nvPr/>
          </p:nvSpPr>
          <p:spPr>
            <a:xfrm>
              <a:off x="622300" y="336674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BCC1B96C-ACBD-4214-8155-7CC620AA928A}"/>
                </a:ext>
              </a:extLst>
            </p:cNvPr>
            <p:cNvSpPr/>
            <p:nvPr/>
          </p:nvSpPr>
          <p:spPr>
            <a:xfrm>
              <a:off x="778933" y="-187621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71" name="Rectangle 270">
              <a:extLst>
                <a:ext uri="{FF2B5EF4-FFF2-40B4-BE49-F238E27FC236}">
                  <a16:creationId xmlns:a16="http://schemas.microsoft.com/office/drawing/2014/main" id="{FDC9F47C-9C30-4891-A490-10721C426E8B}"/>
                </a:ext>
              </a:extLst>
            </p:cNvPr>
            <p:cNvSpPr/>
            <p:nvPr/>
          </p:nvSpPr>
          <p:spPr>
            <a:xfrm>
              <a:off x="778933" y="-107968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72" name="Rectangle 271">
              <a:extLst>
                <a:ext uri="{FF2B5EF4-FFF2-40B4-BE49-F238E27FC236}">
                  <a16:creationId xmlns:a16="http://schemas.microsoft.com/office/drawing/2014/main" id="{8DB2148E-29A3-427D-BDA0-8FDE3DBEC0A8}"/>
                </a:ext>
              </a:extLst>
            </p:cNvPr>
            <p:cNvSpPr/>
            <p:nvPr/>
          </p:nvSpPr>
          <p:spPr>
            <a:xfrm>
              <a:off x="778933" y="-42742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6BEDBB56-3151-47F4-B98B-F40F07354AA2}"/>
                </a:ext>
              </a:extLst>
            </p:cNvPr>
            <p:cNvSpPr/>
            <p:nvPr/>
          </p:nvSpPr>
          <p:spPr>
            <a:xfrm>
              <a:off x="778933" y="36911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74" name="Rectangle 273">
              <a:extLst>
                <a:ext uri="{FF2B5EF4-FFF2-40B4-BE49-F238E27FC236}">
                  <a16:creationId xmlns:a16="http://schemas.microsoft.com/office/drawing/2014/main" id="{EBB32601-592E-4D24-92C3-B047613FAAB2}"/>
                </a:ext>
              </a:extLst>
            </p:cNvPr>
            <p:cNvSpPr/>
            <p:nvPr/>
          </p:nvSpPr>
          <p:spPr>
            <a:xfrm>
              <a:off x="778933" y="112147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75" name="Rectangle 274">
              <a:extLst>
                <a:ext uri="{FF2B5EF4-FFF2-40B4-BE49-F238E27FC236}">
                  <a16:creationId xmlns:a16="http://schemas.microsoft.com/office/drawing/2014/main" id="{2BC247BF-F788-467C-9CFA-165E42ACF632}"/>
                </a:ext>
              </a:extLst>
            </p:cNvPr>
            <p:cNvSpPr/>
            <p:nvPr/>
          </p:nvSpPr>
          <p:spPr>
            <a:xfrm>
              <a:off x="778933" y="191800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76" name="Rectangle 275">
              <a:extLst>
                <a:ext uri="{FF2B5EF4-FFF2-40B4-BE49-F238E27FC236}">
                  <a16:creationId xmlns:a16="http://schemas.microsoft.com/office/drawing/2014/main" id="{486F97F6-31EA-43CA-9697-D8B40A28C152}"/>
                </a:ext>
              </a:extLst>
            </p:cNvPr>
            <p:cNvSpPr/>
            <p:nvPr/>
          </p:nvSpPr>
          <p:spPr>
            <a:xfrm>
              <a:off x="778933" y="257026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77" name="Rectangle 276">
              <a:extLst>
                <a:ext uri="{FF2B5EF4-FFF2-40B4-BE49-F238E27FC236}">
                  <a16:creationId xmlns:a16="http://schemas.microsoft.com/office/drawing/2014/main" id="{DFEE70B0-8EF3-47DC-BB66-546F8A8D085D}"/>
                </a:ext>
              </a:extLst>
            </p:cNvPr>
            <p:cNvSpPr/>
            <p:nvPr/>
          </p:nvSpPr>
          <p:spPr>
            <a:xfrm>
              <a:off x="778933" y="336679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</p:grpSp>
      <p:sp>
        <p:nvSpPr>
          <p:cNvPr id="278" name="Rectangle 277">
            <a:extLst>
              <a:ext uri="{FF2B5EF4-FFF2-40B4-BE49-F238E27FC236}">
                <a16:creationId xmlns:a16="http://schemas.microsoft.com/office/drawing/2014/main" id="{61C09741-BF13-41CD-AA19-486416752D8F}"/>
              </a:ext>
            </a:extLst>
          </p:cNvPr>
          <p:cNvSpPr/>
          <p:nvPr/>
        </p:nvSpPr>
        <p:spPr>
          <a:xfrm>
            <a:off x="1094213" y="1243921"/>
            <a:ext cx="813011" cy="8157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" bIns="9144" rtlCol="0" anchor="b"/>
          <a:lstStyle/>
          <a:p>
            <a:pPr algn="ctr"/>
            <a:r>
              <a:rPr lang="en-US" sz="7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EU</a:t>
            </a:r>
            <a:endParaRPr lang="en-US" sz="8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79" name="Group 278">
            <a:extLst>
              <a:ext uri="{FF2B5EF4-FFF2-40B4-BE49-F238E27FC236}">
                <a16:creationId xmlns:a16="http://schemas.microsoft.com/office/drawing/2014/main" id="{66C2BBA0-52C4-40E4-A6B0-A2F1110785A8}"/>
              </a:ext>
            </a:extLst>
          </p:cNvPr>
          <p:cNvGrpSpPr/>
          <p:nvPr/>
        </p:nvGrpSpPr>
        <p:grpSpPr>
          <a:xfrm>
            <a:off x="1139731" y="1285212"/>
            <a:ext cx="722532" cy="657158"/>
            <a:chOff x="303742" y="-187626"/>
            <a:chExt cx="637116" cy="606878"/>
          </a:xfrm>
        </p:grpSpPr>
        <p:sp>
          <p:nvSpPr>
            <p:cNvPr id="280" name="Rectangle 279">
              <a:extLst>
                <a:ext uri="{FF2B5EF4-FFF2-40B4-BE49-F238E27FC236}">
                  <a16:creationId xmlns:a16="http://schemas.microsoft.com/office/drawing/2014/main" id="{C737DD10-6112-4728-BCAC-4A63B32A2B4C}"/>
                </a:ext>
              </a:extLst>
            </p:cNvPr>
            <p:cNvSpPr/>
            <p:nvPr/>
          </p:nvSpPr>
          <p:spPr>
            <a:xfrm>
              <a:off x="303742" y="-184706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81" name="Rectangle 280">
              <a:extLst>
                <a:ext uri="{FF2B5EF4-FFF2-40B4-BE49-F238E27FC236}">
                  <a16:creationId xmlns:a16="http://schemas.microsoft.com/office/drawing/2014/main" id="{295FC0C2-E4EA-456F-B25D-DB3350315898}"/>
                </a:ext>
              </a:extLst>
            </p:cNvPr>
            <p:cNvSpPr/>
            <p:nvPr/>
          </p:nvSpPr>
          <p:spPr>
            <a:xfrm>
              <a:off x="303742" y="-105053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82" name="Rectangle 281">
              <a:extLst>
                <a:ext uri="{FF2B5EF4-FFF2-40B4-BE49-F238E27FC236}">
                  <a16:creationId xmlns:a16="http://schemas.microsoft.com/office/drawing/2014/main" id="{EFBDB675-5D03-4939-AAE4-C28842DAD70D}"/>
                </a:ext>
              </a:extLst>
            </p:cNvPr>
            <p:cNvSpPr/>
            <p:nvPr/>
          </p:nvSpPr>
          <p:spPr>
            <a:xfrm>
              <a:off x="303742" y="-39827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83" name="Rectangle 282">
              <a:extLst>
                <a:ext uri="{FF2B5EF4-FFF2-40B4-BE49-F238E27FC236}">
                  <a16:creationId xmlns:a16="http://schemas.microsoft.com/office/drawing/2014/main" id="{51D69F6B-FEF7-4868-947B-C83864984995}"/>
                </a:ext>
              </a:extLst>
            </p:cNvPr>
            <p:cNvSpPr/>
            <p:nvPr/>
          </p:nvSpPr>
          <p:spPr>
            <a:xfrm>
              <a:off x="303742" y="39826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84" name="Rectangle 283">
              <a:extLst>
                <a:ext uri="{FF2B5EF4-FFF2-40B4-BE49-F238E27FC236}">
                  <a16:creationId xmlns:a16="http://schemas.microsoft.com/office/drawing/2014/main" id="{9A6D0A9B-EBF2-4DF8-8EAF-0C55541B4085}"/>
                </a:ext>
              </a:extLst>
            </p:cNvPr>
            <p:cNvSpPr/>
            <p:nvPr/>
          </p:nvSpPr>
          <p:spPr>
            <a:xfrm>
              <a:off x="303742" y="115062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85" name="Rectangle 284">
              <a:extLst>
                <a:ext uri="{FF2B5EF4-FFF2-40B4-BE49-F238E27FC236}">
                  <a16:creationId xmlns:a16="http://schemas.microsoft.com/office/drawing/2014/main" id="{E63618A6-1519-45B9-B20E-658B69C23E28}"/>
                </a:ext>
              </a:extLst>
            </p:cNvPr>
            <p:cNvSpPr/>
            <p:nvPr/>
          </p:nvSpPr>
          <p:spPr>
            <a:xfrm>
              <a:off x="303742" y="194715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86" name="Rectangle 285">
              <a:extLst>
                <a:ext uri="{FF2B5EF4-FFF2-40B4-BE49-F238E27FC236}">
                  <a16:creationId xmlns:a16="http://schemas.microsoft.com/office/drawing/2014/main" id="{0FDD6F54-E309-42FD-95A7-8EED7BF4A4D4}"/>
                </a:ext>
              </a:extLst>
            </p:cNvPr>
            <p:cNvSpPr/>
            <p:nvPr/>
          </p:nvSpPr>
          <p:spPr>
            <a:xfrm>
              <a:off x="303742" y="259941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87" name="Rectangle 286">
              <a:extLst>
                <a:ext uri="{FF2B5EF4-FFF2-40B4-BE49-F238E27FC236}">
                  <a16:creationId xmlns:a16="http://schemas.microsoft.com/office/drawing/2014/main" id="{97473D9F-EB92-4AA1-BBD6-9F8FABE6D2F8}"/>
                </a:ext>
              </a:extLst>
            </p:cNvPr>
            <p:cNvSpPr/>
            <p:nvPr/>
          </p:nvSpPr>
          <p:spPr>
            <a:xfrm>
              <a:off x="303742" y="339594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635705BB-62CA-44B6-9D8C-E16A6EEFD7F9}"/>
                </a:ext>
              </a:extLst>
            </p:cNvPr>
            <p:cNvSpPr/>
            <p:nvPr/>
          </p:nvSpPr>
          <p:spPr>
            <a:xfrm>
              <a:off x="460375" y="-184701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89" name="Rectangle 288">
              <a:extLst>
                <a:ext uri="{FF2B5EF4-FFF2-40B4-BE49-F238E27FC236}">
                  <a16:creationId xmlns:a16="http://schemas.microsoft.com/office/drawing/2014/main" id="{66640299-C5DC-4FA1-9B24-0017BE9B404E}"/>
                </a:ext>
              </a:extLst>
            </p:cNvPr>
            <p:cNvSpPr/>
            <p:nvPr/>
          </p:nvSpPr>
          <p:spPr>
            <a:xfrm>
              <a:off x="460375" y="-105048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90" name="Rectangle 289">
              <a:extLst>
                <a:ext uri="{FF2B5EF4-FFF2-40B4-BE49-F238E27FC236}">
                  <a16:creationId xmlns:a16="http://schemas.microsoft.com/office/drawing/2014/main" id="{EBBE7D43-C116-4FB3-B969-1C9B8A600449}"/>
                </a:ext>
              </a:extLst>
            </p:cNvPr>
            <p:cNvSpPr/>
            <p:nvPr/>
          </p:nvSpPr>
          <p:spPr>
            <a:xfrm>
              <a:off x="460375" y="-39822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0EF9717C-F8E0-47C2-A1EC-2C94C613F01F}"/>
                </a:ext>
              </a:extLst>
            </p:cNvPr>
            <p:cNvSpPr/>
            <p:nvPr/>
          </p:nvSpPr>
          <p:spPr>
            <a:xfrm>
              <a:off x="460375" y="39831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92" name="Rectangle 291">
              <a:extLst>
                <a:ext uri="{FF2B5EF4-FFF2-40B4-BE49-F238E27FC236}">
                  <a16:creationId xmlns:a16="http://schemas.microsoft.com/office/drawing/2014/main" id="{8423E262-B7EC-489C-A163-05587C18712E}"/>
                </a:ext>
              </a:extLst>
            </p:cNvPr>
            <p:cNvSpPr/>
            <p:nvPr/>
          </p:nvSpPr>
          <p:spPr>
            <a:xfrm>
              <a:off x="460375" y="115067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93" name="Rectangle 292">
              <a:extLst>
                <a:ext uri="{FF2B5EF4-FFF2-40B4-BE49-F238E27FC236}">
                  <a16:creationId xmlns:a16="http://schemas.microsoft.com/office/drawing/2014/main" id="{F4EDF64E-5131-459D-B29F-6AB9F523866C}"/>
                </a:ext>
              </a:extLst>
            </p:cNvPr>
            <p:cNvSpPr/>
            <p:nvPr/>
          </p:nvSpPr>
          <p:spPr>
            <a:xfrm>
              <a:off x="460375" y="194720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B24386ED-56F7-4C04-9592-A8C430B62561}"/>
                </a:ext>
              </a:extLst>
            </p:cNvPr>
            <p:cNvSpPr/>
            <p:nvPr/>
          </p:nvSpPr>
          <p:spPr>
            <a:xfrm>
              <a:off x="460375" y="259946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95" name="Rectangle 294">
              <a:extLst>
                <a:ext uri="{FF2B5EF4-FFF2-40B4-BE49-F238E27FC236}">
                  <a16:creationId xmlns:a16="http://schemas.microsoft.com/office/drawing/2014/main" id="{BB1B99C7-678E-4039-B9E9-C65BD8084F19}"/>
                </a:ext>
              </a:extLst>
            </p:cNvPr>
            <p:cNvSpPr/>
            <p:nvPr/>
          </p:nvSpPr>
          <p:spPr>
            <a:xfrm>
              <a:off x="460375" y="339599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96" name="Rectangle 295">
              <a:extLst>
                <a:ext uri="{FF2B5EF4-FFF2-40B4-BE49-F238E27FC236}">
                  <a16:creationId xmlns:a16="http://schemas.microsoft.com/office/drawing/2014/main" id="{F9296E73-C094-40A7-ABC2-6EE92D510AC3}"/>
                </a:ext>
              </a:extLst>
            </p:cNvPr>
            <p:cNvSpPr/>
            <p:nvPr/>
          </p:nvSpPr>
          <p:spPr>
            <a:xfrm>
              <a:off x="622300" y="-187626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C68AAD77-DC0E-45C5-AC67-EB71DD83AAC9}"/>
                </a:ext>
              </a:extLst>
            </p:cNvPr>
            <p:cNvSpPr/>
            <p:nvPr/>
          </p:nvSpPr>
          <p:spPr>
            <a:xfrm>
              <a:off x="622300" y="-107973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6AD1C686-BCC3-4DB4-9B0A-0EA9A0FB3953}"/>
                </a:ext>
              </a:extLst>
            </p:cNvPr>
            <p:cNvSpPr/>
            <p:nvPr/>
          </p:nvSpPr>
          <p:spPr>
            <a:xfrm>
              <a:off x="622300" y="-42747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299" name="Rectangle 298">
              <a:extLst>
                <a:ext uri="{FF2B5EF4-FFF2-40B4-BE49-F238E27FC236}">
                  <a16:creationId xmlns:a16="http://schemas.microsoft.com/office/drawing/2014/main" id="{E181D9F5-ECE7-4C2A-B037-6B1554DCD638}"/>
                </a:ext>
              </a:extLst>
            </p:cNvPr>
            <p:cNvSpPr/>
            <p:nvPr/>
          </p:nvSpPr>
          <p:spPr>
            <a:xfrm>
              <a:off x="622300" y="36906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C1A52479-3E13-497C-AE18-7F6432318CB7}"/>
                </a:ext>
              </a:extLst>
            </p:cNvPr>
            <p:cNvSpPr/>
            <p:nvPr/>
          </p:nvSpPr>
          <p:spPr>
            <a:xfrm>
              <a:off x="622300" y="112142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AB65507D-68EF-4258-AD50-5F3E5EA1989E}"/>
                </a:ext>
              </a:extLst>
            </p:cNvPr>
            <p:cNvSpPr/>
            <p:nvPr/>
          </p:nvSpPr>
          <p:spPr>
            <a:xfrm>
              <a:off x="622300" y="191795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5C19D96B-3897-4958-BB09-134B89431028}"/>
                </a:ext>
              </a:extLst>
            </p:cNvPr>
            <p:cNvSpPr/>
            <p:nvPr/>
          </p:nvSpPr>
          <p:spPr>
            <a:xfrm>
              <a:off x="622300" y="257021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303" name="Rectangle 302">
              <a:extLst>
                <a:ext uri="{FF2B5EF4-FFF2-40B4-BE49-F238E27FC236}">
                  <a16:creationId xmlns:a16="http://schemas.microsoft.com/office/drawing/2014/main" id="{DD89DC9A-8C47-49DD-8DAC-0663DDB90337}"/>
                </a:ext>
              </a:extLst>
            </p:cNvPr>
            <p:cNvSpPr/>
            <p:nvPr/>
          </p:nvSpPr>
          <p:spPr>
            <a:xfrm>
              <a:off x="622300" y="336674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AAEAF27A-035D-4EB2-A6AB-599425A1B9D1}"/>
                </a:ext>
              </a:extLst>
            </p:cNvPr>
            <p:cNvSpPr/>
            <p:nvPr/>
          </p:nvSpPr>
          <p:spPr>
            <a:xfrm>
              <a:off x="778933" y="-187621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305" name="Rectangle 304">
              <a:extLst>
                <a:ext uri="{FF2B5EF4-FFF2-40B4-BE49-F238E27FC236}">
                  <a16:creationId xmlns:a16="http://schemas.microsoft.com/office/drawing/2014/main" id="{4C5E786E-5A53-4209-9297-102D43CA73F1}"/>
                </a:ext>
              </a:extLst>
            </p:cNvPr>
            <p:cNvSpPr/>
            <p:nvPr/>
          </p:nvSpPr>
          <p:spPr>
            <a:xfrm>
              <a:off x="778933" y="-107968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306" name="Rectangle 305">
              <a:extLst>
                <a:ext uri="{FF2B5EF4-FFF2-40B4-BE49-F238E27FC236}">
                  <a16:creationId xmlns:a16="http://schemas.microsoft.com/office/drawing/2014/main" id="{8548EDCF-2D64-451C-8093-7A8BDCBB45F7}"/>
                </a:ext>
              </a:extLst>
            </p:cNvPr>
            <p:cNvSpPr/>
            <p:nvPr/>
          </p:nvSpPr>
          <p:spPr>
            <a:xfrm>
              <a:off x="778933" y="-42742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307" name="Rectangle 306">
              <a:extLst>
                <a:ext uri="{FF2B5EF4-FFF2-40B4-BE49-F238E27FC236}">
                  <a16:creationId xmlns:a16="http://schemas.microsoft.com/office/drawing/2014/main" id="{9EA0448B-A1A3-46AB-AA85-A00B472C00DA}"/>
                </a:ext>
              </a:extLst>
            </p:cNvPr>
            <p:cNvSpPr/>
            <p:nvPr/>
          </p:nvSpPr>
          <p:spPr>
            <a:xfrm>
              <a:off x="778933" y="36911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308" name="Rectangle 307">
              <a:extLst>
                <a:ext uri="{FF2B5EF4-FFF2-40B4-BE49-F238E27FC236}">
                  <a16:creationId xmlns:a16="http://schemas.microsoft.com/office/drawing/2014/main" id="{B4858A33-5910-49AA-A82A-E7FB519D049F}"/>
                </a:ext>
              </a:extLst>
            </p:cNvPr>
            <p:cNvSpPr/>
            <p:nvPr/>
          </p:nvSpPr>
          <p:spPr>
            <a:xfrm>
              <a:off x="778933" y="112147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309" name="Rectangle 308">
              <a:extLst>
                <a:ext uri="{FF2B5EF4-FFF2-40B4-BE49-F238E27FC236}">
                  <a16:creationId xmlns:a16="http://schemas.microsoft.com/office/drawing/2014/main" id="{13BB951A-4913-4608-BE83-8B00B682A7E7}"/>
                </a:ext>
              </a:extLst>
            </p:cNvPr>
            <p:cNvSpPr/>
            <p:nvPr/>
          </p:nvSpPr>
          <p:spPr>
            <a:xfrm>
              <a:off x="778933" y="191800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310" name="Rectangle 309">
              <a:extLst>
                <a:ext uri="{FF2B5EF4-FFF2-40B4-BE49-F238E27FC236}">
                  <a16:creationId xmlns:a16="http://schemas.microsoft.com/office/drawing/2014/main" id="{D68AA4B7-16F9-4CC1-B3A7-E01A52068180}"/>
                </a:ext>
              </a:extLst>
            </p:cNvPr>
            <p:cNvSpPr/>
            <p:nvPr/>
          </p:nvSpPr>
          <p:spPr>
            <a:xfrm>
              <a:off x="778933" y="257026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  <p:sp>
          <p:nvSpPr>
            <p:cNvPr id="311" name="Rectangle 310">
              <a:extLst>
                <a:ext uri="{FF2B5EF4-FFF2-40B4-BE49-F238E27FC236}">
                  <a16:creationId xmlns:a16="http://schemas.microsoft.com/office/drawing/2014/main" id="{543A328A-ADE8-4C1A-9496-C8D91BF10DCA}"/>
                </a:ext>
              </a:extLst>
            </p:cNvPr>
            <p:cNvSpPr/>
            <p:nvPr/>
          </p:nvSpPr>
          <p:spPr>
            <a:xfrm>
              <a:off x="778933" y="336679"/>
              <a:ext cx="161925" cy="79653"/>
            </a:xfrm>
            <a:prstGeom prst="rect">
              <a:avLst/>
            </a:prstGeom>
            <a:solidFill>
              <a:schemeClr val="bg1"/>
            </a:solidFill>
            <a:ln w="9525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9144" bIns="9144" rtlCol="0" anchor="b"/>
            <a:lstStyle/>
            <a:p>
              <a:pPr algn="ctr"/>
              <a:r>
                <a:rPr lang="en-US" sz="5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Lane</a:t>
              </a:r>
            </a:p>
          </p:txBody>
        </p:sp>
      </p:grp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15E17EBB-BE80-486F-B556-B34F08F614E7}"/>
              </a:ext>
            </a:extLst>
          </p:cNvPr>
          <p:cNvSpPr/>
          <p:nvPr/>
        </p:nvSpPr>
        <p:spPr>
          <a:xfrm rot="1573281">
            <a:off x="2158084" y="199941"/>
            <a:ext cx="541825" cy="11923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2" name="Rectangle 311">
            <a:extLst>
              <a:ext uri="{FF2B5EF4-FFF2-40B4-BE49-F238E27FC236}">
                <a16:creationId xmlns:a16="http://schemas.microsoft.com/office/drawing/2014/main" id="{670A97F1-6367-4A85-9D59-FBCE2A027FFF}"/>
              </a:ext>
            </a:extLst>
          </p:cNvPr>
          <p:cNvSpPr/>
          <p:nvPr/>
        </p:nvSpPr>
        <p:spPr>
          <a:xfrm>
            <a:off x="187577" y="2125814"/>
            <a:ext cx="952154" cy="18492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Shared Memory </a:t>
            </a:r>
            <a:endParaRPr 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9DACEEC3-38CA-4ED6-A040-4B90D19F4B2B}"/>
              </a:ext>
            </a:extLst>
          </p:cNvPr>
          <p:cNvSpPr/>
          <p:nvPr/>
        </p:nvSpPr>
        <p:spPr>
          <a:xfrm>
            <a:off x="1080972" y="2125814"/>
            <a:ext cx="813011" cy="184922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" bIns="9144"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L1</a:t>
            </a:r>
            <a:endParaRPr lang="en-US" sz="9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</TotalTime>
  <Words>187</Words>
  <Application>Microsoft Office PowerPoint</Application>
  <PresentationFormat>Custom</PresentationFormat>
  <Paragraphs>167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Haichuan Wang(王海川)</cp:lastModifiedBy>
  <cp:revision>14</cp:revision>
  <dcterms:created xsi:type="dcterms:W3CDTF">2020-03-18T02:10:58Z</dcterms:created>
  <dcterms:modified xsi:type="dcterms:W3CDTF">2021-03-26T18:42:39Z</dcterms:modified>
</cp:coreProperties>
</file>