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64008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8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8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598593"/>
            <a:ext cx="4800600" cy="1273387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1921087"/>
            <a:ext cx="4800600" cy="883073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55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86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1" y="911860"/>
            <a:ext cx="5520690" cy="1521460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1" y="2447714"/>
            <a:ext cx="5520690" cy="800100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12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973666"/>
            <a:ext cx="272034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973666"/>
            <a:ext cx="272034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78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194734"/>
            <a:ext cx="552069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896620"/>
            <a:ext cx="2707838" cy="439420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1336040"/>
            <a:ext cx="2707838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896620"/>
            <a:ext cx="2721174" cy="439420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1336040"/>
            <a:ext cx="2721174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7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47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30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43840"/>
            <a:ext cx="2064424" cy="853440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526627"/>
            <a:ext cx="3240405" cy="2599267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097280"/>
            <a:ext cx="2064424" cy="2032847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8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43840"/>
            <a:ext cx="2064424" cy="853440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526627"/>
            <a:ext cx="3240405" cy="2599267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097280"/>
            <a:ext cx="2064424" cy="2032847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46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56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2" y="194733"/>
            <a:ext cx="1380173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194733"/>
            <a:ext cx="4060508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9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194734"/>
            <a:ext cx="552069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973666"/>
            <a:ext cx="552069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3390054"/>
            <a:ext cx="144018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3390054"/>
            <a:ext cx="216027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3390054"/>
            <a:ext cx="144018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62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011B3BC8-E395-4BC1-9B9E-3B98FD6F2FA2}"/>
              </a:ext>
            </a:extLst>
          </p:cNvPr>
          <p:cNvSpPr/>
          <p:nvPr/>
        </p:nvSpPr>
        <p:spPr>
          <a:xfrm>
            <a:off x="107741" y="1833563"/>
            <a:ext cx="1609282" cy="16900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B6A49DC-5995-4CEB-90DB-ED562EB0F36D}"/>
              </a:ext>
            </a:extLst>
          </p:cNvPr>
          <p:cNvSpPr/>
          <p:nvPr/>
        </p:nvSpPr>
        <p:spPr>
          <a:xfrm>
            <a:off x="107741" y="2070634"/>
            <a:ext cx="1609283" cy="41728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168A8E2-2A79-41D7-B8BC-81EBAC62D388}"/>
              </a:ext>
            </a:extLst>
          </p:cNvPr>
          <p:cNvSpPr/>
          <p:nvPr/>
        </p:nvSpPr>
        <p:spPr>
          <a:xfrm>
            <a:off x="1948470" y="53796"/>
            <a:ext cx="2315623" cy="16093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8DD60A1-6740-4B53-BA68-B8134B81A68E}"/>
              </a:ext>
            </a:extLst>
          </p:cNvPr>
          <p:cNvSpPr/>
          <p:nvPr/>
        </p:nvSpPr>
        <p:spPr>
          <a:xfrm>
            <a:off x="2410971" y="53795"/>
            <a:ext cx="421419" cy="160934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A9CAD6C-32C5-4057-9063-6F1210210922}"/>
              </a:ext>
            </a:extLst>
          </p:cNvPr>
          <p:cNvSpPr/>
          <p:nvPr/>
        </p:nvSpPr>
        <p:spPr>
          <a:xfrm>
            <a:off x="1948471" y="1833563"/>
            <a:ext cx="2315623" cy="16900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7843384-4CED-4C59-840F-5E6E54AD7586}"/>
              </a:ext>
            </a:extLst>
          </p:cNvPr>
          <p:cNvSpPr txBox="1"/>
          <p:nvPr/>
        </p:nvSpPr>
        <p:spPr>
          <a:xfrm>
            <a:off x="107740" y="1833563"/>
            <a:ext cx="4072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A</a:t>
            </a:r>
            <a:endParaRPr lang="en-US" sz="10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B577481-C11A-43C8-A7C2-4C2AACA46DE3}"/>
              </a:ext>
            </a:extLst>
          </p:cNvPr>
          <p:cNvSpPr txBox="1"/>
          <p:nvPr/>
        </p:nvSpPr>
        <p:spPr>
          <a:xfrm>
            <a:off x="1948469" y="53798"/>
            <a:ext cx="4214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3FBAD78-314E-4630-B581-B55FDF419ABE}"/>
              </a:ext>
            </a:extLst>
          </p:cNvPr>
          <p:cNvSpPr txBox="1"/>
          <p:nvPr/>
        </p:nvSpPr>
        <p:spPr>
          <a:xfrm>
            <a:off x="1928590" y="1833565"/>
            <a:ext cx="4214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E0B2D6F-BEFB-4C22-8F5D-E64AA7A133AC}"/>
              </a:ext>
            </a:extLst>
          </p:cNvPr>
          <p:cNvCxnSpPr>
            <a:cxnSpLocks/>
          </p:cNvCxnSpPr>
          <p:nvPr/>
        </p:nvCxnSpPr>
        <p:spPr>
          <a:xfrm>
            <a:off x="4141825" y="1833564"/>
            <a:ext cx="0" cy="16900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9583C85-E917-4010-A40D-E6927912EF39}"/>
              </a:ext>
            </a:extLst>
          </p:cNvPr>
          <p:cNvCxnSpPr>
            <a:cxnSpLocks/>
          </p:cNvCxnSpPr>
          <p:nvPr/>
        </p:nvCxnSpPr>
        <p:spPr>
          <a:xfrm>
            <a:off x="4141825" y="53796"/>
            <a:ext cx="0" cy="16093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EF27284A-5994-4D3B-98AE-DC196CC3643A}"/>
              </a:ext>
            </a:extLst>
          </p:cNvPr>
          <p:cNvSpPr txBox="1"/>
          <p:nvPr/>
        </p:nvSpPr>
        <p:spPr>
          <a:xfrm>
            <a:off x="3862552" y="2570881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accent1"/>
                </a:solidFill>
              </a:rPr>
              <a:t>k</a:t>
            </a:r>
            <a:r>
              <a:rPr lang="en-US" sz="800" dirty="0" err="1" smtClean="0">
                <a:solidFill>
                  <a:schemeClr val="accent1"/>
                </a:solidFill>
              </a:rPr>
              <a:t>H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DE44541-5AD2-471B-9D43-054A4D62B397}"/>
              </a:ext>
            </a:extLst>
          </p:cNvPr>
          <p:cNvSpPr txBox="1"/>
          <p:nvPr/>
        </p:nvSpPr>
        <p:spPr>
          <a:xfrm>
            <a:off x="1315485" y="2570881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accent1"/>
                </a:solidFill>
              </a:rPr>
              <a:t>k</a:t>
            </a:r>
            <a:r>
              <a:rPr lang="en-US" sz="800" dirty="0" err="1" smtClean="0">
                <a:solidFill>
                  <a:schemeClr val="accent1"/>
                </a:solidFill>
              </a:rPr>
              <a:t>H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BC9AE3A-BB17-4DF2-8A74-FFD667805FE3}"/>
              </a:ext>
            </a:extLst>
          </p:cNvPr>
          <p:cNvSpPr txBox="1"/>
          <p:nvPr/>
        </p:nvSpPr>
        <p:spPr>
          <a:xfrm>
            <a:off x="3829795" y="755163"/>
            <a:ext cx="4936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accent1"/>
                </a:solidFill>
              </a:rPr>
              <a:t>k</a:t>
            </a:r>
            <a:r>
              <a:rPr lang="en-US" sz="800" dirty="0" err="1" smtClean="0">
                <a:solidFill>
                  <a:schemeClr val="accent1"/>
                </a:solidFill>
              </a:rPr>
              <a:t>K</a:t>
            </a:r>
            <a:endParaRPr lang="en-US" sz="800" dirty="0">
              <a:solidFill>
                <a:schemeClr val="accent1"/>
              </a:solidFill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6821E56-997A-4C8A-9FE4-E9848DD2E1E2}"/>
              </a:ext>
            </a:extLst>
          </p:cNvPr>
          <p:cNvCxnSpPr>
            <a:cxnSpLocks/>
          </p:cNvCxnSpPr>
          <p:nvPr/>
        </p:nvCxnSpPr>
        <p:spPr>
          <a:xfrm flipH="1">
            <a:off x="107741" y="3388764"/>
            <a:ext cx="160928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A12B3ECC-6110-4C25-8688-661D55C5B829}"/>
              </a:ext>
            </a:extLst>
          </p:cNvPr>
          <p:cNvSpPr txBox="1"/>
          <p:nvPr/>
        </p:nvSpPr>
        <p:spPr>
          <a:xfrm>
            <a:off x="665579" y="3225241"/>
            <a:ext cx="4936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accent1"/>
                </a:solidFill>
              </a:rPr>
              <a:t>k</a:t>
            </a:r>
            <a:r>
              <a:rPr lang="en-US" sz="800" dirty="0" err="1" smtClean="0">
                <a:solidFill>
                  <a:schemeClr val="accent1"/>
                </a:solidFill>
              </a:rPr>
              <a:t>K</a:t>
            </a:r>
            <a:endParaRPr lang="en-US" sz="800" dirty="0">
              <a:solidFill>
                <a:schemeClr val="accent1"/>
              </a:solidFill>
            </a:endParaRP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F84B61B-E3E7-4E24-9301-2B65D6EC3F74}"/>
              </a:ext>
            </a:extLst>
          </p:cNvPr>
          <p:cNvCxnSpPr>
            <a:cxnSpLocks/>
          </p:cNvCxnSpPr>
          <p:nvPr/>
        </p:nvCxnSpPr>
        <p:spPr>
          <a:xfrm flipH="1">
            <a:off x="1948470" y="3388764"/>
            <a:ext cx="23156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B033865F-94D2-4CCA-B75C-C2A57A468754}"/>
              </a:ext>
            </a:extLst>
          </p:cNvPr>
          <p:cNvSpPr txBox="1"/>
          <p:nvPr/>
        </p:nvSpPr>
        <p:spPr>
          <a:xfrm>
            <a:off x="2951001" y="3225241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1"/>
                </a:solidFill>
              </a:rPr>
              <a:t>k</a:t>
            </a:r>
            <a:r>
              <a:rPr lang="en-US" sz="800" dirty="0" smtClean="0">
                <a:solidFill>
                  <a:schemeClr val="accent1"/>
                </a:solidFill>
              </a:rPr>
              <a:t>W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3D8F148-ED86-490C-8206-2E019A365C93}"/>
              </a:ext>
            </a:extLst>
          </p:cNvPr>
          <p:cNvSpPr txBox="1"/>
          <p:nvPr/>
        </p:nvSpPr>
        <p:spPr>
          <a:xfrm>
            <a:off x="2951002" y="1365934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1"/>
                </a:solidFill>
              </a:rPr>
              <a:t>k</a:t>
            </a:r>
            <a:r>
              <a:rPr lang="en-US" sz="800" dirty="0" smtClean="0">
                <a:solidFill>
                  <a:schemeClr val="accent1"/>
                </a:solidFill>
              </a:rPr>
              <a:t>W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6CA7E1E-F363-4149-87E5-FD257C44FF2F}"/>
              </a:ext>
            </a:extLst>
          </p:cNvPr>
          <p:cNvSpPr/>
          <p:nvPr/>
        </p:nvSpPr>
        <p:spPr>
          <a:xfrm>
            <a:off x="2410972" y="2070300"/>
            <a:ext cx="421419" cy="42062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2EA1101-CB4C-4411-A508-38B920F05ADE}"/>
              </a:ext>
            </a:extLst>
          </p:cNvPr>
          <p:cNvCxnSpPr/>
          <p:nvPr/>
        </p:nvCxnSpPr>
        <p:spPr>
          <a:xfrm>
            <a:off x="1717023" y="2070300"/>
            <a:ext cx="69394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0F310A7-02E9-43BB-89C0-7240D933FDE3}"/>
              </a:ext>
            </a:extLst>
          </p:cNvPr>
          <p:cNvCxnSpPr/>
          <p:nvPr/>
        </p:nvCxnSpPr>
        <p:spPr>
          <a:xfrm>
            <a:off x="1723614" y="2487920"/>
            <a:ext cx="69394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2BDEFEFB-6D54-4F35-BA27-D487020545C6}"/>
              </a:ext>
            </a:extLst>
          </p:cNvPr>
          <p:cNvCxnSpPr>
            <a:cxnSpLocks/>
          </p:cNvCxnSpPr>
          <p:nvPr/>
        </p:nvCxnSpPr>
        <p:spPr>
          <a:xfrm>
            <a:off x="2412307" y="1674634"/>
            <a:ext cx="0" cy="395669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3798721-7899-4B97-852E-AED8D7480AC2}"/>
              </a:ext>
            </a:extLst>
          </p:cNvPr>
          <p:cNvCxnSpPr>
            <a:cxnSpLocks/>
          </p:cNvCxnSpPr>
          <p:nvPr/>
        </p:nvCxnSpPr>
        <p:spPr>
          <a:xfrm>
            <a:off x="2827196" y="1674633"/>
            <a:ext cx="0" cy="395669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615A4C0-0184-4D28-A6A8-2E97F9C10642}"/>
              </a:ext>
            </a:extLst>
          </p:cNvPr>
          <p:cNvSpPr/>
          <p:nvPr/>
        </p:nvSpPr>
        <p:spPr>
          <a:xfrm>
            <a:off x="2415083" y="2075843"/>
            <a:ext cx="210312" cy="2103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1F5BBE7-9354-4867-A90E-083097865AD3}"/>
              </a:ext>
            </a:extLst>
          </p:cNvPr>
          <p:cNvSpPr/>
          <p:nvPr/>
        </p:nvSpPr>
        <p:spPr>
          <a:xfrm>
            <a:off x="2415083" y="50790"/>
            <a:ext cx="210312" cy="16093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4FB0B1A-AE8C-4DCE-9F75-6891F202990A}"/>
              </a:ext>
            </a:extLst>
          </p:cNvPr>
          <p:cNvCxnSpPr>
            <a:cxnSpLocks/>
          </p:cNvCxnSpPr>
          <p:nvPr/>
        </p:nvCxnSpPr>
        <p:spPr>
          <a:xfrm flipH="1">
            <a:off x="1948470" y="1525875"/>
            <a:ext cx="23156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9128D63A-BE48-4621-AB23-220AD51ACF3D}"/>
              </a:ext>
            </a:extLst>
          </p:cNvPr>
          <p:cNvSpPr txBox="1"/>
          <p:nvPr/>
        </p:nvSpPr>
        <p:spPr>
          <a:xfrm>
            <a:off x="2482950" y="168492"/>
            <a:ext cx="3357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800" dirty="0">
              <a:solidFill>
                <a:schemeClr val="accent1"/>
              </a:solidFill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F09BC357-F403-4CF1-AEC2-2F0EECEC4B38}"/>
              </a:ext>
            </a:extLst>
          </p:cNvPr>
          <p:cNvCxnSpPr>
            <a:cxnSpLocks/>
          </p:cNvCxnSpPr>
          <p:nvPr/>
        </p:nvCxnSpPr>
        <p:spPr>
          <a:xfrm>
            <a:off x="2417560" y="168492"/>
            <a:ext cx="4082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06E3A9D-D7F4-4C9E-BA54-6B468F2BA11D}"/>
              </a:ext>
            </a:extLst>
          </p:cNvPr>
          <p:cNvSpPr/>
          <p:nvPr/>
        </p:nvSpPr>
        <p:spPr>
          <a:xfrm>
            <a:off x="107739" y="2073540"/>
            <a:ext cx="1609344" cy="2103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3619F16-1F27-49AD-A374-CEC6BEE58926}"/>
              </a:ext>
            </a:extLst>
          </p:cNvPr>
          <p:cNvCxnSpPr>
            <a:cxnSpLocks/>
          </p:cNvCxnSpPr>
          <p:nvPr/>
        </p:nvCxnSpPr>
        <p:spPr>
          <a:xfrm>
            <a:off x="1587120" y="1833564"/>
            <a:ext cx="0" cy="16900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4EEA82FE-8A7F-44E6-A7DF-D0BCC64E657E}"/>
              </a:ext>
            </a:extLst>
          </p:cNvPr>
          <p:cNvSpPr txBox="1"/>
          <p:nvPr/>
        </p:nvSpPr>
        <p:spPr>
          <a:xfrm>
            <a:off x="179284" y="2165381"/>
            <a:ext cx="3357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800" dirty="0">
              <a:solidFill>
                <a:schemeClr val="accent1"/>
              </a:solidFill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E3821A5-9C9B-434A-952C-D958D1FDCDCE}"/>
              </a:ext>
            </a:extLst>
          </p:cNvPr>
          <p:cNvCxnSpPr>
            <a:cxnSpLocks/>
          </p:cNvCxnSpPr>
          <p:nvPr/>
        </p:nvCxnSpPr>
        <p:spPr>
          <a:xfrm>
            <a:off x="195200" y="2058287"/>
            <a:ext cx="0" cy="4296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6" name="Picture 125">
            <a:extLst>
              <a:ext uri="{FF2B5EF4-FFF2-40B4-BE49-F238E27FC236}">
                <a16:creationId xmlns:a16="http://schemas.microsoft.com/office/drawing/2014/main" id="{7F92818B-96A0-4547-90F2-764BE9626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950" y="1013137"/>
            <a:ext cx="1796474" cy="1706413"/>
          </a:xfrm>
          <a:prstGeom prst="rect">
            <a:avLst/>
          </a:prstGeom>
        </p:spPr>
      </p:pic>
      <p:sp>
        <p:nvSpPr>
          <p:cNvPr id="36" name="TextBox 119">
            <a:extLst>
              <a:ext uri="{FF2B5EF4-FFF2-40B4-BE49-F238E27FC236}">
                <a16:creationId xmlns:a16="http://schemas.microsoft.com/office/drawing/2014/main" id="{9128D63A-BE48-4621-AB23-220AD51ACF3D}"/>
              </a:ext>
            </a:extLst>
          </p:cNvPr>
          <p:cNvSpPr txBox="1"/>
          <p:nvPr/>
        </p:nvSpPr>
        <p:spPr>
          <a:xfrm>
            <a:off x="5192958" y="960083"/>
            <a:ext cx="328428" cy="169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500" dirty="0">
              <a:solidFill>
                <a:schemeClr val="accent1"/>
              </a:solidFill>
            </a:endParaRPr>
          </a:p>
        </p:txBody>
      </p:sp>
      <p:sp>
        <p:nvSpPr>
          <p:cNvPr id="37" name="TextBox 119">
            <a:extLst>
              <a:ext uri="{FF2B5EF4-FFF2-40B4-BE49-F238E27FC236}">
                <a16:creationId xmlns:a16="http://schemas.microsoft.com/office/drawing/2014/main" id="{9128D63A-BE48-4621-AB23-220AD51ACF3D}"/>
              </a:ext>
            </a:extLst>
          </p:cNvPr>
          <p:cNvSpPr txBox="1"/>
          <p:nvPr/>
        </p:nvSpPr>
        <p:spPr>
          <a:xfrm>
            <a:off x="4401946" y="1781706"/>
            <a:ext cx="249146" cy="169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32</a:t>
            </a:r>
            <a:endParaRPr lang="en-US" sz="500" dirty="0">
              <a:solidFill>
                <a:schemeClr val="accent1"/>
              </a:solidFill>
            </a:endParaRP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E1A3C63C-53A6-4A9B-80C3-DBA406A6828F}"/>
              </a:ext>
            </a:extLst>
          </p:cNvPr>
          <p:cNvCxnSpPr>
            <a:cxnSpLocks/>
          </p:cNvCxnSpPr>
          <p:nvPr/>
        </p:nvCxnSpPr>
        <p:spPr>
          <a:xfrm flipV="1">
            <a:off x="2872166" y="1866344"/>
            <a:ext cx="1593729" cy="364263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119">
            <a:extLst>
              <a:ext uri="{FF2B5EF4-FFF2-40B4-BE49-F238E27FC236}">
                <a16:creationId xmlns:a16="http://schemas.microsoft.com/office/drawing/2014/main" id="{9128D63A-BE48-4621-AB23-220AD51ACF3D}"/>
              </a:ext>
            </a:extLst>
          </p:cNvPr>
          <p:cNvSpPr txBox="1"/>
          <p:nvPr/>
        </p:nvSpPr>
        <p:spPr>
          <a:xfrm>
            <a:off x="6086035" y="1412101"/>
            <a:ext cx="249146" cy="169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</a:t>
            </a:r>
            <a:endParaRPr lang="en-US" sz="500" dirty="0">
              <a:solidFill>
                <a:schemeClr val="accent1"/>
              </a:solidFill>
            </a:endParaRPr>
          </a:p>
        </p:txBody>
      </p:sp>
      <p:sp>
        <p:nvSpPr>
          <p:cNvPr id="41" name="TextBox 119">
            <a:extLst>
              <a:ext uri="{FF2B5EF4-FFF2-40B4-BE49-F238E27FC236}">
                <a16:creationId xmlns:a16="http://schemas.microsoft.com/office/drawing/2014/main" id="{9128D63A-BE48-4621-AB23-220AD51ACF3D}"/>
              </a:ext>
            </a:extLst>
          </p:cNvPr>
          <p:cNvSpPr txBox="1"/>
          <p:nvPr/>
        </p:nvSpPr>
        <p:spPr>
          <a:xfrm>
            <a:off x="6086035" y="2094057"/>
            <a:ext cx="249146" cy="169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</a:t>
            </a:r>
            <a:endParaRPr lang="en-US" sz="500" dirty="0">
              <a:solidFill>
                <a:schemeClr val="accent1"/>
              </a:solidFill>
            </a:endParaRPr>
          </a:p>
        </p:txBody>
      </p:sp>
      <p:sp>
        <p:nvSpPr>
          <p:cNvPr id="42" name="TextBox 119">
            <a:extLst>
              <a:ext uri="{FF2B5EF4-FFF2-40B4-BE49-F238E27FC236}">
                <a16:creationId xmlns:a16="http://schemas.microsoft.com/office/drawing/2014/main" id="{9128D63A-BE48-4621-AB23-220AD51ACF3D}"/>
              </a:ext>
            </a:extLst>
          </p:cNvPr>
          <p:cNvSpPr txBox="1"/>
          <p:nvPr/>
        </p:nvSpPr>
        <p:spPr>
          <a:xfrm>
            <a:off x="4894522" y="2550272"/>
            <a:ext cx="249146" cy="169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</a:t>
            </a:r>
            <a:endParaRPr lang="en-US" sz="500" dirty="0">
              <a:solidFill>
                <a:schemeClr val="accent1"/>
              </a:solidFill>
            </a:endParaRPr>
          </a:p>
        </p:txBody>
      </p:sp>
      <p:sp>
        <p:nvSpPr>
          <p:cNvPr id="43" name="TextBox 119">
            <a:extLst>
              <a:ext uri="{FF2B5EF4-FFF2-40B4-BE49-F238E27FC236}">
                <a16:creationId xmlns:a16="http://schemas.microsoft.com/office/drawing/2014/main" id="{9128D63A-BE48-4621-AB23-220AD51ACF3D}"/>
              </a:ext>
            </a:extLst>
          </p:cNvPr>
          <p:cNvSpPr txBox="1"/>
          <p:nvPr/>
        </p:nvSpPr>
        <p:spPr>
          <a:xfrm>
            <a:off x="5549240" y="2550273"/>
            <a:ext cx="249146" cy="169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5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</a:t>
            </a:r>
            <a:endParaRPr lang="en-US" sz="5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823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17</Words>
  <Application>Microsoft Office PowerPoint</Application>
  <PresentationFormat>自定义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Zhang(张熙)</dc:creator>
  <cp:lastModifiedBy>Xi Zhang(Peter)</cp:lastModifiedBy>
  <cp:revision>8</cp:revision>
  <dcterms:created xsi:type="dcterms:W3CDTF">2021-07-13T08:09:03Z</dcterms:created>
  <dcterms:modified xsi:type="dcterms:W3CDTF">2024-03-01T09:09:26Z</dcterms:modified>
</cp:coreProperties>
</file>