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864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9" autoAdjust="0"/>
    <p:restoredTop sz="94660"/>
  </p:normalViewPr>
  <p:slideViewPr>
    <p:cSldViewPr snapToGrid="0">
      <p:cViewPr>
        <p:scale>
          <a:sx n="200" d="100"/>
          <a:sy n="200" d="100"/>
        </p:scale>
        <p:origin x="3258" y="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945"/>
            <a:ext cx="41148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0815"/>
            <a:ext cx="41148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0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683895"/>
            <a:ext cx="47320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835785"/>
            <a:ext cx="47320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8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6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46050"/>
            <a:ext cx="47320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72465"/>
            <a:ext cx="23210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02030"/>
            <a:ext cx="23210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72465"/>
            <a:ext cx="233243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02030"/>
            <a:ext cx="233243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2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1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94970"/>
            <a:ext cx="277749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0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94970"/>
            <a:ext cx="277749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8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6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46050"/>
            <a:ext cx="11830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46050"/>
            <a:ext cx="348043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3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46050"/>
            <a:ext cx="47320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30250"/>
            <a:ext cx="47320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79F67-1AE4-4C6D-9036-1531B602FBD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4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F7EB5E6-353A-CFEA-9B24-689BD199665B}"/>
              </a:ext>
            </a:extLst>
          </p:cNvPr>
          <p:cNvSpPr/>
          <p:nvPr/>
        </p:nvSpPr>
        <p:spPr>
          <a:xfrm>
            <a:off x="85003" y="37333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FE9E60-917E-BBE5-0C5D-96F340C7DD72}"/>
              </a:ext>
            </a:extLst>
          </p:cNvPr>
          <p:cNvSpPr/>
          <p:nvPr/>
        </p:nvSpPr>
        <p:spPr>
          <a:xfrm>
            <a:off x="1217824" y="37333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EFC991-BA37-09F9-237F-073D65B41583}"/>
              </a:ext>
            </a:extLst>
          </p:cNvPr>
          <p:cNvSpPr/>
          <p:nvPr/>
        </p:nvSpPr>
        <p:spPr>
          <a:xfrm>
            <a:off x="85003" y="148610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B34162-3170-18FA-B496-A14F7FF16EDB}"/>
              </a:ext>
            </a:extLst>
          </p:cNvPr>
          <p:cNvSpPr/>
          <p:nvPr/>
        </p:nvSpPr>
        <p:spPr>
          <a:xfrm>
            <a:off x="1217824" y="148610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663B64-7322-A127-7B40-CBD86CD25C99}"/>
              </a:ext>
            </a:extLst>
          </p:cNvPr>
          <p:cNvSpPr/>
          <p:nvPr/>
        </p:nvSpPr>
        <p:spPr>
          <a:xfrm>
            <a:off x="3141632" y="370455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ED494E-2164-FA1B-3486-5D520AAFBE2C}"/>
              </a:ext>
            </a:extLst>
          </p:cNvPr>
          <p:cNvSpPr/>
          <p:nvPr/>
        </p:nvSpPr>
        <p:spPr>
          <a:xfrm>
            <a:off x="4274453" y="370455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9787B8-9CF7-7CBF-24CB-39E23B3771AD}"/>
              </a:ext>
            </a:extLst>
          </p:cNvPr>
          <p:cNvSpPr/>
          <p:nvPr/>
        </p:nvSpPr>
        <p:spPr>
          <a:xfrm>
            <a:off x="3141632" y="148322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2BE360-9C2F-3E72-AAA6-A740D6309757}"/>
              </a:ext>
            </a:extLst>
          </p:cNvPr>
          <p:cNvSpPr/>
          <p:nvPr/>
        </p:nvSpPr>
        <p:spPr>
          <a:xfrm>
            <a:off x="4274453" y="148322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B81209-105A-B761-668B-5050D07D57FC}"/>
              </a:ext>
            </a:extLst>
          </p:cNvPr>
          <p:cNvSpPr/>
          <p:nvPr/>
        </p:nvSpPr>
        <p:spPr>
          <a:xfrm>
            <a:off x="85002" y="374585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d0: 1x32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0A1E3-FF59-B992-2684-65B890412833}"/>
              </a:ext>
            </a:extLst>
          </p:cNvPr>
          <p:cNvSpPr/>
          <p:nvPr/>
        </p:nvSpPr>
        <p:spPr>
          <a:xfrm>
            <a:off x="85001" y="499160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d1: 1x32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DB63BC-41FB-2691-C433-E50C1FCA2970}"/>
              </a:ext>
            </a:extLst>
          </p:cNvPr>
          <p:cNvSpPr/>
          <p:nvPr/>
        </p:nvSpPr>
        <p:spPr>
          <a:xfrm>
            <a:off x="1213679" y="375366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d2: 1x32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84134A-187E-C519-554C-70FBC41C5A8A}"/>
              </a:ext>
            </a:extLst>
          </p:cNvPr>
          <p:cNvSpPr/>
          <p:nvPr/>
        </p:nvSpPr>
        <p:spPr>
          <a:xfrm>
            <a:off x="1213678" y="499941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d3: 1x32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42283C-7A25-C8A8-5DA7-F2A30F519AC8}"/>
              </a:ext>
            </a:extLst>
          </p:cNvPr>
          <p:cNvSpPr/>
          <p:nvPr/>
        </p:nvSpPr>
        <p:spPr>
          <a:xfrm>
            <a:off x="3145776" y="369674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d0: 1x32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0148B9-694C-BC2C-0AF5-40F9636ACFC6}"/>
              </a:ext>
            </a:extLst>
          </p:cNvPr>
          <p:cNvSpPr/>
          <p:nvPr/>
        </p:nvSpPr>
        <p:spPr>
          <a:xfrm>
            <a:off x="3145775" y="494249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d1: 1x32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C47587-4667-4ACE-C900-4CA029AA5843}"/>
              </a:ext>
            </a:extLst>
          </p:cNvPr>
          <p:cNvSpPr/>
          <p:nvPr/>
        </p:nvSpPr>
        <p:spPr>
          <a:xfrm>
            <a:off x="3141633" y="1482446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d2: 1x32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64899D-45C8-B601-784B-25C1BD79339B}"/>
              </a:ext>
            </a:extLst>
          </p:cNvPr>
          <p:cNvSpPr/>
          <p:nvPr/>
        </p:nvSpPr>
        <p:spPr>
          <a:xfrm>
            <a:off x="3141632" y="1607021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d3: 1x32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79B0ED-8528-127F-2E00-67A718C03168}"/>
              </a:ext>
            </a:extLst>
          </p:cNvPr>
          <p:cNvSpPr txBox="1"/>
          <p:nvPr/>
        </p:nvSpPr>
        <p:spPr>
          <a:xfrm>
            <a:off x="3769346" y="0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Col-Major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A3E6F7-F486-0A89-0F70-ACA6385DC19B}"/>
              </a:ext>
            </a:extLst>
          </p:cNvPr>
          <p:cNvSpPr txBox="1"/>
          <p:nvPr/>
        </p:nvSpPr>
        <p:spPr>
          <a:xfrm>
            <a:off x="718484" y="2875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Row-Major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445B69-6F9C-73BC-3BF6-BAA436EEAAE5}"/>
              </a:ext>
            </a:extLst>
          </p:cNvPr>
          <p:cNvSpPr/>
          <p:nvPr/>
        </p:nvSpPr>
        <p:spPr>
          <a:xfrm>
            <a:off x="85000" y="1480923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d4: 1x32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012D1A-09A2-4906-5FF5-1F219E402F64}"/>
              </a:ext>
            </a:extLst>
          </p:cNvPr>
          <p:cNvSpPr/>
          <p:nvPr/>
        </p:nvSpPr>
        <p:spPr>
          <a:xfrm>
            <a:off x="84999" y="1605498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d5: 1x32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1432A01-C431-CE7F-20FF-7D3E89879203}"/>
              </a:ext>
            </a:extLst>
          </p:cNvPr>
          <p:cNvSpPr/>
          <p:nvPr/>
        </p:nvSpPr>
        <p:spPr>
          <a:xfrm>
            <a:off x="1213677" y="1481704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d6: 1x32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96B3A0-CB5E-ECDD-D017-913502E801CF}"/>
              </a:ext>
            </a:extLst>
          </p:cNvPr>
          <p:cNvSpPr/>
          <p:nvPr/>
        </p:nvSpPr>
        <p:spPr>
          <a:xfrm>
            <a:off x="1213676" y="160627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d7: 1x32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4511D5-BF9E-C4E0-BD59-FB52E293A0DB}"/>
              </a:ext>
            </a:extLst>
          </p:cNvPr>
          <p:cNvSpPr/>
          <p:nvPr/>
        </p:nvSpPr>
        <p:spPr>
          <a:xfrm>
            <a:off x="4279049" y="370085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d4: 1x32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F0437E-8F95-5B93-39B9-CEC07455E729}"/>
              </a:ext>
            </a:extLst>
          </p:cNvPr>
          <p:cNvSpPr/>
          <p:nvPr/>
        </p:nvSpPr>
        <p:spPr>
          <a:xfrm>
            <a:off x="4279048" y="494660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d5: 1x32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DE1CBD4-4C2E-B2B1-5DE9-46E72CA969EF}"/>
              </a:ext>
            </a:extLst>
          </p:cNvPr>
          <p:cNvSpPr/>
          <p:nvPr/>
        </p:nvSpPr>
        <p:spPr>
          <a:xfrm>
            <a:off x="4274906" y="148285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d6: 1x32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EECB46-3E18-021B-698C-B85562F1F59C}"/>
              </a:ext>
            </a:extLst>
          </p:cNvPr>
          <p:cNvSpPr/>
          <p:nvPr/>
        </p:nvSpPr>
        <p:spPr>
          <a:xfrm>
            <a:off x="4274905" y="1607432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d7: 1x32</a:t>
            </a:r>
          </a:p>
        </p:txBody>
      </p:sp>
    </p:spTree>
    <p:extLst>
      <p:ext uri="{BB962C8B-B14F-4D97-AF65-F5344CB8AC3E}">
        <p14:creationId xmlns:p14="http://schemas.microsoft.com/office/powerpoint/2010/main" val="1096373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58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</cp:revision>
  <dcterms:created xsi:type="dcterms:W3CDTF">2022-06-07T08:52:39Z</dcterms:created>
  <dcterms:modified xsi:type="dcterms:W3CDTF">2022-06-07T08:54:06Z</dcterms:modified>
</cp:coreProperties>
</file>