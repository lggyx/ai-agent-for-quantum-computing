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"/>
  </p:notesMasterIdLst>
  <p:sldIdLst>
    <p:sldId id="256" r:id="rId2"/>
  </p:sldIdLst>
  <p:sldSz cx="50292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1" autoAdjust="0"/>
    <p:restoredTop sz="93497" autoAdjust="0"/>
  </p:normalViewPr>
  <p:slideViewPr>
    <p:cSldViewPr snapToGrid="0">
      <p:cViewPr varScale="1">
        <p:scale>
          <a:sx n="297" d="100"/>
          <a:sy n="297" d="100"/>
        </p:scale>
        <p:origin x="20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3178B-519A-4820-B07A-413D286086BF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925" y="1143000"/>
            <a:ext cx="6788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F3FD3B-A122-42B4-AC6F-C5051924F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62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3FD3B-A122-42B4-AC6F-C5051924FDA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55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374121"/>
            <a:ext cx="3771900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1200679"/>
            <a:ext cx="3771900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21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01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" y="569913"/>
            <a:ext cx="4337685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" y="1529821"/>
            <a:ext cx="4337685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071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608542"/>
            <a:ext cx="213741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3" y="608542"/>
            <a:ext cx="213741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44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21709"/>
            <a:ext cx="4337685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" y="560388"/>
            <a:ext cx="2127587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" y="835025"/>
            <a:ext cx="2127587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3" y="560388"/>
            <a:ext cx="2138065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3" y="835025"/>
            <a:ext cx="2138065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3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2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96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52400"/>
            <a:ext cx="1622048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" y="329142"/>
            <a:ext cx="2546033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685800"/>
            <a:ext cx="1622048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92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52400"/>
            <a:ext cx="1622048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" y="329142"/>
            <a:ext cx="2546033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685800"/>
            <a:ext cx="1622048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3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74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1" y="121709"/>
            <a:ext cx="1084421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" y="121709"/>
            <a:ext cx="3190399" cy="19372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96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121709"/>
            <a:ext cx="4337685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608542"/>
            <a:ext cx="4337685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2118784"/>
            <a:ext cx="113157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7/13/2023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3" y="2118784"/>
            <a:ext cx="1697355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3" y="2118784"/>
            <a:ext cx="113157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Rectangle 312">
            <a:extLst>
              <a:ext uri="{FF2B5EF4-FFF2-40B4-BE49-F238E27FC236}">
                <a16:creationId xmlns:a16="http://schemas.microsoft.com/office/drawing/2014/main" id="{730529C8-5E6C-45A9-A590-9D2232B2EF57}"/>
              </a:ext>
            </a:extLst>
          </p:cNvPr>
          <p:cNvSpPr/>
          <p:nvPr/>
        </p:nvSpPr>
        <p:spPr>
          <a:xfrm>
            <a:off x="83372" y="45421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SPC3</a:t>
            </a: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13F0BC3A-8BFF-468A-9E5C-29FF4D67A07C}"/>
              </a:ext>
            </a:extLst>
          </p:cNvPr>
          <p:cNvSpPr/>
          <p:nvPr/>
        </p:nvSpPr>
        <p:spPr>
          <a:xfrm>
            <a:off x="83372" y="409894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SPC2</a:t>
            </a: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7285D9E3-21E1-461A-A9DD-D70ED6FE69CC}"/>
              </a:ext>
            </a:extLst>
          </p:cNvPr>
          <p:cNvSpPr/>
          <p:nvPr/>
        </p:nvSpPr>
        <p:spPr>
          <a:xfrm>
            <a:off x="81987" y="871754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</a:t>
            </a: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BF1025A9-AD6D-4DEE-AC3A-F930EF979EDD}"/>
              </a:ext>
            </a:extLst>
          </p:cNvPr>
          <p:cNvSpPr/>
          <p:nvPr/>
        </p:nvSpPr>
        <p:spPr>
          <a:xfrm>
            <a:off x="85439" y="1220823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SPC0</a:t>
            </a: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A3B44BC3-524A-46D7-B953-6111CE71F626}"/>
              </a:ext>
            </a:extLst>
          </p:cNvPr>
          <p:cNvSpPr/>
          <p:nvPr/>
        </p:nvSpPr>
        <p:spPr>
          <a:xfrm>
            <a:off x="917695" y="53460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SPC7</a:t>
            </a: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97AC233D-47EA-4B57-B4C5-F46D0E3DC81D}"/>
              </a:ext>
            </a:extLst>
          </p:cNvPr>
          <p:cNvSpPr/>
          <p:nvPr/>
        </p:nvSpPr>
        <p:spPr>
          <a:xfrm>
            <a:off x="910432" y="411785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SPC6</a:t>
            </a: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99F0EFF8-896D-4B13-B64A-DCCFC7F9AFF9}"/>
              </a:ext>
            </a:extLst>
          </p:cNvPr>
          <p:cNvSpPr/>
          <p:nvPr/>
        </p:nvSpPr>
        <p:spPr>
          <a:xfrm>
            <a:off x="917695" y="856029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SPC5</a:t>
            </a: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F8A6F608-AF18-4488-9F1A-4609D396C082}"/>
              </a:ext>
            </a:extLst>
          </p:cNvPr>
          <p:cNvSpPr/>
          <p:nvPr/>
        </p:nvSpPr>
        <p:spPr>
          <a:xfrm>
            <a:off x="913552" y="1209034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SPC4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BD2223B7-8D73-4D97-A85D-CD20536F3738}"/>
              </a:ext>
            </a:extLst>
          </p:cNvPr>
          <p:cNvSpPr/>
          <p:nvPr/>
        </p:nvSpPr>
        <p:spPr>
          <a:xfrm>
            <a:off x="1608342" y="1711088"/>
            <a:ext cx="432866" cy="286598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1/2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07C76AC4-15AF-4B76-B8A3-DD81302BE46C}"/>
              </a:ext>
            </a:extLst>
          </p:cNvPr>
          <p:cNvSpPr/>
          <p:nvPr/>
        </p:nvSpPr>
        <p:spPr>
          <a:xfrm>
            <a:off x="2634918" y="45421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SPC11</a:t>
            </a: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66218B7A-651F-4C41-810A-2017697BB125}"/>
              </a:ext>
            </a:extLst>
          </p:cNvPr>
          <p:cNvSpPr/>
          <p:nvPr/>
        </p:nvSpPr>
        <p:spPr>
          <a:xfrm>
            <a:off x="2627655" y="403746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SPC10</a:t>
            </a: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5AA73C05-6D75-4D39-88DC-DF49855871FB}"/>
              </a:ext>
            </a:extLst>
          </p:cNvPr>
          <p:cNvSpPr/>
          <p:nvPr/>
        </p:nvSpPr>
        <p:spPr>
          <a:xfrm>
            <a:off x="2634918" y="847990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</a:t>
            </a:r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C9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7A61D9F3-5C53-4F4A-B2A1-39DFE8A96804}"/>
              </a:ext>
            </a:extLst>
          </p:cNvPr>
          <p:cNvSpPr/>
          <p:nvPr/>
        </p:nvSpPr>
        <p:spPr>
          <a:xfrm>
            <a:off x="2630775" y="1200995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SPC8</a:t>
            </a: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A1BACD18-3914-4D02-B642-C2BF0CC2714B}"/>
              </a:ext>
            </a:extLst>
          </p:cNvPr>
          <p:cNvSpPr/>
          <p:nvPr/>
        </p:nvSpPr>
        <p:spPr>
          <a:xfrm>
            <a:off x="3476504" y="44863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SPC15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ADF4C2C6-E93A-4307-AA47-6DD84E0FF47C}"/>
              </a:ext>
            </a:extLst>
          </p:cNvPr>
          <p:cNvSpPr/>
          <p:nvPr/>
        </p:nvSpPr>
        <p:spPr>
          <a:xfrm>
            <a:off x="3469241" y="403188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SPC14</a:t>
            </a: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60D8EEB9-6973-4D2C-86C7-5ABC92BA7452}"/>
              </a:ext>
            </a:extLst>
          </p:cNvPr>
          <p:cNvSpPr/>
          <p:nvPr/>
        </p:nvSpPr>
        <p:spPr>
          <a:xfrm>
            <a:off x="3476504" y="847432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SPC13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12AFC86E-31F5-433A-8525-51C4A4F08313}"/>
              </a:ext>
            </a:extLst>
          </p:cNvPr>
          <p:cNvSpPr/>
          <p:nvPr/>
        </p:nvSpPr>
        <p:spPr>
          <a:xfrm>
            <a:off x="3472361" y="1200437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SPC12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8334877A-2C02-4148-B52B-D7926B40A65A}"/>
              </a:ext>
            </a:extLst>
          </p:cNvPr>
          <p:cNvSpPr txBox="1"/>
          <p:nvPr/>
        </p:nvSpPr>
        <p:spPr>
          <a:xfrm>
            <a:off x="-32779" y="1558103"/>
            <a:ext cx="15359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SPCs in each group read the same Tensor with the same coordinate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0F93A8-7EBB-6E53-1B21-39B82CDEF7ED}"/>
              </a:ext>
            </a:extLst>
          </p:cNvPr>
          <p:cNvSpPr/>
          <p:nvPr/>
        </p:nvSpPr>
        <p:spPr>
          <a:xfrm>
            <a:off x="28606" y="0"/>
            <a:ext cx="1559451" cy="75352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29C993-80FE-D589-C987-E0178E637890}"/>
              </a:ext>
            </a:extLst>
          </p:cNvPr>
          <p:cNvSpPr txBox="1"/>
          <p:nvPr/>
        </p:nvSpPr>
        <p:spPr>
          <a:xfrm>
            <a:off x="4121058" y="18438"/>
            <a:ext cx="824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Half UMA8 Group 3</a:t>
            </a:r>
            <a:endParaRPr lang="en-US" sz="1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46B124-7E3B-3C18-6EF2-7EE24DFAF9EF}"/>
              </a:ext>
            </a:extLst>
          </p:cNvPr>
          <p:cNvSpPr txBox="1"/>
          <p:nvPr/>
        </p:nvSpPr>
        <p:spPr>
          <a:xfrm>
            <a:off x="4077236" y="818933"/>
            <a:ext cx="1064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Half UMA8 Group 2</a:t>
            </a:r>
            <a:endParaRPr lang="en-US" sz="1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1E50B6-1128-6781-66C4-0FCBB3F94162}"/>
              </a:ext>
            </a:extLst>
          </p:cNvPr>
          <p:cNvSpPr txBox="1"/>
          <p:nvPr/>
        </p:nvSpPr>
        <p:spPr>
          <a:xfrm>
            <a:off x="1454531" y="1987090"/>
            <a:ext cx="13344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Tensor in UMA8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E19198-4901-E722-054F-320589FE3AB0}"/>
              </a:ext>
            </a:extLst>
          </p:cNvPr>
          <p:cNvSpPr/>
          <p:nvPr/>
        </p:nvSpPr>
        <p:spPr>
          <a:xfrm>
            <a:off x="2036888" y="1711088"/>
            <a:ext cx="432866" cy="286598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1/2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CF6358-4737-4F2F-AA6D-CDC891E048F5}"/>
              </a:ext>
            </a:extLst>
          </p:cNvPr>
          <p:cNvSpPr/>
          <p:nvPr/>
        </p:nvSpPr>
        <p:spPr>
          <a:xfrm>
            <a:off x="18526" y="806985"/>
            <a:ext cx="1569531" cy="75352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776B82E9-70AB-FF0F-436A-740B1FA96ABD}"/>
              </a:ext>
            </a:extLst>
          </p:cNvPr>
          <p:cNvCxnSpPr>
            <a:cxnSpLocks/>
            <a:stCxn id="2" idx="3"/>
            <a:endCxn id="8" idx="0"/>
          </p:cNvCxnSpPr>
          <p:nvPr/>
        </p:nvCxnSpPr>
        <p:spPr>
          <a:xfrm>
            <a:off x="1588057" y="376763"/>
            <a:ext cx="665264" cy="13343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288AE5E-F769-6B86-AF32-6EBE5C20E86B}"/>
              </a:ext>
            </a:extLst>
          </p:cNvPr>
          <p:cNvCxnSpPr>
            <a:cxnSpLocks/>
            <a:stCxn id="9" idx="3"/>
            <a:endCxn id="321" idx="0"/>
          </p:cNvCxnSpPr>
          <p:nvPr/>
        </p:nvCxnSpPr>
        <p:spPr>
          <a:xfrm>
            <a:off x="1588057" y="1183748"/>
            <a:ext cx="236718" cy="5273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27CD4605-4D1D-44FA-8D2A-EE0460A52715}"/>
              </a:ext>
            </a:extLst>
          </p:cNvPr>
          <p:cNvSpPr/>
          <p:nvPr/>
        </p:nvSpPr>
        <p:spPr>
          <a:xfrm>
            <a:off x="4180940" y="1715661"/>
            <a:ext cx="432866" cy="286598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1/2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19DD56F-AB9C-DD47-1661-44920ACBC940}"/>
              </a:ext>
            </a:extLst>
          </p:cNvPr>
          <p:cNvSpPr/>
          <p:nvPr/>
        </p:nvSpPr>
        <p:spPr>
          <a:xfrm>
            <a:off x="2577894" y="4573"/>
            <a:ext cx="1559451" cy="75352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605B54-6865-6DDC-F435-1CB7C75ECC77}"/>
              </a:ext>
            </a:extLst>
          </p:cNvPr>
          <p:cNvSpPr/>
          <p:nvPr/>
        </p:nvSpPr>
        <p:spPr>
          <a:xfrm>
            <a:off x="4609486" y="1715661"/>
            <a:ext cx="432866" cy="286598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1/2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A1390F51-12DF-0564-2D8A-D39B87F8C353}"/>
              </a:ext>
            </a:extLst>
          </p:cNvPr>
          <p:cNvCxnSpPr>
            <a:cxnSpLocks/>
            <a:stCxn id="31" idx="3"/>
            <a:endCxn id="32" idx="0"/>
          </p:cNvCxnSpPr>
          <p:nvPr/>
        </p:nvCxnSpPr>
        <p:spPr>
          <a:xfrm>
            <a:off x="4137345" y="381336"/>
            <a:ext cx="688574" cy="13343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20E0B08F-6BE2-8F7E-EEA2-0C8333B0A14D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4137345" y="1183747"/>
            <a:ext cx="260028" cy="5319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510204B-0B54-B212-4CDB-ACEBE11471E5}"/>
              </a:ext>
            </a:extLst>
          </p:cNvPr>
          <p:cNvSpPr txBox="1"/>
          <p:nvPr/>
        </p:nvSpPr>
        <p:spPr>
          <a:xfrm>
            <a:off x="3693873" y="2016931"/>
            <a:ext cx="15359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Tensor in UMA8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35C481-C038-C297-1FED-F6CDFAB8D8A8}"/>
              </a:ext>
            </a:extLst>
          </p:cNvPr>
          <p:cNvSpPr txBox="1"/>
          <p:nvPr/>
        </p:nvSpPr>
        <p:spPr>
          <a:xfrm>
            <a:off x="1593536" y="9784"/>
            <a:ext cx="824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Half UMA8 Group 1</a:t>
            </a:r>
            <a:endParaRPr lang="en-US" sz="1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68CA22-16DB-7971-DDA4-53BC5861BB16}"/>
              </a:ext>
            </a:extLst>
          </p:cNvPr>
          <p:cNvSpPr txBox="1"/>
          <p:nvPr/>
        </p:nvSpPr>
        <p:spPr>
          <a:xfrm>
            <a:off x="1517985" y="817982"/>
            <a:ext cx="824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Half UMA8 Group 0</a:t>
            </a:r>
            <a:endParaRPr lang="en-US" sz="1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4EE797-9FE1-BB07-A122-358482A4D34C}"/>
              </a:ext>
            </a:extLst>
          </p:cNvPr>
          <p:cNvSpPr/>
          <p:nvPr/>
        </p:nvSpPr>
        <p:spPr>
          <a:xfrm>
            <a:off x="2567814" y="806984"/>
            <a:ext cx="1569531" cy="753525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55</Words>
  <Application>Microsoft Office PowerPoint</Application>
  <PresentationFormat>Custom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Haichuan Wang(王海川)</cp:lastModifiedBy>
  <cp:revision>19</cp:revision>
  <dcterms:created xsi:type="dcterms:W3CDTF">2020-03-18T02:10:58Z</dcterms:created>
  <dcterms:modified xsi:type="dcterms:W3CDTF">2023-07-13T21:36:24Z</dcterms:modified>
</cp:coreProperties>
</file>