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notesMasterIdLst>
    <p:notesMasterId r:id="rId3"/>
  </p:notes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794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925" y="1143000"/>
            <a:ext cx="678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925" y="1143000"/>
            <a:ext cx="6788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6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8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3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4">
            <a:extLst>
              <a:ext uri="{FF2B5EF4-FFF2-40B4-BE49-F238E27FC236}">
                <a16:creationId xmlns:a16="http://schemas.microsoft.com/office/drawing/2014/main" id="{B23E89A0-2C2F-16D0-1E6A-A2999CA4E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8112"/>
            <a:ext cx="47244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1697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54</cp:revision>
  <dcterms:created xsi:type="dcterms:W3CDTF">2020-03-18T02:10:58Z</dcterms:created>
  <dcterms:modified xsi:type="dcterms:W3CDTF">2023-08-31T09:58:37Z</dcterms:modified>
</cp:coreProperties>
</file>