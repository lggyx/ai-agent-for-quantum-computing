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572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>
        <p:scale>
          <a:sx n="150" d="100"/>
          <a:sy n="150" d="100"/>
        </p:scale>
        <p:origin x="4662" y="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448945"/>
            <a:ext cx="3429000" cy="95504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440815"/>
            <a:ext cx="3429000" cy="662305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9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3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683895"/>
            <a:ext cx="3943350" cy="1141095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1835785"/>
            <a:ext cx="3943350" cy="600075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7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730250"/>
            <a:ext cx="19431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730250"/>
            <a:ext cx="19431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46050"/>
            <a:ext cx="394335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672465"/>
            <a:ext cx="1934170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002030"/>
            <a:ext cx="193417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672465"/>
            <a:ext cx="1943696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002030"/>
            <a:ext cx="194369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6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7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394970"/>
            <a:ext cx="2314575" cy="1949450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394970"/>
            <a:ext cx="2314575" cy="1949450"/>
          </a:xfrm>
        </p:spPr>
        <p:txBody>
          <a:bodyPr anchor="t"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3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46050"/>
            <a:ext cx="985838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46050"/>
            <a:ext cx="290036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46050"/>
            <a:ext cx="394335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730250"/>
            <a:ext cx="394335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AB2B1-F117-4AFF-BCD8-D15484B3ABF7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9018-D1C1-4E4D-8B36-A6B41CD76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0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C31D9E-1293-428A-B9F2-CB98AD2E5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04743"/>
              </p:ext>
            </p:extLst>
          </p:nvPr>
        </p:nvGraphicFramePr>
        <p:xfrm>
          <a:off x="175848" y="366770"/>
          <a:ext cx="422030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846">
                  <a:extLst>
                    <a:ext uri="{9D8B030D-6E8A-4147-A177-3AD203B41FA5}">
                      <a16:colId xmlns:a16="http://schemas.microsoft.com/office/drawing/2014/main" val="2795756329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129192748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478070424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097934257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3477968863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544188428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2547294688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3297909358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2529535144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889520510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2027584931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501345745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606632414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819530222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167693346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4089163189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589716858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2641040359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972261821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3103000736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119244371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2253632909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3212155814"/>
                    </a:ext>
                  </a:extLst>
                </a:gridCol>
                <a:gridCol w="175846">
                  <a:extLst>
                    <a:ext uri="{9D8B030D-6E8A-4147-A177-3AD203B41FA5}">
                      <a16:colId xmlns:a16="http://schemas.microsoft.com/office/drawing/2014/main" val="238783338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5331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47993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23292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2620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52668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53943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68337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21714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1886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6208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3149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2" marR="6572" marT="6572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1039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D8D9045-5D1A-45D3-BC3A-F6921E6F54D7}"/>
              </a:ext>
            </a:extLst>
          </p:cNvPr>
          <p:cNvSpPr txBox="1"/>
          <p:nvPr/>
        </p:nvSpPr>
        <p:spPr>
          <a:xfrm>
            <a:off x="353339" y="111074"/>
            <a:ext cx="1134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left_padding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015BF-E6B3-440D-BFD5-1DE655189AE9}"/>
              </a:ext>
            </a:extLst>
          </p:cNvPr>
          <p:cNvSpPr txBox="1"/>
          <p:nvPr/>
        </p:nvSpPr>
        <p:spPr>
          <a:xfrm>
            <a:off x="3093017" y="101600"/>
            <a:ext cx="1185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right_padding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74BCA-AE3C-44A8-B07E-C02EE24F188A}"/>
              </a:ext>
            </a:extLst>
          </p:cNvPr>
          <p:cNvSpPr txBox="1"/>
          <p:nvPr/>
        </p:nvSpPr>
        <p:spPr>
          <a:xfrm>
            <a:off x="2069130" y="105160"/>
            <a:ext cx="442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19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10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</cp:revision>
  <dcterms:created xsi:type="dcterms:W3CDTF">2022-05-04T09:05:33Z</dcterms:created>
  <dcterms:modified xsi:type="dcterms:W3CDTF">2022-05-04T09:13:26Z</dcterms:modified>
</cp:coreProperties>
</file>