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3"/>
  </p:notesMasterIdLst>
  <p:sldIdLst>
    <p:sldId id="256" r:id="rId2"/>
  </p:sldIdLst>
  <p:sldSz cx="3657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5214" y="263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1pPr>
    <a:lvl2pPr marL="1149682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2pPr>
    <a:lvl3pPr marL="2299365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3pPr>
    <a:lvl4pPr marL="3449047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4pPr>
    <a:lvl5pPr marL="4598731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5pPr>
    <a:lvl6pPr marL="5748413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6pPr>
    <a:lvl7pPr marL="6898096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7pPr>
    <a:lvl8pPr marL="8047778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8pPr>
    <a:lvl9pPr marL="9197461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48945"/>
            <a:ext cx="310896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440815"/>
            <a:ext cx="2743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8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2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683896"/>
            <a:ext cx="315468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835786"/>
            <a:ext cx="315468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3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30250"/>
            <a:ext cx="155448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30250"/>
            <a:ext cx="155448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6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46051"/>
            <a:ext cx="3154680" cy="530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672465"/>
            <a:ext cx="154733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02030"/>
            <a:ext cx="154733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672465"/>
            <a:ext cx="155495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02030"/>
            <a:ext cx="155495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9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94971"/>
            <a:ext cx="185166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94971"/>
            <a:ext cx="185166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46050"/>
            <a:ext cx="788670" cy="2324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46050"/>
            <a:ext cx="2320290" cy="23247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46051"/>
            <a:ext cx="315468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30250"/>
            <a:ext cx="315468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542541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95D4D16-865C-E424-A22F-DB8E9F8C4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57175"/>
            <a:ext cx="32766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1684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44</cp:revision>
  <dcterms:created xsi:type="dcterms:W3CDTF">2020-03-18T02:10:58Z</dcterms:created>
  <dcterms:modified xsi:type="dcterms:W3CDTF">2023-08-31T09:44:51Z</dcterms:modified>
</cp:coreProperties>
</file>