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3382963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39" autoAdjust="0"/>
    <p:restoredTop sz="94660"/>
  </p:normalViewPr>
  <p:slideViewPr>
    <p:cSldViewPr snapToGrid="0">
      <p:cViewPr varScale="1">
        <p:scale>
          <a:sx n="188" d="100"/>
          <a:sy n="188" d="100"/>
        </p:scale>
        <p:origin x="268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3722" y="598593"/>
            <a:ext cx="2875519" cy="1273387"/>
          </a:xfrm>
        </p:spPr>
        <p:txBody>
          <a:bodyPr anchor="b"/>
          <a:lstStyle>
            <a:lvl1pPr algn="ctr">
              <a:defRPr sz="22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2871" y="1921087"/>
            <a:ext cx="2537222" cy="883073"/>
          </a:xfrm>
        </p:spPr>
        <p:txBody>
          <a:bodyPr/>
          <a:lstStyle>
            <a:lvl1pPr marL="0" indent="0" algn="ctr">
              <a:buNone/>
              <a:defRPr sz="888"/>
            </a:lvl1pPr>
            <a:lvl2pPr marL="169164" indent="0" algn="ctr">
              <a:buNone/>
              <a:defRPr sz="740"/>
            </a:lvl2pPr>
            <a:lvl3pPr marL="338328" indent="0" algn="ctr">
              <a:buNone/>
              <a:defRPr sz="666"/>
            </a:lvl3pPr>
            <a:lvl4pPr marL="507492" indent="0" algn="ctr">
              <a:buNone/>
              <a:defRPr sz="592"/>
            </a:lvl4pPr>
            <a:lvl5pPr marL="676656" indent="0" algn="ctr">
              <a:buNone/>
              <a:defRPr sz="592"/>
            </a:lvl5pPr>
            <a:lvl6pPr marL="845820" indent="0" algn="ctr">
              <a:buNone/>
              <a:defRPr sz="592"/>
            </a:lvl6pPr>
            <a:lvl7pPr marL="1014984" indent="0" algn="ctr">
              <a:buNone/>
              <a:defRPr sz="592"/>
            </a:lvl7pPr>
            <a:lvl8pPr marL="1184148" indent="0" algn="ctr">
              <a:buNone/>
              <a:defRPr sz="592"/>
            </a:lvl8pPr>
            <a:lvl9pPr marL="1353312" indent="0" algn="ctr">
              <a:buNone/>
              <a:defRPr sz="59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AFAAB-E16C-4C07-AB17-C2FDE1E0009E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8FCBA-5870-401C-93C8-62BBF20AD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88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AFAAB-E16C-4C07-AB17-C2FDE1E0009E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8FCBA-5870-401C-93C8-62BBF20AD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605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817" y="911861"/>
            <a:ext cx="2917806" cy="1521460"/>
          </a:xfrm>
        </p:spPr>
        <p:txBody>
          <a:bodyPr anchor="b"/>
          <a:lstStyle>
            <a:lvl1pPr>
              <a:defRPr sz="22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817" y="2447714"/>
            <a:ext cx="2917806" cy="800100"/>
          </a:xfrm>
        </p:spPr>
        <p:txBody>
          <a:bodyPr/>
          <a:lstStyle>
            <a:lvl1pPr marL="0" indent="0">
              <a:buNone/>
              <a:defRPr sz="888">
                <a:solidFill>
                  <a:schemeClr val="tx1"/>
                </a:solidFill>
              </a:defRPr>
            </a:lvl1pPr>
            <a:lvl2pPr marL="169164" indent="0">
              <a:buNone/>
              <a:defRPr sz="740">
                <a:solidFill>
                  <a:schemeClr val="tx1">
                    <a:tint val="75000"/>
                  </a:schemeClr>
                </a:solidFill>
              </a:defRPr>
            </a:lvl2pPr>
            <a:lvl3pPr marL="338328" indent="0">
              <a:buNone/>
              <a:defRPr sz="666">
                <a:solidFill>
                  <a:schemeClr val="tx1">
                    <a:tint val="75000"/>
                  </a:schemeClr>
                </a:solidFill>
              </a:defRPr>
            </a:lvl3pPr>
            <a:lvl4pPr marL="507492" indent="0">
              <a:buNone/>
              <a:defRPr sz="592">
                <a:solidFill>
                  <a:schemeClr val="tx1">
                    <a:tint val="75000"/>
                  </a:schemeClr>
                </a:solidFill>
              </a:defRPr>
            </a:lvl4pPr>
            <a:lvl5pPr marL="676656" indent="0">
              <a:buNone/>
              <a:defRPr sz="592">
                <a:solidFill>
                  <a:schemeClr val="tx1">
                    <a:tint val="75000"/>
                  </a:schemeClr>
                </a:solidFill>
              </a:defRPr>
            </a:lvl5pPr>
            <a:lvl6pPr marL="845820" indent="0">
              <a:buNone/>
              <a:defRPr sz="592">
                <a:solidFill>
                  <a:schemeClr val="tx1">
                    <a:tint val="75000"/>
                  </a:schemeClr>
                </a:solidFill>
              </a:defRPr>
            </a:lvl6pPr>
            <a:lvl7pPr marL="1014984" indent="0">
              <a:buNone/>
              <a:defRPr sz="592">
                <a:solidFill>
                  <a:schemeClr val="tx1">
                    <a:tint val="75000"/>
                  </a:schemeClr>
                </a:solidFill>
              </a:defRPr>
            </a:lvl7pPr>
            <a:lvl8pPr marL="1184148" indent="0">
              <a:buNone/>
              <a:defRPr sz="592">
                <a:solidFill>
                  <a:schemeClr val="tx1">
                    <a:tint val="75000"/>
                  </a:schemeClr>
                </a:solidFill>
              </a:defRPr>
            </a:lvl8pPr>
            <a:lvl9pPr marL="1353312" indent="0">
              <a:buNone/>
              <a:defRPr sz="5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AFAAB-E16C-4C07-AB17-C2FDE1E0009E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8FCBA-5870-401C-93C8-62BBF20AD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7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2579" y="973666"/>
            <a:ext cx="1437759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12625" y="973666"/>
            <a:ext cx="1437759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AFAAB-E16C-4C07-AB17-C2FDE1E0009E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8FCBA-5870-401C-93C8-62BBF20AD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89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019" y="194734"/>
            <a:ext cx="2917806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3020" y="896620"/>
            <a:ext cx="1431152" cy="439420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164" indent="0">
              <a:buNone/>
              <a:defRPr sz="740" b="1"/>
            </a:lvl2pPr>
            <a:lvl3pPr marL="338328" indent="0">
              <a:buNone/>
              <a:defRPr sz="666" b="1"/>
            </a:lvl3pPr>
            <a:lvl4pPr marL="507492" indent="0">
              <a:buNone/>
              <a:defRPr sz="592" b="1"/>
            </a:lvl4pPr>
            <a:lvl5pPr marL="676656" indent="0">
              <a:buNone/>
              <a:defRPr sz="592" b="1"/>
            </a:lvl5pPr>
            <a:lvl6pPr marL="845820" indent="0">
              <a:buNone/>
              <a:defRPr sz="592" b="1"/>
            </a:lvl6pPr>
            <a:lvl7pPr marL="1014984" indent="0">
              <a:buNone/>
              <a:defRPr sz="592" b="1"/>
            </a:lvl7pPr>
            <a:lvl8pPr marL="1184148" indent="0">
              <a:buNone/>
              <a:defRPr sz="592" b="1"/>
            </a:lvl8pPr>
            <a:lvl9pPr marL="1353312" indent="0">
              <a:buNone/>
              <a:defRPr sz="5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3020" y="1336040"/>
            <a:ext cx="1431152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12625" y="896620"/>
            <a:ext cx="1438200" cy="439420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164" indent="0">
              <a:buNone/>
              <a:defRPr sz="740" b="1"/>
            </a:lvl2pPr>
            <a:lvl3pPr marL="338328" indent="0">
              <a:buNone/>
              <a:defRPr sz="666" b="1"/>
            </a:lvl3pPr>
            <a:lvl4pPr marL="507492" indent="0">
              <a:buNone/>
              <a:defRPr sz="592" b="1"/>
            </a:lvl4pPr>
            <a:lvl5pPr marL="676656" indent="0">
              <a:buNone/>
              <a:defRPr sz="592" b="1"/>
            </a:lvl5pPr>
            <a:lvl6pPr marL="845820" indent="0">
              <a:buNone/>
              <a:defRPr sz="592" b="1"/>
            </a:lvl6pPr>
            <a:lvl7pPr marL="1014984" indent="0">
              <a:buNone/>
              <a:defRPr sz="592" b="1"/>
            </a:lvl7pPr>
            <a:lvl8pPr marL="1184148" indent="0">
              <a:buNone/>
              <a:defRPr sz="592" b="1"/>
            </a:lvl8pPr>
            <a:lvl9pPr marL="1353312" indent="0">
              <a:buNone/>
              <a:defRPr sz="5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712625" y="1336040"/>
            <a:ext cx="1438200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AFAAB-E16C-4C07-AB17-C2FDE1E0009E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8FCBA-5870-401C-93C8-62BBF20AD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866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AFAAB-E16C-4C07-AB17-C2FDE1E0009E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8FCBA-5870-401C-93C8-62BBF20AD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452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AFAAB-E16C-4C07-AB17-C2FDE1E0009E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8FCBA-5870-401C-93C8-62BBF20AD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122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019" y="243840"/>
            <a:ext cx="1091094" cy="853440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8200" y="526627"/>
            <a:ext cx="1712625" cy="2599267"/>
          </a:xfrm>
        </p:spPr>
        <p:txBody>
          <a:bodyPr/>
          <a:lstStyle>
            <a:lvl1pPr>
              <a:defRPr sz="1184"/>
            </a:lvl1pPr>
            <a:lvl2pPr>
              <a:defRPr sz="1036"/>
            </a:lvl2pPr>
            <a:lvl3pPr>
              <a:defRPr sz="888"/>
            </a:lvl3pPr>
            <a:lvl4pPr>
              <a:defRPr sz="740"/>
            </a:lvl4pPr>
            <a:lvl5pPr>
              <a:defRPr sz="740"/>
            </a:lvl5pPr>
            <a:lvl6pPr>
              <a:defRPr sz="740"/>
            </a:lvl6pPr>
            <a:lvl7pPr>
              <a:defRPr sz="740"/>
            </a:lvl7pPr>
            <a:lvl8pPr>
              <a:defRPr sz="740"/>
            </a:lvl8pPr>
            <a:lvl9pPr>
              <a:defRPr sz="7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3019" y="1097280"/>
            <a:ext cx="1091094" cy="2032847"/>
          </a:xfrm>
        </p:spPr>
        <p:txBody>
          <a:bodyPr/>
          <a:lstStyle>
            <a:lvl1pPr marL="0" indent="0">
              <a:buNone/>
              <a:defRPr sz="592"/>
            </a:lvl1pPr>
            <a:lvl2pPr marL="169164" indent="0">
              <a:buNone/>
              <a:defRPr sz="518"/>
            </a:lvl2pPr>
            <a:lvl3pPr marL="338328" indent="0">
              <a:buNone/>
              <a:defRPr sz="444"/>
            </a:lvl3pPr>
            <a:lvl4pPr marL="507492" indent="0">
              <a:buNone/>
              <a:defRPr sz="370"/>
            </a:lvl4pPr>
            <a:lvl5pPr marL="676656" indent="0">
              <a:buNone/>
              <a:defRPr sz="370"/>
            </a:lvl5pPr>
            <a:lvl6pPr marL="845820" indent="0">
              <a:buNone/>
              <a:defRPr sz="370"/>
            </a:lvl6pPr>
            <a:lvl7pPr marL="1014984" indent="0">
              <a:buNone/>
              <a:defRPr sz="370"/>
            </a:lvl7pPr>
            <a:lvl8pPr marL="1184148" indent="0">
              <a:buNone/>
              <a:defRPr sz="370"/>
            </a:lvl8pPr>
            <a:lvl9pPr marL="1353312" indent="0">
              <a:buNone/>
              <a:defRPr sz="3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AFAAB-E16C-4C07-AB17-C2FDE1E0009E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8FCBA-5870-401C-93C8-62BBF20AD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019" y="243840"/>
            <a:ext cx="1091094" cy="853440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38200" y="526627"/>
            <a:ext cx="1712625" cy="2599267"/>
          </a:xfrm>
        </p:spPr>
        <p:txBody>
          <a:bodyPr anchor="t"/>
          <a:lstStyle>
            <a:lvl1pPr marL="0" indent="0">
              <a:buNone/>
              <a:defRPr sz="1184"/>
            </a:lvl1pPr>
            <a:lvl2pPr marL="169164" indent="0">
              <a:buNone/>
              <a:defRPr sz="1036"/>
            </a:lvl2pPr>
            <a:lvl3pPr marL="338328" indent="0">
              <a:buNone/>
              <a:defRPr sz="888"/>
            </a:lvl3pPr>
            <a:lvl4pPr marL="507492" indent="0">
              <a:buNone/>
              <a:defRPr sz="740"/>
            </a:lvl4pPr>
            <a:lvl5pPr marL="676656" indent="0">
              <a:buNone/>
              <a:defRPr sz="740"/>
            </a:lvl5pPr>
            <a:lvl6pPr marL="845820" indent="0">
              <a:buNone/>
              <a:defRPr sz="740"/>
            </a:lvl6pPr>
            <a:lvl7pPr marL="1014984" indent="0">
              <a:buNone/>
              <a:defRPr sz="740"/>
            </a:lvl7pPr>
            <a:lvl8pPr marL="1184148" indent="0">
              <a:buNone/>
              <a:defRPr sz="740"/>
            </a:lvl8pPr>
            <a:lvl9pPr marL="1353312" indent="0">
              <a:buNone/>
              <a:defRPr sz="7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3019" y="1097280"/>
            <a:ext cx="1091094" cy="2032847"/>
          </a:xfrm>
        </p:spPr>
        <p:txBody>
          <a:bodyPr/>
          <a:lstStyle>
            <a:lvl1pPr marL="0" indent="0">
              <a:buNone/>
              <a:defRPr sz="592"/>
            </a:lvl1pPr>
            <a:lvl2pPr marL="169164" indent="0">
              <a:buNone/>
              <a:defRPr sz="518"/>
            </a:lvl2pPr>
            <a:lvl3pPr marL="338328" indent="0">
              <a:buNone/>
              <a:defRPr sz="444"/>
            </a:lvl3pPr>
            <a:lvl4pPr marL="507492" indent="0">
              <a:buNone/>
              <a:defRPr sz="370"/>
            </a:lvl4pPr>
            <a:lvl5pPr marL="676656" indent="0">
              <a:buNone/>
              <a:defRPr sz="370"/>
            </a:lvl5pPr>
            <a:lvl6pPr marL="845820" indent="0">
              <a:buNone/>
              <a:defRPr sz="370"/>
            </a:lvl6pPr>
            <a:lvl7pPr marL="1014984" indent="0">
              <a:buNone/>
              <a:defRPr sz="370"/>
            </a:lvl7pPr>
            <a:lvl8pPr marL="1184148" indent="0">
              <a:buNone/>
              <a:defRPr sz="370"/>
            </a:lvl8pPr>
            <a:lvl9pPr marL="1353312" indent="0">
              <a:buNone/>
              <a:defRPr sz="3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AFAAB-E16C-4C07-AB17-C2FDE1E0009E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8FCBA-5870-401C-93C8-62BBF20AD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8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AFAAB-E16C-4C07-AB17-C2FDE1E0009E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8FCBA-5870-401C-93C8-62BBF20AD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9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20933" y="194733"/>
            <a:ext cx="729451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2579" y="194733"/>
            <a:ext cx="2146067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AFAAB-E16C-4C07-AB17-C2FDE1E0009E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8FCBA-5870-401C-93C8-62BBF20AD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2579" y="194734"/>
            <a:ext cx="2917806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2579" y="973666"/>
            <a:ext cx="2917806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2579" y="3390054"/>
            <a:ext cx="761167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EAFAAB-E16C-4C07-AB17-C2FDE1E0009E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0607" y="3390054"/>
            <a:ext cx="114175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9217" y="3390054"/>
            <a:ext cx="761167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18FCBA-5870-401C-93C8-62BBF20AD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3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38328" rtl="0" eaLnBrk="1" latinLnBrk="0" hangingPunct="1">
        <a:lnSpc>
          <a:spcPct val="90000"/>
        </a:lnSpc>
        <a:spcBef>
          <a:spcPct val="0"/>
        </a:spcBef>
        <a:buNone/>
        <a:defRPr sz="16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4582" indent="-84582" algn="l" defTabSz="338328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036" kern="1200">
          <a:solidFill>
            <a:schemeClr val="tx1"/>
          </a:solidFill>
          <a:latin typeface="+mn-lt"/>
          <a:ea typeface="+mn-ea"/>
          <a:cs typeface="+mn-cs"/>
        </a:defRPr>
      </a:lvl1pPr>
      <a:lvl2pPr marL="253746" indent="-84582" algn="l" defTabSz="338328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888" kern="1200">
          <a:solidFill>
            <a:schemeClr val="tx1"/>
          </a:solidFill>
          <a:latin typeface="+mn-lt"/>
          <a:ea typeface="+mn-ea"/>
          <a:cs typeface="+mn-cs"/>
        </a:defRPr>
      </a:lvl2pPr>
      <a:lvl3pPr marL="422910" indent="-84582" algn="l" defTabSz="338328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3pPr>
      <a:lvl4pPr marL="592074" indent="-84582" algn="l" defTabSz="338328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761238" indent="-84582" algn="l" defTabSz="338328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930402" indent="-84582" algn="l" defTabSz="338328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99566" indent="-84582" algn="l" defTabSz="338328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268730" indent="-84582" algn="l" defTabSz="338328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437894" indent="-84582" algn="l" defTabSz="338328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8328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1pPr>
      <a:lvl2pPr marL="169164" algn="l" defTabSz="338328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2pPr>
      <a:lvl3pPr marL="338328" algn="l" defTabSz="338328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3pPr>
      <a:lvl4pPr marL="507492" algn="l" defTabSz="338328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676656" algn="l" defTabSz="338328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845820" algn="l" defTabSz="338328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14984" algn="l" defTabSz="338328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184148" algn="l" defTabSz="338328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353312" algn="l" defTabSz="338328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83C55C0E-99B5-4870-B525-A1CE2F0A9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422320"/>
              </p:ext>
            </p:extLst>
          </p:nvPr>
        </p:nvGraphicFramePr>
        <p:xfrm>
          <a:off x="1067361" y="345660"/>
          <a:ext cx="2043338" cy="32127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3338">
                  <a:extLst>
                    <a:ext uri="{9D8B030D-6E8A-4147-A177-3AD203B41FA5}">
                      <a16:colId xmlns:a16="http://schemas.microsoft.com/office/drawing/2014/main" val="1093889666"/>
                    </a:ext>
                  </a:extLst>
                </a:gridCol>
              </a:tblGrid>
              <a:tr h="20079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600" dirty="0" smtClean="0"/>
                        <a:t>数据块</a:t>
                      </a:r>
                      <a:r>
                        <a:rPr lang="en-US" sz="600" dirty="0" smtClean="0"/>
                        <a:t>0 </a:t>
                      </a:r>
                      <a:r>
                        <a:rPr lang="en-US" sz="600" dirty="0"/>
                        <a:t>/ </a:t>
                      </a:r>
                      <a:r>
                        <a:rPr lang="zh-CN" altLang="en-US" sz="600" dirty="0" smtClean="0"/>
                        <a:t>数据子块</a:t>
                      </a:r>
                      <a:r>
                        <a:rPr lang="en-US" sz="600" dirty="0" smtClean="0"/>
                        <a:t>0</a:t>
                      </a:r>
                      <a:endParaRPr lang="en-US" sz="600" dirty="0"/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945593"/>
                  </a:ext>
                </a:extLst>
              </a:tr>
              <a:tr h="2007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600" dirty="0" smtClean="0"/>
                        <a:t>数据块</a:t>
                      </a:r>
                      <a:r>
                        <a:rPr lang="en-US" sz="600" dirty="0" smtClean="0"/>
                        <a:t>0 </a:t>
                      </a:r>
                      <a:r>
                        <a:rPr lang="en-US" sz="600" dirty="0"/>
                        <a:t>/ </a:t>
                      </a:r>
                      <a:r>
                        <a:rPr lang="zh-CN" altLang="en-US" sz="600" dirty="0" smtClean="0"/>
                        <a:t>数据子块</a:t>
                      </a:r>
                      <a:r>
                        <a:rPr lang="en-US" sz="600" dirty="0" smtClean="0"/>
                        <a:t>1</a:t>
                      </a:r>
                      <a:endParaRPr lang="en-US" sz="600" dirty="0"/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492339"/>
                  </a:ext>
                </a:extLst>
              </a:tr>
              <a:tr h="2007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600" dirty="0" smtClean="0"/>
                        <a:t>数据块</a:t>
                      </a:r>
                      <a:r>
                        <a:rPr lang="en-US" sz="600" dirty="0" smtClean="0"/>
                        <a:t>0 </a:t>
                      </a:r>
                      <a:r>
                        <a:rPr lang="en-US" sz="600" dirty="0"/>
                        <a:t>/ </a:t>
                      </a:r>
                      <a:r>
                        <a:rPr lang="zh-CN" altLang="en-US" sz="600" dirty="0" smtClean="0"/>
                        <a:t>数据子块</a:t>
                      </a:r>
                      <a:r>
                        <a:rPr lang="en-US" sz="600" dirty="0" smtClean="0"/>
                        <a:t>2</a:t>
                      </a:r>
                      <a:endParaRPr lang="en-US" sz="600" dirty="0"/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235566"/>
                  </a:ext>
                </a:extLst>
              </a:tr>
              <a:tr h="2007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600" dirty="0" smtClean="0"/>
                        <a:t>数据块</a:t>
                      </a:r>
                      <a:r>
                        <a:rPr lang="en-US" sz="600" dirty="0" smtClean="0"/>
                        <a:t>0 </a:t>
                      </a:r>
                      <a:r>
                        <a:rPr lang="en-US" sz="600" dirty="0"/>
                        <a:t>/ </a:t>
                      </a:r>
                      <a:r>
                        <a:rPr lang="zh-CN" altLang="en-US" sz="600" dirty="0" smtClean="0"/>
                        <a:t>数据子块</a:t>
                      </a:r>
                      <a:r>
                        <a:rPr lang="en-US" sz="600" dirty="0" smtClean="0"/>
                        <a:t>3</a:t>
                      </a:r>
                      <a:endParaRPr lang="en-US" sz="600" dirty="0"/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19216"/>
                  </a:ext>
                </a:extLst>
              </a:tr>
              <a:tr h="8031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1</a:t>
                      </a:r>
                      <a:endParaRPr lang="en-US" sz="900" dirty="0"/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564891"/>
                  </a:ext>
                </a:extLst>
              </a:tr>
              <a:tr h="8031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2</a:t>
                      </a:r>
                      <a:endParaRPr lang="en-US" sz="900" dirty="0"/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021089"/>
                  </a:ext>
                </a:extLst>
              </a:tr>
              <a:tr h="8031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3</a:t>
                      </a:r>
                      <a:endParaRPr lang="en-US" sz="900" dirty="0"/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4120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FC05639-65C5-4CA0-97A1-F28EFC58587B}"/>
              </a:ext>
            </a:extLst>
          </p:cNvPr>
          <p:cNvSpPr txBox="1"/>
          <p:nvPr/>
        </p:nvSpPr>
        <p:spPr>
          <a:xfrm>
            <a:off x="0" y="254559"/>
            <a:ext cx="1333067" cy="57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54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054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线程束</a:t>
            </a:r>
            <a:endParaRPr lang="en-US" sz="1054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054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054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次加载</a:t>
            </a:r>
            <a:r>
              <a:rPr lang="en-US" sz="1054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endParaRPr lang="en-US" sz="1054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054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054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endParaRPr lang="en-US" sz="1054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C72158-4AEC-4F4F-9AC1-7E10987135A4}"/>
              </a:ext>
            </a:extLst>
          </p:cNvPr>
          <p:cNvCxnSpPr>
            <a:cxnSpLocks/>
          </p:cNvCxnSpPr>
          <p:nvPr/>
        </p:nvCxnSpPr>
        <p:spPr>
          <a:xfrm flipH="1">
            <a:off x="803689" y="457940"/>
            <a:ext cx="362480" cy="55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553CE2-66A6-4DA8-AF56-874762EBC9B5}"/>
              </a:ext>
            </a:extLst>
          </p:cNvPr>
          <p:cNvSpPr txBox="1"/>
          <p:nvPr/>
        </p:nvSpPr>
        <p:spPr>
          <a:xfrm>
            <a:off x="1067361" y="45552"/>
            <a:ext cx="2043337" cy="254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054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zh-CN" altLang="en-US" sz="1054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个线程束一次加载</a:t>
            </a:r>
            <a:r>
              <a:rPr lang="en-US" altLang="zh-CN" sz="1054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054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个数据块</a:t>
            </a:r>
            <a:endParaRPr lang="en-US" sz="1054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88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62</Words>
  <Application>Microsoft Office PowerPoint</Application>
  <PresentationFormat>自定义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Microsoft YaHei</vt:lpstr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Amy Zhao(赵明宇)</cp:lastModifiedBy>
  <cp:revision>3</cp:revision>
  <dcterms:created xsi:type="dcterms:W3CDTF">2022-04-06T22:34:28Z</dcterms:created>
  <dcterms:modified xsi:type="dcterms:W3CDTF">2022-11-25T07:36:37Z</dcterms:modified>
</cp:coreProperties>
</file>