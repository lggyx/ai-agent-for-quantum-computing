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8" r:id="rId1"/>
  </p:sldMasterIdLst>
  <p:notesMasterIdLst>
    <p:notesMasterId r:id="rId3"/>
  </p:notesMasterIdLst>
  <p:sldIdLst>
    <p:sldId id="256" r:id="rId2"/>
  </p:sldIdLst>
  <p:sldSz cx="54864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>
        <p:scale>
          <a:sx n="100" d="100"/>
          <a:sy n="100" d="100"/>
        </p:scale>
        <p:origin x="4638" y="205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77975" y="1143000"/>
            <a:ext cx="3702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1pPr>
    <a:lvl2pPr marL="1970785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2pPr>
    <a:lvl3pPr marL="3941571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3pPr>
    <a:lvl4pPr marL="5912356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4pPr>
    <a:lvl5pPr marL="7883145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5pPr>
    <a:lvl6pPr marL="9853930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6pPr>
    <a:lvl7pPr marL="11824716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7pPr>
    <a:lvl8pPr marL="13795501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8pPr>
    <a:lvl9pPr marL="15766288" algn="l" defTabSz="3941571" rtl="0" eaLnBrk="1" latinLnBrk="0" hangingPunct="1">
      <a:defRPr sz="517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77975" y="1143000"/>
            <a:ext cx="37020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748242"/>
            <a:ext cx="4663440" cy="1591733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401359"/>
            <a:ext cx="4114800" cy="1103841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929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39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1139826"/>
            <a:ext cx="4732020" cy="19018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3059643"/>
            <a:ext cx="4732020" cy="1000125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/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39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1217083"/>
            <a:ext cx="2331720" cy="29008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1217083"/>
            <a:ext cx="2331720" cy="29008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81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43418"/>
            <a:ext cx="4732020" cy="88370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1120775"/>
            <a:ext cx="2321004" cy="549275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670050"/>
            <a:ext cx="2321004" cy="24563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1120775"/>
            <a:ext cx="2332435" cy="549275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670050"/>
            <a:ext cx="2332435" cy="24563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58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44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67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04800"/>
            <a:ext cx="1769507" cy="10668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658285"/>
            <a:ext cx="2777490" cy="3249083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371600"/>
            <a:ext cx="1769507" cy="2541059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44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04800"/>
            <a:ext cx="1769507" cy="106680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658285"/>
            <a:ext cx="2777490" cy="3249083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371600"/>
            <a:ext cx="1769507" cy="2541059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43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681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243417"/>
            <a:ext cx="1183005" cy="387455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243417"/>
            <a:ext cx="3480435" cy="387455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22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243418"/>
            <a:ext cx="473202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1217083"/>
            <a:ext cx="473202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4237568"/>
            <a:ext cx="123444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4237568"/>
            <a:ext cx="185166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4237568"/>
            <a:ext cx="123444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1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30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  <p:sldLayoutId id="2147484138" r:id="rId10"/>
    <p:sldLayoutId id="2147484139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2DF8CE48-03CA-C022-6D5A-303932C84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7" y="28575"/>
            <a:ext cx="484822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1686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46</cp:revision>
  <dcterms:created xsi:type="dcterms:W3CDTF">2020-03-18T02:10:58Z</dcterms:created>
  <dcterms:modified xsi:type="dcterms:W3CDTF">2023-08-31T09:47:42Z</dcterms:modified>
</cp:coreProperties>
</file>