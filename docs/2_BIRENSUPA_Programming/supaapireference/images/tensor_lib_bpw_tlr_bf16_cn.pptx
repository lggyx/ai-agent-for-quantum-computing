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5029200" cy="3292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84" autoAdjust="0"/>
    <p:restoredTop sz="94660"/>
  </p:normalViewPr>
  <p:slideViewPr>
    <p:cSldViewPr snapToGrid="0">
      <p:cViewPr varScale="1">
        <p:scale>
          <a:sx n="229" d="100"/>
          <a:sy n="229" d="100"/>
        </p:scale>
        <p:origin x="14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190" y="538838"/>
            <a:ext cx="4274820" cy="1146269"/>
          </a:xfrm>
        </p:spPr>
        <p:txBody>
          <a:bodyPr anchor="b"/>
          <a:lstStyle>
            <a:lvl1pPr algn="ctr">
              <a:defRPr sz="288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729312"/>
            <a:ext cx="3771900" cy="794919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502" indent="0" algn="ctr">
              <a:buNone/>
              <a:defRPr sz="960"/>
            </a:lvl2pPr>
            <a:lvl3pPr marL="439003" indent="0" algn="ctr">
              <a:buNone/>
              <a:defRPr sz="864"/>
            </a:lvl3pPr>
            <a:lvl4pPr marL="658505" indent="0" algn="ctr">
              <a:buNone/>
              <a:defRPr sz="768"/>
            </a:lvl4pPr>
            <a:lvl5pPr marL="878007" indent="0" algn="ctr">
              <a:buNone/>
              <a:defRPr sz="768"/>
            </a:lvl5pPr>
            <a:lvl6pPr marL="1097509" indent="0" algn="ctr">
              <a:buNone/>
              <a:defRPr sz="768"/>
            </a:lvl6pPr>
            <a:lvl7pPr marL="1317010" indent="0" algn="ctr">
              <a:buNone/>
              <a:defRPr sz="768"/>
            </a:lvl7pPr>
            <a:lvl8pPr marL="1536512" indent="0" algn="ctr">
              <a:buNone/>
              <a:defRPr sz="768"/>
            </a:lvl8pPr>
            <a:lvl9pPr marL="1756014" indent="0" algn="ctr">
              <a:buNone/>
              <a:defRPr sz="76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52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3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138" y="820833"/>
            <a:ext cx="4337685" cy="1369578"/>
          </a:xfrm>
        </p:spPr>
        <p:txBody>
          <a:bodyPr anchor="b"/>
          <a:lstStyle>
            <a:lvl1pPr>
              <a:defRPr sz="288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138" y="2203368"/>
            <a:ext cx="4337685" cy="720229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/>
                </a:solidFill>
              </a:defRPr>
            </a:lvl1pPr>
            <a:lvl2pPr marL="219502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9003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505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8007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509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7010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651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6014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4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5758" y="876469"/>
            <a:ext cx="2137410" cy="20890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46033" y="876469"/>
            <a:ext cx="2137410" cy="208904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37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175295"/>
            <a:ext cx="4337685" cy="63639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13" y="807114"/>
            <a:ext cx="2127587" cy="395554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502" indent="0">
              <a:buNone/>
              <a:defRPr sz="960" b="1"/>
            </a:lvl2pPr>
            <a:lvl3pPr marL="439003" indent="0">
              <a:buNone/>
              <a:defRPr sz="864" b="1"/>
            </a:lvl3pPr>
            <a:lvl4pPr marL="658505" indent="0">
              <a:buNone/>
              <a:defRPr sz="768" b="1"/>
            </a:lvl4pPr>
            <a:lvl5pPr marL="878007" indent="0">
              <a:buNone/>
              <a:defRPr sz="768" b="1"/>
            </a:lvl5pPr>
            <a:lvl6pPr marL="1097509" indent="0">
              <a:buNone/>
              <a:defRPr sz="768" b="1"/>
            </a:lvl6pPr>
            <a:lvl7pPr marL="1317010" indent="0">
              <a:buNone/>
              <a:defRPr sz="768" b="1"/>
            </a:lvl7pPr>
            <a:lvl8pPr marL="1536512" indent="0">
              <a:buNone/>
              <a:defRPr sz="768" b="1"/>
            </a:lvl8pPr>
            <a:lvl9pPr marL="1756014" indent="0">
              <a:buNone/>
              <a:defRPr sz="7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413" y="1202668"/>
            <a:ext cx="2127587" cy="17689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46033" y="807114"/>
            <a:ext cx="2138065" cy="395554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502" indent="0">
              <a:buNone/>
              <a:defRPr sz="960" b="1"/>
            </a:lvl2pPr>
            <a:lvl3pPr marL="439003" indent="0">
              <a:buNone/>
              <a:defRPr sz="864" b="1"/>
            </a:lvl3pPr>
            <a:lvl4pPr marL="658505" indent="0">
              <a:buNone/>
              <a:defRPr sz="768" b="1"/>
            </a:lvl4pPr>
            <a:lvl5pPr marL="878007" indent="0">
              <a:buNone/>
              <a:defRPr sz="768" b="1"/>
            </a:lvl5pPr>
            <a:lvl6pPr marL="1097509" indent="0">
              <a:buNone/>
              <a:defRPr sz="768" b="1"/>
            </a:lvl6pPr>
            <a:lvl7pPr marL="1317010" indent="0">
              <a:buNone/>
              <a:defRPr sz="768" b="1"/>
            </a:lvl7pPr>
            <a:lvl8pPr marL="1536512" indent="0">
              <a:buNone/>
              <a:defRPr sz="768" b="1"/>
            </a:lvl8pPr>
            <a:lvl9pPr marL="1756014" indent="0">
              <a:buNone/>
              <a:defRPr sz="76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46033" y="1202668"/>
            <a:ext cx="2138065" cy="17689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5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3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9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19498"/>
            <a:ext cx="1622048" cy="76824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8065" y="474056"/>
            <a:ext cx="2546033" cy="2339791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87743"/>
            <a:ext cx="1622048" cy="1829915"/>
          </a:xfrm>
        </p:spPr>
        <p:txBody>
          <a:bodyPr/>
          <a:lstStyle>
            <a:lvl1pPr marL="0" indent="0">
              <a:buNone/>
              <a:defRPr sz="768"/>
            </a:lvl1pPr>
            <a:lvl2pPr marL="219502" indent="0">
              <a:buNone/>
              <a:defRPr sz="672"/>
            </a:lvl2pPr>
            <a:lvl3pPr marL="439003" indent="0">
              <a:buNone/>
              <a:defRPr sz="576"/>
            </a:lvl3pPr>
            <a:lvl4pPr marL="658505" indent="0">
              <a:buNone/>
              <a:defRPr sz="480"/>
            </a:lvl4pPr>
            <a:lvl5pPr marL="878007" indent="0">
              <a:buNone/>
              <a:defRPr sz="480"/>
            </a:lvl5pPr>
            <a:lvl6pPr marL="1097509" indent="0">
              <a:buNone/>
              <a:defRPr sz="480"/>
            </a:lvl6pPr>
            <a:lvl7pPr marL="1317010" indent="0">
              <a:buNone/>
              <a:defRPr sz="480"/>
            </a:lvl7pPr>
            <a:lvl8pPr marL="1536512" indent="0">
              <a:buNone/>
              <a:defRPr sz="480"/>
            </a:lvl8pPr>
            <a:lvl9pPr marL="1756014" indent="0">
              <a:buNone/>
              <a:defRPr sz="4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9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413" y="219498"/>
            <a:ext cx="1622048" cy="76824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38065" y="474056"/>
            <a:ext cx="2546033" cy="2339791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502" indent="0">
              <a:buNone/>
              <a:defRPr sz="1344"/>
            </a:lvl2pPr>
            <a:lvl3pPr marL="439003" indent="0">
              <a:buNone/>
              <a:defRPr sz="1152"/>
            </a:lvl3pPr>
            <a:lvl4pPr marL="658505" indent="0">
              <a:buNone/>
              <a:defRPr sz="960"/>
            </a:lvl4pPr>
            <a:lvl5pPr marL="878007" indent="0">
              <a:buNone/>
              <a:defRPr sz="960"/>
            </a:lvl5pPr>
            <a:lvl6pPr marL="1097509" indent="0">
              <a:buNone/>
              <a:defRPr sz="960"/>
            </a:lvl6pPr>
            <a:lvl7pPr marL="1317010" indent="0">
              <a:buNone/>
              <a:defRPr sz="960"/>
            </a:lvl7pPr>
            <a:lvl8pPr marL="1536512" indent="0">
              <a:buNone/>
              <a:defRPr sz="960"/>
            </a:lvl8pPr>
            <a:lvl9pPr marL="1756014" indent="0">
              <a:buNone/>
              <a:defRPr sz="9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6413" y="987743"/>
            <a:ext cx="1622048" cy="1829915"/>
          </a:xfrm>
        </p:spPr>
        <p:txBody>
          <a:bodyPr/>
          <a:lstStyle>
            <a:lvl1pPr marL="0" indent="0">
              <a:buNone/>
              <a:defRPr sz="768"/>
            </a:lvl1pPr>
            <a:lvl2pPr marL="219502" indent="0">
              <a:buNone/>
              <a:defRPr sz="672"/>
            </a:lvl2pPr>
            <a:lvl3pPr marL="439003" indent="0">
              <a:buNone/>
              <a:defRPr sz="576"/>
            </a:lvl3pPr>
            <a:lvl4pPr marL="658505" indent="0">
              <a:buNone/>
              <a:defRPr sz="480"/>
            </a:lvl4pPr>
            <a:lvl5pPr marL="878007" indent="0">
              <a:buNone/>
              <a:defRPr sz="480"/>
            </a:lvl5pPr>
            <a:lvl6pPr marL="1097509" indent="0">
              <a:buNone/>
              <a:defRPr sz="480"/>
            </a:lvl6pPr>
            <a:lvl7pPr marL="1317010" indent="0">
              <a:buNone/>
              <a:defRPr sz="480"/>
            </a:lvl7pPr>
            <a:lvl8pPr marL="1536512" indent="0">
              <a:buNone/>
              <a:defRPr sz="480"/>
            </a:lvl8pPr>
            <a:lvl9pPr marL="1756014" indent="0">
              <a:buNone/>
              <a:defRPr sz="48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87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4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9022" y="175294"/>
            <a:ext cx="1084421" cy="279022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758" y="175294"/>
            <a:ext cx="3190399" cy="27902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3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5758" y="175295"/>
            <a:ext cx="4337685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758" y="876469"/>
            <a:ext cx="4337685" cy="208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5758" y="3051637"/>
            <a:ext cx="1131570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5923" y="3051637"/>
            <a:ext cx="1697355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1873" y="3051637"/>
            <a:ext cx="1131570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39003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51" indent="-109751" algn="l" defTabSz="43900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253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754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256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758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259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761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6263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765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502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9003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505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8007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509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7010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512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6014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207">
            <a:extLst>
              <a:ext uri="{FF2B5EF4-FFF2-40B4-BE49-F238E27FC236}">
                <a16:creationId xmlns:a16="http://schemas.microsoft.com/office/drawing/2014/main" id="{20635E99-B9C3-3712-2A6E-92034FE73C09}"/>
              </a:ext>
            </a:extLst>
          </p:cNvPr>
          <p:cNvSpPr/>
          <p:nvPr/>
        </p:nvSpPr>
        <p:spPr>
          <a:xfrm>
            <a:off x="2458950" y="103896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98" name="Rectangle 208">
            <a:extLst>
              <a:ext uri="{FF2B5EF4-FFF2-40B4-BE49-F238E27FC236}">
                <a16:creationId xmlns:a16="http://schemas.microsoft.com/office/drawing/2014/main" id="{6B014828-6D32-DE78-00FD-59F4F42517AB}"/>
              </a:ext>
            </a:extLst>
          </p:cNvPr>
          <p:cNvSpPr/>
          <p:nvPr/>
        </p:nvSpPr>
        <p:spPr>
          <a:xfrm>
            <a:off x="3591771" y="103896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99" name="Rectangle 209">
            <a:extLst>
              <a:ext uri="{FF2B5EF4-FFF2-40B4-BE49-F238E27FC236}">
                <a16:creationId xmlns:a16="http://schemas.microsoft.com/office/drawing/2014/main" id="{F8D64395-AEE2-2C4B-B71D-14F2463395C2}"/>
              </a:ext>
            </a:extLst>
          </p:cNvPr>
          <p:cNvSpPr/>
          <p:nvPr/>
        </p:nvSpPr>
        <p:spPr>
          <a:xfrm>
            <a:off x="2458950" y="2151739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0" name="Rectangle 210">
            <a:extLst>
              <a:ext uri="{FF2B5EF4-FFF2-40B4-BE49-F238E27FC236}">
                <a16:creationId xmlns:a16="http://schemas.microsoft.com/office/drawing/2014/main" id="{13A08FC0-6745-9B38-D311-66C4A8C04F78}"/>
              </a:ext>
            </a:extLst>
          </p:cNvPr>
          <p:cNvSpPr/>
          <p:nvPr/>
        </p:nvSpPr>
        <p:spPr>
          <a:xfrm>
            <a:off x="3591771" y="2151739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1" name="Rectangle 215">
            <a:extLst>
              <a:ext uri="{FF2B5EF4-FFF2-40B4-BE49-F238E27FC236}">
                <a16:creationId xmlns:a16="http://schemas.microsoft.com/office/drawing/2014/main" id="{8818D762-09CA-96DE-55E9-0B20DD3F330F}"/>
              </a:ext>
            </a:extLst>
          </p:cNvPr>
          <p:cNvSpPr/>
          <p:nvPr/>
        </p:nvSpPr>
        <p:spPr>
          <a:xfrm>
            <a:off x="2458949" y="1040220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d4, d5: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2" name="Rectangle 216">
            <a:extLst>
              <a:ext uri="{FF2B5EF4-FFF2-40B4-BE49-F238E27FC236}">
                <a16:creationId xmlns:a16="http://schemas.microsoft.com/office/drawing/2014/main" id="{3D46B0FC-48A9-1237-DF3C-9F1DCBE021BC}"/>
              </a:ext>
            </a:extLst>
          </p:cNvPr>
          <p:cNvSpPr/>
          <p:nvPr/>
        </p:nvSpPr>
        <p:spPr>
          <a:xfrm>
            <a:off x="2454805" y="2150396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d12, d13: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3" name="Rectangle 217">
            <a:extLst>
              <a:ext uri="{FF2B5EF4-FFF2-40B4-BE49-F238E27FC236}">
                <a16:creationId xmlns:a16="http://schemas.microsoft.com/office/drawing/2014/main" id="{BEDAB91C-71FE-DF14-0DA4-E881E9CD91C9}"/>
              </a:ext>
            </a:extLst>
          </p:cNvPr>
          <p:cNvSpPr/>
          <p:nvPr/>
        </p:nvSpPr>
        <p:spPr>
          <a:xfrm>
            <a:off x="3587626" y="1041001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d6, d7: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4" name="Rectangle 218">
            <a:extLst>
              <a:ext uri="{FF2B5EF4-FFF2-40B4-BE49-F238E27FC236}">
                <a16:creationId xmlns:a16="http://schemas.microsoft.com/office/drawing/2014/main" id="{38B26615-D7BC-BA35-0676-01F6EFC2C90E}"/>
              </a:ext>
            </a:extLst>
          </p:cNvPr>
          <p:cNvSpPr/>
          <p:nvPr/>
        </p:nvSpPr>
        <p:spPr>
          <a:xfrm>
            <a:off x="3583482" y="2151177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d14, d15: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5" name="TextBox 224">
            <a:extLst>
              <a:ext uri="{FF2B5EF4-FFF2-40B4-BE49-F238E27FC236}">
                <a16:creationId xmlns:a16="http://schemas.microsoft.com/office/drawing/2014/main" id="{11D71069-615D-FB7F-7CD2-58941AEBADB0}"/>
              </a:ext>
            </a:extLst>
          </p:cNvPr>
          <p:cNvSpPr txBox="1"/>
          <p:nvPr/>
        </p:nvSpPr>
        <p:spPr>
          <a:xfrm>
            <a:off x="3038903" y="174804"/>
            <a:ext cx="1633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 err="1">
                <a:latin typeface="Arial "/>
                <a:ea typeface="Microsoft YaHei" panose="020B0503020204020204" pitchFamily="34" charset="-122"/>
              </a:rPr>
              <a:t>ConvWeight</a:t>
            </a:r>
            <a:r>
              <a:rPr lang="en-US" sz="1400" b="1" dirty="0">
                <a:latin typeface="Arial "/>
                <a:ea typeface="Microsoft YaHei" panose="020B0503020204020204" pitchFamily="34" charset="-122"/>
              </a:rPr>
              <a:t> </a:t>
            </a:r>
            <a:r>
              <a:rPr lang="zh-CN" altLang="en-US" sz="1400" b="1" dirty="0">
                <a:latin typeface="Arial "/>
                <a:ea typeface="Microsoft YaHei" panose="020B0503020204020204" pitchFamily="34" charset="-122"/>
              </a:rPr>
              <a:t>张量</a:t>
            </a:r>
            <a:endParaRPr lang="en-US" altLang="zh-CN" sz="1400" b="1" dirty="0"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6" name="Rectangle 225">
            <a:extLst>
              <a:ext uri="{FF2B5EF4-FFF2-40B4-BE49-F238E27FC236}">
                <a16:creationId xmlns:a16="http://schemas.microsoft.com/office/drawing/2014/main" id="{5A0E3A8D-E6CD-7AF7-8F2B-6FA8C1E3D2C6}"/>
              </a:ext>
            </a:extLst>
          </p:cNvPr>
          <p:cNvSpPr/>
          <p:nvPr/>
        </p:nvSpPr>
        <p:spPr>
          <a:xfrm>
            <a:off x="197449" y="1039374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7" name="Rectangle 226">
            <a:extLst>
              <a:ext uri="{FF2B5EF4-FFF2-40B4-BE49-F238E27FC236}">
                <a16:creationId xmlns:a16="http://schemas.microsoft.com/office/drawing/2014/main" id="{7241CDD0-DA63-FB39-8E21-AFECDA427191}"/>
              </a:ext>
            </a:extLst>
          </p:cNvPr>
          <p:cNvSpPr/>
          <p:nvPr/>
        </p:nvSpPr>
        <p:spPr>
          <a:xfrm>
            <a:off x="1330270" y="1039374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8" name="Rectangle 227">
            <a:extLst>
              <a:ext uri="{FF2B5EF4-FFF2-40B4-BE49-F238E27FC236}">
                <a16:creationId xmlns:a16="http://schemas.microsoft.com/office/drawing/2014/main" id="{BA12FAAB-3A4A-3247-4DBA-D6C04C8CA650}"/>
              </a:ext>
            </a:extLst>
          </p:cNvPr>
          <p:cNvSpPr/>
          <p:nvPr/>
        </p:nvSpPr>
        <p:spPr>
          <a:xfrm>
            <a:off x="197449" y="2152146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09" name="Rectangle 228">
            <a:extLst>
              <a:ext uri="{FF2B5EF4-FFF2-40B4-BE49-F238E27FC236}">
                <a16:creationId xmlns:a16="http://schemas.microsoft.com/office/drawing/2014/main" id="{62ECD9A4-DE8B-952A-E970-2B3857540ADA}"/>
              </a:ext>
            </a:extLst>
          </p:cNvPr>
          <p:cNvSpPr/>
          <p:nvPr/>
        </p:nvSpPr>
        <p:spPr>
          <a:xfrm>
            <a:off x="1330270" y="2152146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110" name="Rectangle 229">
            <a:extLst>
              <a:ext uri="{FF2B5EF4-FFF2-40B4-BE49-F238E27FC236}">
                <a16:creationId xmlns:a16="http://schemas.microsoft.com/office/drawing/2014/main" id="{9F5F0CFF-DD34-D8E2-1E58-4C9D1FD9ADAC}"/>
              </a:ext>
            </a:extLst>
          </p:cNvPr>
          <p:cNvSpPr/>
          <p:nvPr/>
        </p:nvSpPr>
        <p:spPr>
          <a:xfrm>
            <a:off x="197448" y="1040627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d0, d1: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1" name="Rectangle 230">
            <a:extLst>
              <a:ext uri="{FF2B5EF4-FFF2-40B4-BE49-F238E27FC236}">
                <a16:creationId xmlns:a16="http://schemas.microsoft.com/office/drawing/2014/main" id="{F2D4DC1B-7070-D5E1-7B3E-89709CC70A56}"/>
              </a:ext>
            </a:extLst>
          </p:cNvPr>
          <p:cNvSpPr/>
          <p:nvPr/>
        </p:nvSpPr>
        <p:spPr>
          <a:xfrm>
            <a:off x="193304" y="2150803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d8, d9: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2" name="Rectangle 231">
            <a:extLst>
              <a:ext uri="{FF2B5EF4-FFF2-40B4-BE49-F238E27FC236}">
                <a16:creationId xmlns:a16="http://schemas.microsoft.com/office/drawing/2014/main" id="{1C87DC42-2CC9-E5EF-5AED-724E888FB4FF}"/>
              </a:ext>
            </a:extLst>
          </p:cNvPr>
          <p:cNvSpPr/>
          <p:nvPr/>
        </p:nvSpPr>
        <p:spPr>
          <a:xfrm>
            <a:off x="1326125" y="1041408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d2, d3: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3" name="Rectangle 232">
            <a:extLst>
              <a:ext uri="{FF2B5EF4-FFF2-40B4-BE49-F238E27FC236}">
                <a16:creationId xmlns:a16="http://schemas.microsoft.com/office/drawing/2014/main" id="{99FC764B-4F93-DB96-564B-B941B95B8083}"/>
              </a:ext>
            </a:extLst>
          </p:cNvPr>
          <p:cNvSpPr/>
          <p:nvPr/>
        </p:nvSpPr>
        <p:spPr>
          <a:xfrm>
            <a:off x="1321981" y="2151584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d10, d11: 2x32</a:t>
            </a:r>
            <a:r>
              <a:rPr lang="en-US" altLang="zh-CN" sz="85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x1x1</a:t>
            </a:r>
            <a:endParaRPr lang="en-US" sz="850" dirty="0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4" name="TextBox 224">
            <a:extLst>
              <a:ext uri="{FF2B5EF4-FFF2-40B4-BE49-F238E27FC236}">
                <a16:creationId xmlns:a16="http://schemas.microsoft.com/office/drawing/2014/main" id="{31608112-CC15-8BB4-C196-0F9CD248DF43}"/>
              </a:ext>
            </a:extLst>
          </p:cNvPr>
          <p:cNvSpPr txBox="1"/>
          <p:nvPr/>
        </p:nvSpPr>
        <p:spPr>
          <a:xfrm>
            <a:off x="132673" y="136516"/>
            <a:ext cx="3270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>
                <a:latin typeface="Arial "/>
                <a:ea typeface="Microsoft YaHei" panose="020B0503020204020204" pitchFamily="34" charset="-122"/>
              </a:rPr>
              <a:t>bf1616 </a:t>
            </a:r>
            <a:r>
              <a:rPr lang="en-US" sz="1200" dirty="0" err="1">
                <a:latin typeface="Arial "/>
                <a:ea typeface="Microsoft YaHei" panose="020B0503020204020204" pitchFamily="34" charset="-122"/>
              </a:rPr>
              <a:t>sv</a:t>
            </a:r>
            <a:r>
              <a:rPr lang="en-US" sz="1200" dirty="0">
                <a:latin typeface="Arial "/>
                <a:ea typeface="Microsoft YaHei" panose="020B0503020204020204" pitchFamily="34" charset="-122"/>
              </a:rPr>
              <a:t>;</a:t>
            </a:r>
          </a:p>
          <a:p>
            <a:pPr algn="l"/>
            <a:r>
              <a:rPr lang="en-US" sz="12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__</a:t>
            </a:r>
            <a:r>
              <a:rPr lang="en-US" sz="1200" dirty="0" err="1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mma_to_short_vector</a:t>
            </a:r>
            <a:r>
              <a:rPr lang="en-US" sz="12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(&amp;</a:t>
            </a:r>
            <a:r>
              <a:rPr lang="en-US" sz="1200" dirty="0" err="1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sv</a:t>
            </a:r>
            <a:r>
              <a:rPr lang="en-US" sz="12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, ….);</a:t>
            </a:r>
          </a:p>
          <a:p>
            <a:pPr algn="l"/>
            <a:r>
              <a:rPr lang="en-US" sz="12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__mma_to_short_vector_offset_2tlr(&amp;</a:t>
            </a:r>
            <a:r>
              <a:rPr lang="en-US" sz="1200" dirty="0" err="1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sv</a:t>
            </a:r>
            <a:r>
              <a:rPr lang="en-US" sz="12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, ….);</a:t>
            </a: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1A1E29AF-279A-34FB-3711-A6A00FDCE3AE}"/>
              </a:ext>
            </a:extLst>
          </p:cNvPr>
          <p:cNvSpPr/>
          <p:nvPr/>
        </p:nvSpPr>
        <p:spPr>
          <a:xfrm>
            <a:off x="132673" y="817120"/>
            <a:ext cx="2395192" cy="17173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224">
            <a:extLst>
              <a:ext uri="{FF2B5EF4-FFF2-40B4-BE49-F238E27FC236}">
                <a16:creationId xmlns:a16="http://schemas.microsoft.com/office/drawing/2014/main" id="{9BD9BD6C-B685-E70F-BD99-C6E1C85E74F6}"/>
              </a:ext>
            </a:extLst>
          </p:cNvPr>
          <p:cNvSpPr txBox="1"/>
          <p:nvPr/>
        </p:nvSpPr>
        <p:spPr>
          <a:xfrm>
            <a:off x="811832" y="831650"/>
            <a:ext cx="10182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第一次</a:t>
            </a:r>
            <a:r>
              <a:rPr lang="en-US" altLang="zh-CN" sz="900" dirty="0" err="1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mma</a:t>
            </a:r>
            <a:r>
              <a:rPr lang="zh-CN" alt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输出</a:t>
            </a:r>
            <a:endParaRPr lang="en-US" sz="900" dirty="0">
              <a:solidFill>
                <a:srgbClr val="FF0000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CE5C861F-9339-528A-7F61-2472E2A3C192}"/>
              </a:ext>
            </a:extLst>
          </p:cNvPr>
          <p:cNvSpPr/>
          <p:nvPr/>
        </p:nvSpPr>
        <p:spPr>
          <a:xfrm>
            <a:off x="2396470" y="820693"/>
            <a:ext cx="2395192" cy="171374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122" name="TextBox 224">
            <a:extLst>
              <a:ext uri="{FF2B5EF4-FFF2-40B4-BE49-F238E27FC236}">
                <a16:creationId xmlns:a16="http://schemas.microsoft.com/office/drawing/2014/main" id="{E4025D7D-F65D-3ED2-6E17-BBF51B64069E}"/>
              </a:ext>
            </a:extLst>
          </p:cNvPr>
          <p:cNvSpPr txBox="1"/>
          <p:nvPr/>
        </p:nvSpPr>
        <p:spPr>
          <a:xfrm>
            <a:off x="3094275" y="836582"/>
            <a:ext cx="1018228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第二次</a:t>
            </a:r>
            <a:r>
              <a:rPr lang="en-US" altLang="zh-CN" sz="900" dirty="0" err="1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mma</a:t>
            </a:r>
            <a:r>
              <a:rPr lang="zh-CN" alt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输出</a:t>
            </a:r>
            <a:endParaRPr lang="en-US" sz="900" dirty="0">
              <a:solidFill>
                <a:srgbClr val="00B0F0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358680-2B91-DE91-F927-E059CFECAEAF}"/>
              </a:ext>
            </a:extLst>
          </p:cNvPr>
          <p:cNvSpPr txBox="1"/>
          <p:nvPr/>
        </p:nvSpPr>
        <p:spPr>
          <a:xfrm>
            <a:off x="-80591" y="1100575"/>
            <a:ext cx="292388" cy="98955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700" dirty="0"/>
              <a:t>权重输出通道</a:t>
            </a:r>
            <a:endParaRPr lang="en-US" sz="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65F11D-4F50-4951-7B38-E20DF19F9D70}"/>
              </a:ext>
            </a:extLst>
          </p:cNvPr>
          <p:cNvSpPr txBox="1"/>
          <p:nvPr/>
        </p:nvSpPr>
        <p:spPr>
          <a:xfrm>
            <a:off x="147325" y="780319"/>
            <a:ext cx="81730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00" dirty="0"/>
              <a:t>权重输入通道</a:t>
            </a:r>
            <a:endParaRPr lang="en-US" sz="7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47E30D6-EB0B-B6E1-3DDC-6007E10EE136}"/>
              </a:ext>
            </a:extLst>
          </p:cNvPr>
          <p:cNvCxnSpPr>
            <a:cxnSpLocks/>
          </p:cNvCxnSpPr>
          <p:nvPr/>
        </p:nvCxnSpPr>
        <p:spPr>
          <a:xfrm>
            <a:off x="132673" y="1038967"/>
            <a:ext cx="0" cy="869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D6085D-1DB2-2DE9-22CA-17199CBA14A3}"/>
              </a:ext>
            </a:extLst>
          </p:cNvPr>
          <p:cNvCxnSpPr/>
          <p:nvPr/>
        </p:nvCxnSpPr>
        <p:spPr>
          <a:xfrm>
            <a:off x="201593" y="959572"/>
            <a:ext cx="6475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20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1560</TotalTime>
  <Words>106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Wenyuan Gu(顾文渊)</cp:lastModifiedBy>
  <cp:revision>8</cp:revision>
  <dcterms:created xsi:type="dcterms:W3CDTF">2022-06-08T06:37:01Z</dcterms:created>
  <dcterms:modified xsi:type="dcterms:W3CDTF">2023-11-17T06:34:15Z</dcterms:modified>
</cp:coreProperties>
</file>