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4937125" cy="10333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>
        <p:scale>
          <a:sx n="150" d="100"/>
          <a:sy n="150" d="100"/>
        </p:scale>
        <p:origin x="4488" y="-2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285" y="1691079"/>
            <a:ext cx="4196556" cy="3597428"/>
          </a:xfrm>
        </p:spPr>
        <p:txBody>
          <a:bodyPr anchor="b"/>
          <a:lstStyle>
            <a:lvl1pPr algn="ctr">
              <a:defRPr sz="32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141" y="5427238"/>
            <a:ext cx="3702844" cy="2494758"/>
          </a:xfrm>
        </p:spPr>
        <p:txBody>
          <a:bodyPr/>
          <a:lstStyle>
            <a:lvl1pPr marL="0" indent="0" algn="ctr">
              <a:buNone/>
              <a:defRPr sz="1296"/>
            </a:lvl1pPr>
            <a:lvl2pPr marL="246842" indent="0" algn="ctr">
              <a:buNone/>
              <a:defRPr sz="1080"/>
            </a:lvl2pPr>
            <a:lvl3pPr marL="493685" indent="0" algn="ctr">
              <a:buNone/>
              <a:defRPr sz="972"/>
            </a:lvl3pPr>
            <a:lvl4pPr marL="740527" indent="0" algn="ctr">
              <a:buNone/>
              <a:defRPr sz="864"/>
            </a:lvl4pPr>
            <a:lvl5pPr marL="987369" indent="0" algn="ctr">
              <a:buNone/>
              <a:defRPr sz="864"/>
            </a:lvl5pPr>
            <a:lvl6pPr marL="1234211" indent="0" algn="ctr">
              <a:buNone/>
              <a:defRPr sz="864"/>
            </a:lvl6pPr>
            <a:lvl7pPr marL="1481054" indent="0" algn="ctr">
              <a:buNone/>
              <a:defRPr sz="864"/>
            </a:lvl7pPr>
            <a:lvl8pPr marL="1727896" indent="0" algn="ctr">
              <a:buNone/>
              <a:defRPr sz="864"/>
            </a:lvl8pPr>
            <a:lvl9pPr marL="1974738" indent="0" algn="ctr">
              <a:buNone/>
              <a:defRPr sz="8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2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0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56" y="2576087"/>
            <a:ext cx="4258270" cy="4298256"/>
          </a:xfrm>
        </p:spPr>
        <p:txBody>
          <a:bodyPr anchor="b"/>
          <a:lstStyle>
            <a:lvl1pPr>
              <a:defRPr sz="32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56" y="6915006"/>
            <a:ext cx="4258270" cy="2260351"/>
          </a:xfrm>
        </p:spPr>
        <p:txBody>
          <a:bodyPr/>
          <a:lstStyle>
            <a:lvl1pPr marL="0" indent="0">
              <a:buNone/>
              <a:defRPr sz="1296">
                <a:solidFill>
                  <a:schemeClr val="tx1"/>
                </a:solidFill>
              </a:defRPr>
            </a:lvl1pPr>
            <a:lvl2pPr marL="246842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2pPr>
            <a:lvl3pPr marL="493685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3pPr>
            <a:lvl4pPr marL="740527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4pPr>
            <a:lvl5pPr marL="987369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5pPr>
            <a:lvl6pPr marL="123421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6pPr>
            <a:lvl7pPr marL="1481054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7pPr>
            <a:lvl8pPr marL="1727896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8pPr>
            <a:lvl9pPr marL="1974738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6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27" y="2750693"/>
            <a:ext cx="2098278" cy="6556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420" y="2750693"/>
            <a:ext cx="2098278" cy="6556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1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550141"/>
            <a:ext cx="4258270" cy="19972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071" y="2533030"/>
            <a:ext cx="2088635" cy="1241399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42" indent="0">
              <a:buNone/>
              <a:defRPr sz="1080" b="1"/>
            </a:lvl2pPr>
            <a:lvl3pPr marL="493685" indent="0">
              <a:buNone/>
              <a:defRPr sz="972" b="1"/>
            </a:lvl3pPr>
            <a:lvl4pPr marL="740527" indent="0">
              <a:buNone/>
              <a:defRPr sz="864" b="1"/>
            </a:lvl4pPr>
            <a:lvl5pPr marL="987369" indent="0">
              <a:buNone/>
              <a:defRPr sz="864" b="1"/>
            </a:lvl5pPr>
            <a:lvl6pPr marL="1234211" indent="0">
              <a:buNone/>
              <a:defRPr sz="864" b="1"/>
            </a:lvl6pPr>
            <a:lvl7pPr marL="1481054" indent="0">
              <a:buNone/>
              <a:defRPr sz="864" b="1"/>
            </a:lvl7pPr>
            <a:lvl8pPr marL="1727896" indent="0">
              <a:buNone/>
              <a:defRPr sz="864" b="1"/>
            </a:lvl8pPr>
            <a:lvl9pPr marL="1974738" indent="0">
              <a:buNone/>
              <a:defRPr sz="8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071" y="3774429"/>
            <a:ext cx="2088635" cy="55516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420" y="2533030"/>
            <a:ext cx="2098921" cy="1241399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42" indent="0">
              <a:buNone/>
              <a:defRPr sz="1080" b="1"/>
            </a:lvl2pPr>
            <a:lvl3pPr marL="493685" indent="0">
              <a:buNone/>
              <a:defRPr sz="972" b="1"/>
            </a:lvl3pPr>
            <a:lvl4pPr marL="740527" indent="0">
              <a:buNone/>
              <a:defRPr sz="864" b="1"/>
            </a:lvl4pPr>
            <a:lvl5pPr marL="987369" indent="0">
              <a:buNone/>
              <a:defRPr sz="864" b="1"/>
            </a:lvl5pPr>
            <a:lvl6pPr marL="1234211" indent="0">
              <a:buNone/>
              <a:defRPr sz="864" b="1"/>
            </a:lvl6pPr>
            <a:lvl7pPr marL="1481054" indent="0">
              <a:buNone/>
              <a:defRPr sz="864" b="1"/>
            </a:lvl7pPr>
            <a:lvl8pPr marL="1727896" indent="0">
              <a:buNone/>
              <a:defRPr sz="864" b="1"/>
            </a:lvl8pPr>
            <a:lvl9pPr marL="1974738" indent="0">
              <a:buNone/>
              <a:defRPr sz="8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420" y="3774429"/>
            <a:ext cx="2098921" cy="55516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7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0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1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688869"/>
            <a:ext cx="1592351" cy="2411042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921" y="1487769"/>
            <a:ext cx="2499420" cy="7343154"/>
          </a:xfrm>
        </p:spPr>
        <p:txBody>
          <a:bodyPr/>
          <a:lstStyle>
            <a:lvl1pPr>
              <a:defRPr sz="1728"/>
            </a:lvl1pPr>
            <a:lvl2pPr>
              <a:defRPr sz="1512"/>
            </a:lvl2pPr>
            <a:lvl3pPr>
              <a:defRPr sz="1296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071" y="3099912"/>
            <a:ext cx="1592351" cy="5742969"/>
          </a:xfrm>
        </p:spPr>
        <p:txBody>
          <a:bodyPr/>
          <a:lstStyle>
            <a:lvl1pPr marL="0" indent="0">
              <a:buNone/>
              <a:defRPr sz="864"/>
            </a:lvl1pPr>
            <a:lvl2pPr marL="246842" indent="0">
              <a:buNone/>
              <a:defRPr sz="756"/>
            </a:lvl2pPr>
            <a:lvl3pPr marL="493685" indent="0">
              <a:buNone/>
              <a:defRPr sz="648"/>
            </a:lvl3pPr>
            <a:lvl4pPr marL="740527" indent="0">
              <a:buNone/>
              <a:defRPr sz="540"/>
            </a:lvl4pPr>
            <a:lvl5pPr marL="987369" indent="0">
              <a:buNone/>
              <a:defRPr sz="540"/>
            </a:lvl5pPr>
            <a:lvl6pPr marL="1234211" indent="0">
              <a:buNone/>
              <a:defRPr sz="540"/>
            </a:lvl6pPr>
            <a:lvl7pPr marL="1481054" indent="0">
              <a:buNone/>
              <a:defRPr sz="540"/>
            </a:lvl7pPr>
            <a:lvl8pPr marL="1727896" indent="0">
              <a:buNone/>
              <a:defRPr sz="540"/>
            </a:lvl8pPr>
            <a:lvl9pPr marL="1974738" indent="0">
              <a:buNone/>
              <a:defRPr sz="5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7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71" y="688869"/>
            <a:ext cx="1592351" cy="2411042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8921" y="1487769"/>
            <a:ext cx="2499420" cy="7343154"/>
          </a:xfrm>
        </p:spPr>
        <p:txBody>
          <a:bodyPr anchor="t"/>
          <a:lstStyle>
            <a:lvl1pPr marL="0" indent="0">
              <a:buNone/>
              <a:defRPr sz="1728"/>
            </a:lvl1pPr>
            <a:lvl2pPr marL="246842" indent="0">
              <a:buNone/>
              <a:defRPr sz="1512"/>
            </a:lvl2pPr>
            <a:lvl3pPr marL="493685" indent="0">
              <a:buNone/>
              <a:defRPr sz="1296"/>
            </a:lvl3pPr>
            <a:lvl4pPr marL="740527" indent="0">
              <a:buNone/>
              <a:defRPr sz="1080"/>
            </a:lvl4pPr>
            <a:lvl5pPr marL="987369" indent="0">
              <a:buNone/>
              <a:defRPr sz="1080"/>
            </a:lvl5pPr>
            <a:lvl6pPr marL="1234211" indent="0">
              <a:buNone/>
              <a:defRPr sz="1080"/>
            </a:lvl6pPr>
            <a:lvl7pPr marL="1481054" indent="0">
              <a:buNone/>
              <a:defRPr sz="1080"/>
            </a:lvl7pPr>
            <a:lvl8pPr marL="1727896" indent="0">
              <a:buNone/>
              <a:defRPr sz="1080"/>
            </a:lvl8pPr>
            <a:lvl9pPr marL="1974738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071" y="3099912"/>
            <a:ext cx="1592351" cy="5742969"/>
          </a:xfrm>
        </p:spPr>
        <p:txBody>
          <a:bodyPr/>
          <a:lstStyle>
            <a:lvl1pPr marL="0" indent="0">
              <a:buNone/>
              <a:defRPr sz="864"/>
            </a:lvl1pPr>
            <a:lvl2pPr marL="246842" indent="0">
              <a:buNone/>
              <a:defRPr sz="756"/>
            </a:lvl2pPr>
            <a:lvl3pPr marL="493685" indent="0">
              <a:buNone/>
              <a:defRPr sz="648"/>
            </a:lvl3pPr>
            <a:lvl4pPr marL="740527" indent="0">
              <a:buNone/>
              <a:defRPr sz="540"/>
            </a:lvl4pPr>
            <a:lvl5pPr marL="987369" indent="0">
              <a:buNone/>
              <a:defRPr sz="540"/>
            </a:lvl5pPr>
            <a:lvl6pPr marL="1234211" indent="0">
              <a:buNone/>
              <a:defRPr sz="540"/>
            </a:lvl6pPr>
            <a:lvl7pPr marL="1481054" indent="0">
              <a:buNone/>
              <a:defRPr sz="540"/>
            </a:lvl7pPr>
            <a:lvl8pPr marL="1727896" indent="0">
              <a:buNone/>
              <a:defRPr sz="540"/>
            </a:lvl8pPr>
            <a:lvl9pPr marL="1974738" indent="0">
              <a:buNone/>
              <a:defRPr sz="5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9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130" y="550139"/>
            <a:ext cx="1064568" cy="87567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27" y="550139"/>
            <a:ext cx="3131989" cy="87567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6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28" y="550141"/>
            <a:ext cx="4258270" cy="1997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28" y="2750693"/>
            <a:ext cx="4258270" cy="6556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27" y="9577197"/>
            <a:ext cx="1110853" cy="550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BE7FD-A27E-41F7-88F2-76E4224E9333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423" y="9577197"/>
            <a:ext cx="1666280" cy="550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6845" y="9577197"/>
            <a:ext cx="1110853" cy="550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73362-0BEF-461D-A63B-100692EAB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5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93685" rtl="0" eaLnBrk="1" latinLnBrk="0" hangingPunct="1">
        <a:lnSpc>
          <a:spcPct val="90000"/>
        </a:lnSpc>
        <a:spcBef>
          <a:spcPct val="0"/>
        </a:spcBef>
        <a:buNone/>
        <a:defRPr sz="23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21" indent="-123421" algn="l" defTabSz="49368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70263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17106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63948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1110790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357633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604475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851317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2098159" indent="-123421" algn="l" defTabSz="493685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1pPr>
      <a:lvl2pPr marL="246842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2pPr>
      <a:lvl3pPr marL="493685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3pPr>
      <a:lvl4pPr marL="740527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987369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234211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481054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727896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1974738" algn="l" defTabSz="493685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6BA25865-73D0-14A1-4A0E-F15D0BC488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5265669"/>
              </p:ext>
            </p:extLst>
          </p:nvPr>
        </p:nvGraphicFramePr>
        <p:xfrm>
          <a:off x="117249" y="159108"/>
          <a:ext cx="4702626" cy="10067400"/>
        </p:xfrm>
        <a:graphic>
          <a:graphicData uri="http://schemas.openxmlformats.org/drawingml/2006/table">
            <a:tbl>
              <a:tblPr/>
              <a:tblGrid>
                <a:gridCol w="783771">
                  <a:extLst>
                    <a:ext uri="{9D8B030D-6E8A-4147-A177-3AD203B41FA5}">
                      <a16:colId xmlns:a16="http://schemas.microsoft.com/office/drawing/2014/main" val="3966446871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131428965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1493262773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3060219839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601039396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3191463123"/>
                    </a:ext>
                  </a:extLst>
                </a:gridCol>
              </a:tblGrid>
              <a:tr h="268968">
                <a:tc>
                  <a:txBody>
                    <a:bodyPr/>
                    <a:lstStyle/>
                    <a:p>
                      <a:pPr algn="l" fontAlgn="t" latinLnBrk="0"/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BCOFF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BC2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BC4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BC8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BC16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466053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Warp0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9913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77178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Warp2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88362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Warp3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Ch12 – 15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549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Warp4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Ch16 – 19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810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Warp5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Ch20 – 23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20780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Warp6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Ch24 – 27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6469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Warp7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Ch28 – 31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76487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Warp8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Ch32 – 35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2797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Warp9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Ch36 – 39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9386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Warp10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Ch40 – 43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Ch20 – 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9211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Warp11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Ch44 – 47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Ch20 – 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44941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Warp12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Ch48 – 51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Ch24 – 27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9283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Warp13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Ch52 – 55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Ch24 – 27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4945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Warp14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Ch56 – 59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Ch28 – 31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149747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Warp15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Ch60 – 63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Ch28 – 31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Ch0 – 3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16667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Warp16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Ch64 – 67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Ch32 – 35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31141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Warp17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Ch68 – 71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Ch32 – 35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362819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Warp18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Ch72 – 75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Ch36 – 39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194566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Warp19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Ch76 – 79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Ch36 – 39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308550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Warp20 CSR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Ch80 – 83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Ch40 – 43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2444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Warp21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Ch84 – 87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Ch40 – 43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08646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Warp22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Ch88 – 91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Ch44 – 47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31721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Warp23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Ch92 – 95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Ch44 – 47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Ch16 – 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Ch8 – 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902155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Warp24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Ch96 – 99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Ch48 – 51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Ch20 – 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444629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Warp25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Ch100 – 103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Ch48 – 51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Ch20 – 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34332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Warp26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Ch104 – 107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Ch52 – 55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Ch20 – 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811843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Warp27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Ch108 – 111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Ch52 – 55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Ch20 – 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54841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Warp28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Ch112 – 115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Ch56 – 59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Ch24 – 27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3420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Warp29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Ch116 – 119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Ch56 – 59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Ch24 – 27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734744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Warp30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Ch120 – 123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Ch60 – 63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Ch24 – 27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361899"/>
                  </a:ext>
                </a:extLst>
              </a:tr>
              <a:tr h="306201"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Warp31 CSR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Ch124 </a:t>
                      </a: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 127 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Ch60 – 63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Ch24 – 27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936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Ch12 – 15 W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Ch4 – 7 W</a:t>
                      </a:r>
                      <a:endParaRPr lang="en-US" sz="1300" dirty="0">
                        <a:effectLst/>
                        <a:latin typeface="+mn-lt"/>
                      </a:endParaRPr>
                    </a:p>
                  </a:txBody>
                  <a:tcPr marL="65614" marR="65614" marT="32807" marB="328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133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36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</TotalTime>
  <Words>709</Words>
  <Application>Microsoft Office PowerPoint</Application>
  <PresentationFormat>Custom</PresentationFormat>
  <Paragraphs>197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10</cp:revision>
  <dcterms:created xsi:type="dcterms:W3CDTF">2022-05-02T10:52:47Z</dcterms:created>
  <dcterms:modified xsi:type="dcterms:W3CDTF">2022-06-22T02:04:43Z</dcterms:modified>
</cp:coreProperties>
</file>