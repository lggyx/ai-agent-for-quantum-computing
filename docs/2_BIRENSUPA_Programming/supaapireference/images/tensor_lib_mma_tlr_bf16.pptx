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7407275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08" autoAdjust="0"/>
    <p:restoredTop sz="94660"/>
  </p:normalViewPr>
  <p:slideViewPr>
    <p:cSldViewPr snapToGrid="0">
      <p:cViewPr varScale="1">
        <p:scale>
          <a:sx n="211" d="100"/>
          <a:sy n="211" d="100"/>
        </p:scale>
        <p:origin x="15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5546" y="823066"/>
            <a:ext cx="6296184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5910" y="2641495"/>
            <a:ext cx="5555456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62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39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392" y="1253809"/>
            <a:ext cx="6388775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392" y="3365607"/>
            <a:ext cx="6388775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/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75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29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9250" y="1338792"/>
            <a:ext cx="3148092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49933" y="1338792"/>
            <a:ext cx="3148092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78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15" y="267759"/>
            <a:ext cx="6388775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16" y="1232853"/>
            <a:ext cx="3133624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16" y="1837055"/>
            <a:ext cx="3133624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49933" y="1232853"/>
            <a:ext cx="3149057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49933" y="1837055"/>
            <a:ext cx="3149057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12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18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8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15" y="335280"/>
            <a:ext cx="2389039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9057" y="724113"/>
            <a:ext cx="3749933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15" y="1508760"/>
            <a:ext cx="2389039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63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15" y="335280"/>
            <a:ext cx="2389039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49057" y="724113"/>
            <a:ext cx="3749933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15" y="1508760"/>
            <a:ext cx="2389039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4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32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00831" y="267758"/>
            <a:ext cx="1597194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9251" y="267758"/>
            <a:ext cx="4698990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4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9250" y="267759"/>
            <a:ext cx="6388775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9250" y="1338792"/>
            <a:ext cx="6388775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9250" y="4661325"/>
            <a:ext cx="1666637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E5199-20DA-4F47-A9DC-2590F2984856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53660" y="4661325"/>
            <a:ext cx="2499955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31388" y="4661325"/>
            <a:ext cx="1666637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19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207">
            <a:extLst>
              <a:ext uri="{FF2B5EF4-FFF2-40B4-BE49-F238E27FC236}">
                <a16:creationId xmlns:a16="http://schemas.microsoft.com/office/drawing/2014/main" id="{EF7B342C-E02D-80C3-E7C0-F29D6C43DD1C}"/>
              </a:ext>
            </a:extLst>
          </p:cNvPr>
          <p:cNvSpPr/>
          <p:nvPr/>
        </p:nvSpPr>
        <p:spPr>
          <a:xfrm>
            <a:off x="2364706" y="1528605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3B4F6F73-9738-575C-456D-D73637DB79EE}"/>
              </a:ext>
            </a:extLst>
          </p:cNvPr>
          <p:cNvSpPr/>
          <p:nvPr/>
        </p:nvSpPr>
        <p:spPr>
          <a:xfrm>
            <a:off x="3497527" y="1528605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18CE3202-92D2-2D44-33A0-B93E30F2FA7C}"/>
              </a:ext>
            </a:extLst>
          </p:cNvPr>
          <p:cNvSpPr/>
          <p:nvPr/>
        </p:nvSpPr>
        <p:spPr>
          <a:xfrm>
            <a:off x="2364706" y="2641377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BB9E590E-C85B-CD71-B794-4E1F49B4B5C9}"/>
              </a:ext>
            </a:extLst>
          </p:cNvPr>
          <p:cNvSpPr/>
          <p:nvPr/>
        </p:nvSpPr>
        <p:spPr>
          <a:xfrm>
            <a:off x="3497527" y="2641377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7B83FB09-C6ED-3B1A-7DD4-6DCD8EE83B10}"/>
              </a:ext>
            </a:extLst>
          </p:cNvPr>
          <p:cNvSpPr/>
          <p:nvPr/>
        </p:nvSpPr>
        <p:spPr>
          <a:xfrm>
            <a:off x="5012083" y="420228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5E9B75F0-64E8-C8C3-0312-C2D0C8C2C687}"/>
              </a:ext>
            </a:extLst>
          </p:cNvPr>
          <p:cNvSpPr/>
          <p:nvPr/>
        </p:nvSpPr>
        <p:spPr>
          <a:xfrm>
            <a:off x="6144904" y="420228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6A085E5-0CFA-82DD-8A8B-C9D006939135}"/>
              </a:ext>
            </a:extLst>
          </p:cNvPr>
          <p:cNvSpPr/>
          <p:nvPr/>
        </p:nvSpPr>
        <p:spPr>
          <a:xfrm>
            <a:off x="5012083" y="1533000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4198DD92-13B0-3A3F-E961-969833FB008F}"/>
              </a:ext>
            </a:extLst>
          </p:cNvPr>
          <p:cNvSpPr/>
          <p:nvPr/>
        </p:nvSpPr>
        <p:spPr>
          <a:xfrm>
            <a:off x="6144904" y="1533000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6594FE5-6ED1-778E-D8FA-990F71FD3A0F}"/>
              </a:ext>
            </a:extLst>
          </p:cNvPr>
          <p:cNvSpPr/>
          <p:nvPr/>
        </p:nvSpPr>
        <p:spPr>
          <a:xfrm>
            <a:off x="2364705" y="1529858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d4, d5: 2x32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D4188FE7-E956-AAFA-C04F-1FDABA7052F2}"/>
              </a:ext>
            </a:extLst>
          </p:cNvPr>
          <p:cNvSpPr/>
          <p:nvPr/>
        </p:nvSpPr>
        <p:spPr>
          <a:xfrm>
            <a:off x="2360561" y="2640034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d12, d13: 2x32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9E80ADD9-00A4-D375-E99C-6E7303F148D6}"/>
              </a:ext>
            </a:extLst>
          </p:cNvPr>
          <p:cNvSpPr/>
          <p:nvPr/>
        </p:nvSpPr>
        <p:spPr>
          <a:xfrm>
            <a:off x="3493382" y="1530639"/>
            <a:ext cx="1132821" cy="124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d6, d7: 2x32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F9B629FE-2CB4-7168-5390-3C8D1D4D6BE2}"/>
              </a:ext>
            </a:extLst>
          </p:cNvPr>
          <p:cNvSpPr/>
          <p:nvPr/>
        </p:nvSpPr>
        <p:spPr>
          <a:xfrm>
            <a:off x="3489238" y="2640815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d14, d15: 2x32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4CEB151C-F726-15A6-8B35-9E15D11779AE}"/>
              </a:ext>
            </a:extLst>
          </p:cNvPr>
          <p:cNvSpPr/>
          <p:nvPr/>
        </p:nvSpPr>
        <p:spPr>
          <a:xfrm>
            <a:off x="5010862" y="419447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d0, d1: 2x32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5E280C81-EE6D-AFD9-195B-75519DEA0A98}"/>
              </a:ext>
            </a:extLst>
          </p:cNvPr>
          <p:cNvSpPr/>
          <p:nvPr/>
        </p:nvSpPr>
        <p:spPr>
          <a:xfrm>
            <a:off x="6147760" y="419447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d8, d9: 2x32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BAC3A3D3-1EB5-9888-F511-56F7587BCF65}"/>
              </a:ext>
            </a:extLst>
          </p:cNvPr>
          <p:cNvSpPr/>
          <p:nvPr/>
        </p:nvSpPr>
        <p:spPr>
          <a:xfrm>
            <a:off x="5012084" y="1532219"/>
            <a:ext cx="1132821" cy="124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d2, d3: 2x32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E1D64A6-23B6-E096-9026-B9F2DCABFA79}"/>
              </a:ext>
            </a:extLst>
          </p:cNvPr>
          <p:cNvSpPr/>
          <p:nvPr/>
        </p:nvSpPr>
        <p:spPr>
          <a:xfrm>
            <a:off x="6143617" y="1532219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d10, d11: 2x32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10B88F29-C2CC-9AFC-7D3B-8946685ABCE4}"/>
              </a:ext>
            </a:extLst>
          </p:cNvPr>
          <p:cNvSpPr txBox="1"/>
          <p:nvPr/>
        </p:nvSpPr>
        <p:spPr>
          <a:xfrm>
            <a:off x="5613076" y="68580"/>
            <a:ext cx="1010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latin typeface="Arial "/>
                <a:ea typeface="Microsoft YaHei" panose="020B0503020204020204" pitchFamily="34" charset="-122"/>
              </a:rPr>
              <a:t>Col-Major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F770C40C-8AB6-AC4F-F710-BD214BC2BE2F}"/>
              </a:ext>
            </a:extLst>
          </p:cNvPr>
          <p:cNvSpPr txBox="1"/>
          <p:nvPr/>
        </p:nvSpPr>
        <p:spPr>
          <a:xfrm>
            <a:off x="1810567" y="1093772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latin typeface="Arial "/>
                <a:ea typeface="Microsoft YaHei" panose="020B0503020204020204" pitchFamily="34" charset="-122"/>
              </a:rPr>
              <a:t>Row-Major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D57F0089-799D-2FD3-D3E5-1106B02A9D2E}"/>
              </a:ext>
            </a:extLst>
          </p:cNvPr>
          <p:cNvSpPr/>
          <p:nvPr/>
        </p:nvSpPr>
        <p:spPr>
          <a:xfrm>
            <a:off x="103205" y="1529012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175545ED-BA38-8292-08C1-C2EC31967092}"/>
              </a:ext>
            </a:extLst>
          </p:cNvPr>
          <p:cNvSpPr/>
          <p:nvPr/>
        </p:nvSpPr>
        <p:spPr>
          <a:xfrm>
            <a:off x="1236026" y="1529012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57A7F477-B087-5B3D-3600-2BA7B740542E}"/>
              </a:ext>
            </a:extLst>
          </p:cNvPr>
          <p:cNvSpPr/>
          <p:nvPr/>
        </p:nvSpPr>
        <p:spPr>
          <a:xfrm>
            <a:off x="103205" y="2641784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187C2D19-6C68-76B0-D011-5FE07515DE7C}"/>
              </a:ext>
            </a:extLst>
          </p:cNvPr>
          <p:cNvSpPr/>
          <p:nvPr/>
        </p:nvSpPr>
        <p:spPr>
          <a:xfrm>
            <a:off x="1236026" y="2641784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289EA4DA-99DB-E096-F7C4-3C09B07F4733}"/>
              </a:ext>
            </a:extLst>
          </p:cNvPr>
          <p:cNvSpPr/>
          <p:nvPr/>
        </p:nvSpPr>
        <p:spPr>
          <a:xfrm>
            <a:off x="103204" y="1530265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d0, d1: 2x32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44C4A770-4572-358E-E104-59F3E99B4C65}"/>
              </a:ext>
            </a:extLst>
          </p:cNvPr>
          <p:cNvSpPr/>
          <p:nvPr/>
        </p:nvSpPr>
        <p:spPr>
          <a:xfrm>
            <a:off x="99060" y="2640441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d8, d9: 2x32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AC51167-1F97-CE42-68D3-E496A35E82E3}"/>
              </a:ext>
            </a:extLst>
          </p:cNvPr>
          <p:cNvSpPr/>
          <p:nvPr/>
        </p:nvSpPr>
        <p:spPr>
          <a:xfrm>
            <a:off x="1231881" y="1531046"/>
            <a:ext cx="1132821" cy="124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d2, d3: 2x32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48C022AC-A649-48F6-3445-D5FF735A3E70}"/>
              </a:ext>
            </a:extLst>
          </p:cNvPr>
          <p:cNvSpPr/>
          <p:nvPr/>
        </p:nvSpPr>
        <p:spPr>
          <a:xfrm>
            <a:off x="1227737" y="2641222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d10, d11: 2x32</a:t>
            </a: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5D5035BA-6F19-F98D-0112-A183A32E4D2F}"/>
              </a:ext>
            </a:extLst>
          </p:cNvPr>
          <p:cNvSpPr/>
          <p:nvPr/>
        </p:nvSpPr>
        <p:spPr>
          <a:xfrm>
            <a:off x="5015712" y="2642158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1AE595C8-3C8C-E5B4-A31A-4CE305FE69D0}"/>
              </a:ext>
            </a:extLst>
          </p:cNvPr>
          <p:cNvSpPr/>
          <p:nvPr/>
        </p:nvSpPr>
        <p:spPr>
          <a:xfrm>
            <a:off x="6148533" y="2642158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708826A2-2F7A-E001-521A-0A30895ADDBD}"/>
              </a:ext>
            </a:extLst>
          </p:cNvPr>
          <p:cNvSpPr/>
          <p:nvPr/>
        </p:nvSpPr>
        <p:spPr>
          <a:xfrm>
            <a:off x="5015712" y="3754930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B676F68A-46D7-9880-111F-9FF93E43E0D6}"/>
              </a:ext>
            </a:extLst>
          </p:cNvPr>
          <p:cNvSpPr/>
          <p:nvPr/>
        </p:nvSpPr>
        <p:spPr>
          <a:xfrm>
            <a:off x="6148533" y="3754930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842BBF7-BA7C-7530-9191-6E1872385903}"/>
              </a:ext>
            </a:extLst>
          </p:cNvPr>
          <p:cNvSpPr/>
          <p:nvPr/>
        </p:nvSpPr>
        <p:spPr>
          <a:xfrm>
            <a:off x="5014491" y="2641377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d4, d5: 2x32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98DDD54F-DA86-DA65-ED66-700EF9EACFE9}"/>
              </a:ext>
            </a:extLst>
          </p:cNvPr>
          <p:cNvSpPr/>
          <p:nvPr/>
        </p:nvSpPr>
        <p:spPr>
          <a:xfrm>
            <a:off x="6151389" y="2641377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d12, d13: 2x32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28E5E2E-7B45-2E28-8DC1-1CE7265A0F9D}"/>
              </a:ext>
            </a:extLst>
          </p:cNvPr>
          <p:cNvSpPr/>
          <p:nvPr/>
        </p:nvSpPr>
        <p:spPr>
          <a:xfrm>
            <a:off x="5015713" y="3754149"/>
            <a:ext cx="1132821" cy="124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d6, d7: 2x32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CDE753DE-6A06-7C0E-3DF5-14734A0C2F59}"/>
              </a:ext>
            </a:extLst>
          </p:cNvPr>
          <p:cNvSpPr/>
          <p:nvPr/>
        </p:nvSpPr>
        <p:spPr>
          <a:xfrm>
            <a:off x="6147246" y="3754149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d14, d15: 2x32</a:t>
            </a:r>
          </a:p>
        </p:txBody>
      </p:sp>
      <p:sp>
        <p:nvSpPr>
          <p:cNvPr id="3" name="TextBox 224">
            <a:extLst>
              <a:ext uri="{FF2B5EF4-FFF2-40B4-BE49-F238E27FC236}">
                <a16:creationId xmlns:a16="http://schemas.microsoft.com/office/drawing/2014/main" id="{685F96DD-610B-9278-7893-8A1B22DF4F36}"/>
              </a:ext>
            </a:extLst>
          </p:cNvPr>
          <p:cNvSpPr txBox="1"/>
          <p:nvPr/>
        </p:nvSpPr>
        <p:spPr>
          <a:xfrm>
            <a:off x="52685" y="111670"/>
            <a:ext cx="2222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Arial "/>
                <a:ea typeface="Microsoft YaHei" panose="020B0503020204020204" pitchFamily="34" charset="-122"/>
              </a:rPr>
              <a:t>__bf164_pair </a:t>
            </a:r>
            <a:r>
              <a:rPr lang="en-US" sz="14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pair1</a:t>
            </a:r>
            <a:r>
              <a:rPr lang="en-US" sz="1400" dirty="0">
                <a:latin typeface="Arial "/>
                <a:ea typeface="Microsoft YaHei" panose="020B0503020204020204" pitchFamily="34" charset="-122"/>
              </a:rPr>
              <a:t>, </a:t>
            </a:r>
            <a:r>
              <a:rPr lang="en-US" sz="14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pair2</a:t>
            </a:r>
            <a:r>
              <a:rPr lang="en-US" sz="1400" dirty="0">
                <a:latin typeface="Arial "/>
                <a:ea typeface="Microsoft YaHei" panose="020B0503020204020204" pitchFamily="34" charset="-122"/>
              </a:rPr>
              <a:t>;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B8DFAF0-2A2B-77AA-052B-3CCC0AFBD66A}"/>
              </a:ext>
            </a:extLst>
          </p:cNvPr>
          <p:cNvSpPr/>
          <p:nvPr/>
        </p:nvSpPr>
        <p:spPr>
          <a:xfrm>
            <a:off x="38429" y="1306758"/>
            <a:ext cx="2395192" cy="512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224">
            <a:extLst>
              <a:ext uri="{FF2B5EF4-FFF2-40B4-BE49-F238E27FC236}">
                <a16:creationId xmlns:a16="http://schemas.microsoft.com/office/drawing/2014/main" id="{553C74F0-7BD0-425A-B10F-7555C93F2819}"/>
              </a:ext>
            </a:extLst>
          </p:cNvPr>
          <p:cNvSpPr txBox="1"/>
          <p:nvPr/>
        </p:nvSpPr>
        <p:spPr>
          <a:xfrm>
            <a:off x="859687" y="1286133"/>
            <a:ext cx="7360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pair1.first()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E87184A-6D8B-9EE9-6696-0413E8ABE44F}"/>
              </a:ext>
            </a:extLst>
          </p:cNvPr>
          <p:cNvSpPr/>
          <p:nvPr/>
        </p:nvSpPr>
        <p:spPr>
          <a:xfrm>
            <a:off x="38429" y="2474757"/>
            <a:ext cx="2395192" cy="512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224">
            <a:extLst>
              <a:ext uri="{FF2B5EF4-FFF2-40B4-BE49-F238E27FC236}">
                <a16:creationId xmlns:a16="http://schemas.microsoft.com/office/drawing/2014/main" id="{140993E2-639B-5B59-E53D-9FABD862C9AE}"/>
              </a:ext>
            </a:extLst>
          </p:cNvPr>
          <p:cNvSpPr txBox="1"/>
          <p:nvPr/>
        </p:nvSpPr>
        <p:spPr>
          <a:xfrm>
            <a:off x="772078" y="2452314"/>
            <a:ext cx="9220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pair1.second()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196DD32-4760-0CDA-25A0-D451CA6D09B8}"/>
              </a:ext>
            </a:extLst>
          </p:cNvPr>
          <p:cNvSpPr/>
          <p:nvPr/>
        </p:nvSpPr>
        <p:spPr>
          <a:xfrm>
            <a:off x="2304072" y="2474757"/>
            <a:ext cx="2395192" cy="512989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11" name="TextBox 224">
            <a:extLst>
              <a:ext uri="{FF2B5EF4-FFF2-40B4-BE49-F238E27FC236}">
                <a16:creationId xmlns:a16="http://schemas.microsoft.com/office/drawing/2014/main" id="{9C481758-B1A3-93C7-A202-333ADFEEE41A}"/>
              </a:ext>
            </a:extLst>
          </p:cNvPr>
          <p:cNvSpPr txBox="1"/>
          <p:nvPr/>
        </p:nvSpPr>
        <p:spPr>
          <a:xfrm>
            <a:off x="3037721" y="2452314"/>
            <a:ext cx="922048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pair2.second()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FDDEC8B-187F-8A63-32E1-AC484C5C4FB7}"/>
              </a:ext>
            </a:extLst>
          </p:cNvPr>
          <p:cNvSpPr/>
          <p:nvPr/>
        </p:nvSpPr>
        <p:spPr>
          <a:xfrm>
            <a:off x="2302226" y="1310331"/>
            <a:ext cx="2395192" cy="512989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13" name="TextBox 224">
            <a:extLst>
              <a:ext uri="{FF2B5EF4-FFF2-40B4-BE49-F238E27FC236}">
                <a16:creationId xmlns:a16="http://schemas.microsoft.com/office/drawing/2014/main" id="{FC48AD83-2B6F-E656-ECD9-CE26200FD710}"/>
              </a:ext>
            </a:extLst>
          </p:cNvPr>
          <p:cNvSpPr txBox="1"/>
          <p:nvPr/>
        </p:nvSpPr>
        <p:spPr>
          <a:xfrm>
            <a:off x="3128849" y="1287888"/>
            <a:ext cx="736099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pair2.first()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7A607E8-0ED4-3A32-D919-17230B3AF13D}"/>
              </a:ext>
            </a:extLst>
          </p:cNvPr>
          <p:cNvSpPr/>
          <p:nvPr/>
        </p:nvSpPr>
        <p:spPr>
          <a:xfrm>
            <a:off x="6083911" y="269653"/>
            <a:ext cx="1267776" cy="15843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BD5399A-C3F9-E39C-932A-B3EE5A16E2AC}"/>
              </a:ext>
            </a:extLst>
          </p:cNvPr>
          <p:cNvSpPr/>
          <p:nvPr/>
        </p:nvSpPr>
        <p:spPr>
          <a:xfrm>
            <a:off x="4934094" y="264453"/>
            <a:ext cx="1267776" cy="15843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8EDE7E17-1C5F-3C61-351F-8CF717B790DF}"/>
              </a:ext>
            </a:extLst>
          </p:cNvPr>
          <p:cNvSpPr/>
          <p:nvPr/>
        </p:nvSpPr>
        <p:spPr>
          <a:xfrm>
            <a:off x="6101070" y="2457514"/>
            <a:ext cx="1267776" cy="158435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C7186B5C-166A-9C70-3D34-54AB640B3782}"/>
              </a:ext>
            </a:extLst>
          </p:cNvPr>
          <p:cNvSpPr/>
          <p:nvPr/>
        </p:nvSpPr>
        <p:spPr>
          <a:xfrm>
            <a:off x="4951253" y="2452314"/>
            <a:ext cx="1267776" cy="158435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4">
            <a:extLst>
              <a:ext uri="{FF2B5EF4-FFF2-40B4-BE49-F238E27FC236}">
                <a16:creationId xmlns:a16="http://schemas.microsoft.com/office/drawing/2014/main" id="{2FC48400-8F82-34FD-31E2-73D877B16852}"/>
              </a:ext>
            </a:extLst>
          </p:cNvPr>
          <p:cNvSpPr txBox="1"/>
          <p:nvPr/>
        </p:nvSpPr>
        <p:spPr>
          <a:xfrm>
            <a:off x="5436067" y="514263"/>
            <a:ext cx="7360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pair1.first()</a:t>
            </a:r>
          </a:p>
        </p:txBody>
      </p:sp>
      <p:sp>
        <p:nvSpPr>
          <p:cNvPr id="24" name="TextBox 224">
            <a:extLst>
              <a:ext uri="{FF2B5EF4-FFF2-40B4-BE49-F238E27FC236}">
                <a16:creationId xmlns:a16="http://schemas.microsoft.com/office/drawing/2014/main" id="{D630BE27-2900-9752-33B1-282C4D1A6DA5}"/>
              </a:ext>
            </a:extLst>
          </p:cNvPr>
          <p:cNvSpPr txBox="1"/>
          <p:nvPr/>
        </p:nvSpPr>
        <p:spPr>
          <a:xfrm>
            <a:off x="6421048" y="514263"/>
            <a:ext cx="9220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pair1.second()</a:t>
            </a:r>
          </a:p>
        </p:txBody>
      </p:sp>
      <p:sp>
        <p:nvSpPr>
          <p:cNvPr id="25" name="TextBox 224">
            <a:extLst>
              <a:ext uri="{FF2B5EF4-FFF2-40B4-BE49-F238E27FC236}">
                <a16:creationId xmlns:a16="http://schemas.microsoft.com/office/drawing/2014/main" id="{B8E5A51C-9327-7501-A4FC-53613BEA90C6}"/>
              </a:ext>
            </a:extLst>
          </p:cNvPr>
          <p:cNvSpPr txBox="1"/>
          <p:nvPr/>
        </p:nvSpPr>
        <p:spPr>
          <a:xfrm>
            <a:off x="5459894" y="2741343"/>
            <a:ext cx="7360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pair2.first()</a:t>
            </a:r>
          </a:p>
        </p:txBody>
      </p:sp>
      <p:sp>
        <p:nvSpPr>
          <p:cNvPr id="26" name="TextBox 224">
            <a:extLst>
              <a:ext uri="{FF2B5EF4-FFF2-40B4-BE49-F238E27FC236}">
                <a16:creationId xmlns:a16="http://schemas.microsoft.com/office/drawing/2014/main" id="{2DED62B9-6C6A-B422-45E5-CC1316B0ACE9}"/>
              </a:ext>
            </a:extLst>
          </p:cNvPr>
          <p:cNvSpPr txBox="1"/>
          <p:nvPr/>
        </p:nvSpPr>
        <p:spPr>
          <a:xfrm>
            <a:off x="6444875" y="2741343"/>
            <a:ext cx="9220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pair2.second()</a:t>
            </a:r>
          </a:p>
        </p:txBody>
      </p:sp>
    </p:spTree>
    <p:extLst>
      <p:ext uri="{BB962C8B-B14F-4D97-AF65-F5344CB8AC3E}">
        <p14:creationId xmlns:p14="http://schemas.microsoft.com/office/powerpoint/2010/main" val="411520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138</Words>
  <Application>Microsoft Office PowerPoint</Application>
  <PresentationFormat>自定义</PresentationFormat>
  <Paragraphs>43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 </vt:lpstr>
      <vt:lpstr>Arial</vt:lpstr>
      <vt:lpstr>Calibri</vt:lpstr>
      <vt:lpstr>Calibri Light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4</cp:revision>
  <dcterms:created xsi:type="dcterms:W3CDTF">2022-06-08T06:37:01Z</dcterms:created>
  <dcterms:modified xsi:type="dcterms:W3CDTF">2023-01-04T00:30:11Z</dcterms:modified>
</cp:coreProperties>
</file>