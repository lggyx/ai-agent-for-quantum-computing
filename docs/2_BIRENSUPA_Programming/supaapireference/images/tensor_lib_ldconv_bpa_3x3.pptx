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7920038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48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005" y="589241"/>
            <a:ext cx="5940029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1891070"/>
            <a:ext cx="5940029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6187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3721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7" y="897613"/>
            <a:ext cx="6831033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7" y="2409468"/>
            <a:ext cx="6831033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75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1864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958453"/>
            <a:ext cx="3366016" cy="228445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958453"/>
            <a:ext cx="3366016" cy="2284452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191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191691"/>
            <a:ext cx="6831033" cy="695921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882610"/>
            <a:ext cx="335054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1315164"/>
            <a:ext cx="3350547" cy="193440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19" y="882610"/>
            <a:ext cx="336704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19" y="1315164"/>
            <a:ext cx="3367048" cy="193440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241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861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727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40030"/>
            <a:ext cx="255441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518398"/>
            <a:ext cx="4009519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080135"/>
            <a:ext cx="255441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5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5" y="240030"/>
            <a:ext cx="255441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518398"/>
            <a:ext cx="4009519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5" y="1080135"/>
            <a:ext cx="255441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1181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799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7" y="191691"/>
            <a:ext cx="1707758" cy="305121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191691"/>
            <a:ext cx="5024274" cy="305121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5317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191691"/>
            <a:ext cx="6831033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958453"/>
            <a:ext cx="6831033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3337084"/>
            <a:ext cx="178200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61C792-49B2-4955-BA04-4D303F3DF3F1}" type="datetimeFigureOut">
              <a:rPr lang="zh-CN" altLang="en-US" smtClean="0"/>
              <a:t>2022/10/25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3337084"/>
            <a:ext cx="2673013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3337084"/>
            <a:ext cx="1782009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1EED58-2F4A-42ED-A38D-64FCEF1EAC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994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7846956"/>
              </p:ext>
            </p:extLst>
          </p:nvPr>
        </p:nvGraphicFramePr>
        <p:xfrm>
          <a:off x="881581" y="1017376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9188475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4735122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62933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0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1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2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8693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3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4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5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44955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6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7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8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815023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159701" y="490750"/>
            <a:ext cx="3603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3*3 Filter Load with </a:t>
            </a:r>
            <a:r>
              <a:rPr lang="en-US" altLang="zh-CN" dirty="0" err="1" smtClean="0"/>
              <a:t>tci</a:t>
            </a:r>
            <a:r>
              <a:rPr lang="en-US" altLang="zh-CN" dirty="0" smtClean="0"/>
              <a:t>::BWD_OFF</a:t>
            </a:r>
            <a:endParaRPr lang="en-US" altLang="zh-CN" dirty="0"/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9580527"/>
              </p:ext>
            </p:extLst>
          </p:nvPr>
        </p:nvGraphicFramePr>
        <p:xfrm>
          <a:off x="4965901" y="1017376"/>
          <a:ext cx="2160000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20000">
                  <a:extLst>
                    <a:ext uri="{9D8B030D-6E8A-4147-A177-3AD203B41FA5}">
                      <a16:colId xmlns:a16="http://schemas.microsoft.com/office/drawing/2014/main" val="3918847598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147351223"/>
                    </a:ext>
                  </a:extLst>
                </a:gridCol>
                <a:gridCol w="720000">
                  <a:extLst>
                    <a:ext uri="{9D8B030D-6E8A-4147-A177-3AD203B41FA5}">
                      <a16:colId xmlns:a16="http://schemas.microsoft.com/office/drawing/2014/main" val="248629337"/>
                    </a:ext>
                  </a:extLst>
                </a:gridCol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8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7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6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86938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5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4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3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449559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2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1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 smtClean="0"/>
                        <a:t>0</a:t>
                      </a:r>
                      <a:endParaRPr lang="zh-CN" altLang="en-US" sz="24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7815023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107621" y="213751"/>
            <a:ext cx="3876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3*3 Filter Load with </a:t>
            </a:r>
            <a:r>
              <a:rPr lang="en-US" altLang="zh-CN" dirty="0" err="1" smtClean="0"/>
              <a:t>tci</a:t>
            </a:r>
            <a:r>
              <a:rPr lang="en-US" altLang="zh-CN" dirty="0" smtClean="0"/>
              <a:t>::TENSOR_BPA</a:t>
            </a:r>
          </a:p>
          <a:p>
            <a:pPr algn="ctr"/>
            <a:r>
              <a:rPr lang="en-US" altLang="zh-CN" dirty="0" smtClean="0"/>
              <a:t>Rotated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3331819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33</Words>
  <Application>Microsoft Office PowerPoint</Application>
  <PresentationFormat>自定义</PresentationFormat>
  <Paragraphs>21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 Zhang(张熙-Peter)</dc:creator>
  <cp:lastModifiedBy>Xi Zhang(张熙-Peter)</cp:lastModifiedBy>
  <cp:revision>2</cp:revision>
  <dcterms:created xsi:type="dcterms:W3CDTF">2022-10-25T07:10:12Z</dcterms:created>
  <dcterms:modified xsi:type="dcterms:W3CDTF">2022-10-25T07:14:09Z</dcterms:modified>
</cp:coreProperties>
</file>