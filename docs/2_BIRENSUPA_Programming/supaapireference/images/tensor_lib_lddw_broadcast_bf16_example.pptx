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4937125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80" autoAdjust="0"/>
    <p:restoredTop sz="94660"/>
  </p:normalViewPr>
  <p:slideViewPr>
    <p:cSldViewPr snapToGrid="0">
      <p:cViewPr varScale="1">
        <p:scale>
          <a:sx n="194" d="100"/>
          <a:sy n="194" d="100"/>
        </p:scale>
        <p:origin x="381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285" y="897890"/>
            <a:ext cx="4196556" cy="1910080"/>
          </a:xfrm>
        </p:spPr>
        <p:txBody>
          <a:bodyPr anchor="b"/>
          <a:lstStyle>
            <a:lvl1pPr algn="ctr">
              <a:defRPr sz="32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141" y="2881630"/>
            <a:ext cx="3702844" cy="1324610"/>
          </a:xfrm>
        </p:spPr>
        <p:txBody>
          <a:bodyPr/>
          <a:lstStyle>
            <a:lvl1pPr marL="0" indent="0" algn="ctr">
              <a:buNone/>
              <a:defRPr sz="1296"/>
            </a:lvl1pPr>
            <a:lvl2pPr marL="246842" indent="0" algn="ctr">
              <a:buNone/>
              <a:defRPr sz="1080"/>
            </a:lvl2pPr>
            <a:lvl3pPr marL="493685" indent="0" algn="ctr">
              <a:buNone/>
              <a:defRPr sz="972"/>
            </a:lvl3pPr>
            <a:lvl4pPr marL="740527" indent="0" algn="ctr">
              <a:buNone/>
              <a:defRPr sz="864"/>
            </a:lvl4pPr>
            <a:lvl5pPr marL="987369" indent="0" algn="ctr">
              <a:buNone/>
              <a:defRPr sz="864"/>
            </a:lvl5pPr>
            <a:lvl6pPr marL="1234211" indent="0" algn="ctr">
              <a:buNone/>
              <a:defRPr sz="864"/>
            </a:lvl6pPr>
            <a:lvl7pPr marL="1481054" indent="0" algn="ctr">
              <a:buNone/>
              <a:defRPr sz="864"/>
            </a:lvl7pPr>
            <a:lvl8pPr marL="1727896" indent="0" algn="ctr">
              <a:buNone/>
              <a:defRPr sz="864"/>
            </a:lvl8pPr>
            <a:lvl9pPr marL="1974738" indent="0" algn="ctr">
              <a:buNone/>
              <a:defRPr sz="8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05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1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56" y="1367791"/>
            <a:ext cx="4258270" cy="2282190"/>
          </a:xfrm>
        </p:spPr>
        <p:txBody>
          <a:bodyPr anchor="b"/>
          <a:lstStyle>
            <a:lvl1pPr>
              <a:defRPr sz="32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6856" y="3671571"/>
            <a:ext cx="4258270" cy="1200150"/>
          </a:xfrm>
        </p:spPr>
        <p:txBody>
          <a:bodyPr/>
          <a:lstStyle>
            <a:lvl1pPr marL="0" indent="0">
              <a:buNone/>
              <a:defRPr sz="1296">
                <a:solidFill>
                  <a:schemeClr val="tx1"/>
                </a:solidFill>
              </a:defRPr>
            </a:lvl1pPr>
            <a:lvl2pPr marL="246842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2pPr>
            <a:lvl3pPr marL="493685" indent="0">
              <a:buNone/>
              <a:defRPr sz="972">
                <a:solidFill>
                  <a:schemeClr val="tx1">
                    <a:tint val="75000"/>
                  </a:schemeClr>
                </a:solidFill>
              </a:defRPr>
            </a:lvl3pPr>
            <a:lvl4pPr marL="740527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4pPr>
            <a:lvl5pPr marL="987369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5pPr>
            <a:lvl6pPr marL="1234211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6pPr>
            <a:lvl7pPr marL="1481054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7pPr>
            <a:lvl8pPr marL="1727896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8pPr>
            <a:lvl9pPr marL="1974738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85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9427" y="1460500"/>
            <a:ext cx="2098278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9420" y="1460500"/>
            <a:ext cx="2098278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780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071" y="292101"/>
            <a:ext cx="425827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071" y="1344930"/>
            <a:ext cx="2088635" cy="659130"/>
          </a:xfrm>
        </p:spPr>
        <p:txBody>
          <a:bodyPr anchor="b"/>
          <a:lstStyle>
            <a:lvl1pPr marL="0" indent="0">
              <a:buNone/>
              <a:defRPr sz="1296" b="1"/>
            </a:lvl1pPr>
            <a:lvl2pPr marL="246842" indent="0">
              <a:buNone/>
              <a:defRPr sz="1080" b="1"/>
            </a:lvl2pPr>
            <a:lvl3pPr marL="493685" indent="0">
              <a:buNone/>
              <a:defRPr sz="972" b="1"/>
            </a:lvl3pPr>
            <a:lvl4pPr marL="740527" indent="0">
              <a:buNone/>
              <a:defRPr sz="864" b="1"/>
            </a:lvl4pPr>
            <a:lvl5pPr marL="987369" indent="0">
              <a:buNone/>
              <a:defRPr sz="864" b="1"/>
            </a:lvl5pPr>
            <a:lvl6pPr marL="1234211" indent="0">
              <a:buNone/>
              <a:defRPr sz="864" b="1"/>
            </a:lvl6pPr>
            <a:lvl7pPr marL="1481054" indent="0">
              <a:buNone/>
              <a:defRPr sz="864" b="1"/>
            </a:lvl7pPr>
            <a:lvl8pPr marL="1727896" indent="0">
              <a:buNone/>
              <a:defRPr sz="864" b="1"/>
            </a:lvl8pPr>
            <a:lvl9pPr marL="1974738" indent="0">
              <a:buNone/>
              <a:defRPr sz="8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0071" y="2004060"/>
            <a:ext cx="2088635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99420" y="1344930"/>
            <a:ext cx="2098921" cy="659130"/>
          </a:xfrm>
        </p:spPr>
        <p:txBody>
          <a:bodyPr anchor="b"/>
          <a:lstStyle>
            <a:lvl1pPr marL="0" indent="0">
              <a:buNone/>
              <a:defRPr sz="1296" b="1"/>
            </a:lvl1pPr>
            <a:lvl2pPr marL="246842" indent="0">
              <a:buNone/>
              <a:defRPr sz="1080" b="1"/>
            </a:lvl2pPr>
            <a:lvl3pPr marL="493685" indent="0">
              <a:buNone/>
              <a:defRPr sz="972" b="1"/>
            </a:lvl3pPr>
            <a:lvl4pPr marL="740527" indent="0">
              <a:buNone/>
              <a:defRPr sz="864" b="1"/>
            </a:lvl4pPr>
            <a:lvl5pPr marL="987369" indent="0">
              <a:buNone/>
              <a:defRPr sz="864" b="1"/>
            </a:lvl5pPr>
            <a:lvl6pPr marL="1234211" indent="0">
              <a:buNone/>
              <a:defRPr sz="864" b="1"/>
            </a:lvl6pPr>
            <a:lvl7pPr marL="1481054" indent="0">
              <a:buNone/>
              <a:defRPr sz="864" b="1"/>
            </a:lvl7pPr>
            <a:lvl8pPr marL="1727896" indent="0">
              <a:buNone/>
              <a:defRPr sz="864" b="1"/>
            </a:lvl8pPr>
            <a:lvl9pPr marL="1974738" indent="0">
              <a:buNone/>
              <a:defRPr sz="8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99420" y="2004060"/>
            <a:ext cx="2098921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5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68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58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071" y="365760"/>
            <a:ext cx="1592351" cy="1280160"/>
          </a:xfrm>
        </p:spPr>
        <p:txBody>
          <a:bodyPr anchor="b"/>
          <a:lstStyle>
            <a:lvl1pPr>
              <a:defRPr sz="17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8921" y="789941"/>
            <a:ext cx="2499420" cy="3898900"/>
          </a:xfrm>
        </p:spPr>
        <p:txBody>
          <a:bodyPr/>
          <a:lstStyle>
            <a:lvl1pPr>
              <a:defRPr sz="1728"/>
            </a:lvl1pPr>
            <a:lvl2pPr>
              <a:defRPr sz="1512"/>
            </a:lvl2pPr>
            <a:lvl3pPr>
              <a:defRPr sz="1296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071" y="1645920"/>
            <a:ext cx="1592351" cy="3049270"/>
          </a:xfrm>
        </p:spPr>
        <p:txBody>
          <a:bodyPr/>
          <a:lstStyle>
            <a:lvl1pPr marL="0" indent="0">
              <a:buNone/>
              <a:defRPr sz="864"/>
            </a:lvl1pPr>
            <a:lvl2pPr marL="246842" indent="0">
              <a:buNone/>
              <a:defRPr sz="756"/>
            </a:lvl2pPr>
            <a:lvl3pPr marL="493685" indent="0">
              <a:buNone/>
              <a:defRPr sz="648"/>
            </a:lvl3pPr>
            <a:lvl4pPr marL="740527" indent="0">
              <a:buNone/>
              <a:defRPr sz="540"/>
            </a:lvl4pPr>
            <a:lvl5pPr marL="987369" indent="0">
              <a:buNone/>
              <a:defRPr sz="540"/>
            </a:lvl5pPr>
            <a:lvl6pPr marL="1234211" indent="0">
              <a:buNone/>
              <a:defRPr sz="540"/>
            </a:lvl6pPr>
            <a:lvl7pPr marL="1481054" indent="0">
              <a:buNone/>
              <a:defRPr sz="540"/>
            </a:lvl7pPr>
            <a:lvl8pPr marL="1727896" indent="0">
              <a:buNone/>
              <a:defRPr sz="540"/>
            </a:lvl8pPr>
            <a:lvl9pPr marL="1974738" indent="0">
              <a:buNone/>
              <a:defRPr sz="5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35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071" y="365760"/>
            <a:ext cx="1592351" cy="1280160"/>
          </a:xfrm>
        </p:spPr>
        <p:txBody>
          <a:bodyPr anchor="b"/>
          <a:lstStyle>
            <a:lvl1pPr>
              <a:defRPr sz="17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98921" y="789941"/>
            <a:ext cx="2499420" cy="3898900"/>
          </a:xfrm>
        </p:spPr>
        <p:txBody>
          <a:bodyPr anchor="t"/>
          <a:lstStyle>
            <a:lvl1pPr marL="0" indent="0">
              <a:buNone/>
              <a:defRPr sz="1728"/>
            </a:lvl1pPr>
            <a:lvl2pPr marL="246842" indent="0">
              <a:buNone/>
              <a:defRPr sz="1512"/>
            </a:lvl2pPr>
            <a:lvl3pPr marL="493685" indent="0">
              <a:buNone/>
              <a:defRPr sz="1296"/>
            </a:lvl3pPr>
            <a:lvl4pPr marL="740527" indent="0">
              <a:buNone/>
              <a:defRPr sz="1080"/>
            </a:lvl4pPr>
            <a:lvl5pPr marL="987369" indent="0">
              <a:buNone/>
              <a:defRPr sz="1080"/>
            </a:lvl5pPr>
            <a:lvl6pPr marL="1234211" indent="0">
              <a:buNone/>
              <a:defRPr sz="1080"/>
            </a:lvl6pPr>
            <a:lvl7pPr marL="1481054" indent="0">
              <a:buNone/>
              <a:defRPr sz="1080"/>
            </a:lvl7pPr>
            <a:lvl8pPr marL="1727896" indent="0">
              <a:buNone/>
              <a:defRPr sz="1080"/>
            </a:lvl8pPr>
            <a:lvl9pPr marL="1974738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071" y="1645920"/>
            <a:ext cx="1592351" cy="3049270"/>
          </a:xfrm>
        </p:spPr>
        <p:txBody>
          <a:bodyPr/>
          <a:lstStyle>
            <a:lvl1pPr marL="0" indent="0">
              <a:buNone/>
              <a:defRPr sz="864"/>
            </a:lvl1pPr>
            <a:lvl2pPr marL="246842" indent="0">
              <a:buNone/>
              <a:defRPr sz="756"/>
            </a:lvl2pPr>
            <a:lvl3pPr marL="493685" indent="0">
              <a:buNone/>
              <a:defRPr sz="648"/>
            </a:lvl3pPr>
            <a:lvl4pPr marL="740527" indent="0">
              <a:buNone/>
              <a:defRPr sz="540"/>
            </a:lvl4pPr>
            <a:lvl5pPr marL="987369" indent="0">
              <a:buNone/>
              <a:defRPr sz="540"/>
            </a:lvl5pPr>
            <a:lvl6pPr marL="1234211" indent="0">
              <a:buNone/>
              <a:defRPr sz="540"/>
            </a:lvl6pPr>
            <a:lvl7pPr marL="1481054" indent="0">
              <a:buNone/>
              <a:defRPr sz="540"/>
            </a:lvl7pPr>
            <a:lvl8pPr marL="1727896" indent="0">
              <a:buNone/>
              <a:defRPr sz="540"/>
            </a:lvl8pPr>
            <a:lvl9pPr marL="1974738" indent="0">
              <a:buNone/>
              <a:defRPr sz="5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65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87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33130" y="292100"/>
            <a:ext cx="1064568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9427" y="292100"/>
            <a:ext cx="3131989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4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428" y="292101"/>
            <a:ext cx="425827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9428" y="1460500"/>
            <a:ext cx="425827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9427" y="5085081"/>
            <a:ext cx="1110853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5423" y="5085081"/>
            <a:ext cx="16662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86845" y="5085081"/>
            <a:ext cx="1110853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12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93685" rtl="0" eaLnBrk="1" latinLnBrk="0" hangingPunct="1">
        <a:lnSpc>
          <a:spcPct val="90000"/>
        </a:lnSpc>
        <a:spcBef>
          <a:spcPct val="0"/>
        </a:spcBef>
        <a:buNone/>
        <a:defRPr sz="23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3421" indent="-123421" algn="l" defTabSz="49368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70263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2pPr>
      <a:lvl3pPr marL="617106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63948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4pPr>
      <a:lvl5pPr marL="1110790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5pPr>
      <a:lvl6pPr marL="1357633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6pPr>
      <a:lvl7pPr marL="1604475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7pPr>
      <a:lvl8pPr marL="1851317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8pPr>
      <a:lvl9pPr marL="2098159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1pPr>
      <a:lvl2pPr marL="246842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2pPr>
      <a:lvl3pPr marL="493685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3pPr>
      <a:lvl4pPr marL="740527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4pPr>
      <a:lvl5pPr marL="987369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5pPr>
      <a:lvl6pPr marL="1234211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6pPr>
      <a:lvl7pPr marL="1481054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7pPr>
      <a:lvl8pPr marL="1727896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8pPr>
      <a:lvl9pPr marL="1974738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AB42259-CBC9-4564-8610-64F596F9A3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2952095"/>
              </p:ext>
            </p:extLst>
          </p:nvPr>
        </p:nvGraphicFramePr>
        <p:xfrm>
          <a:off x="117249" y="159108"/>
          <a:ext cx="4702626" cy="5168184"/>
        </p:xfrm>
        <a:graphic>
          <a:graphicData uri="http://schemas.openxmlformats.org/drawingml/2006/table">
            <a:tbl>
              <a:tblPr/>
              <a:tblGrid>
                <a:gridCol w="783771">
                  <a:extLst>
                    <a:ext uri="{9D8B030D-6E8A-4147-A177-3AD203B41FA5}">
                      <a16:colId xmlns:a16="http://schemas.microsoft.com/office/drawing/2014/main" val="3966446871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2131428965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1493262773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3060219839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2601039396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3191463123"/>
                    </a:ext>
                  </a:extLst>
                </a:gridCol>
              </a:tblGrid>
              <a:tr h="268968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BF16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BCOFF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BC2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BC4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BC8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BC16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4660536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Warp0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1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99131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Ch2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077178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Warp2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5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 – 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288362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Warp3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Ch6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 – 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55493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Warp4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Ch8 – 9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Ch4 – 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 – 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8106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Warp5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Ch10 – 11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Ch4 – 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 – 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320780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Warp6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Ch12 – 13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Ch6 – 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 – 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364693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Warp7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Ch14 – 15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Ch6 – 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 – 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764876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Warp8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Ch16 – 17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Ch8 – 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Ch4 – 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 – 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27971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Warp9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Ch18 – 19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Ch8 – 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Ch4 – 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 – 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893864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Warp10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Ch20 – 21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Ch10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Ch4 – 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 – 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92116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Warp11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Ch22 – 23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Ch10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Ch4 – 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 – 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449413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Warp12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Ch24 – 25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Ch12 – 13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Ch6 – 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 – 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792831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Warp13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Ch26 – 27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Ch12 – 13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Ch6 – 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 – 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749451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Warp14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Ch28 – 29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Ch14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Ch6 – 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 – 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149747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Warp15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Ch30 – 31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Ch14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Ch6 – 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Ch2 – 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Ch0 – 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416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36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</TotalTime>
  <Words>358</Words>
  <Application>Microsoft Office PowerPoint</Application>
  <PresentationFormat>Custom</PresentationFormat>
  <Paragraphs>102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5</cp:revision>
  <dcterms:created xsi:type="dcterms:W3CDTF">2022-05-02T10:52:47Z</dcterms:created>
  <dcterms:modified xsi:type="dcterms:W3CDTF">2022-06-22T01:31:46Z</dcterms:modified>
</cp:coreProperties>
</file>