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8594725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6" autoAdjust="0"/>
    <p:restoredTop sz="94660"/>
  </p:normalViewPr>
  <p:slideViewPr>
    <p:cSldViewPr snapToGrid="0">
      <p:cViewPr varScale="1">
        <p:scale>
          <a:sx n="167" d="100"/>
          <a:sy n="167" d="100"/>
        </p:scale>
        <p:origin x="183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605" y="1047539"/>
            <a:ext cx="7305516" cy="2228427"/>
          </a:xfrm>
        </p:spPr>
        <p:txBody>
          <a:bodyPr anchor="b"/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4341" y="3361902"/>
            <a:ext cx="6446044" cy="1545378"/>
          </a:xfrm>
        </p:spPr>
        <p:txBody>
          <a:bodyPr/>
          <a:lstStyle>
            <a:lvl1pPr marL="0" indent="0" algn="ctr">
              <a:buNone/>
              <a:defRPr sz="2240"/>
            </a:lvl1pPr>
            <a:lvl2pPr marL="426705" indent="0" algn="ctr">
              <a:buNone/>
              <a:defRPr sz="1867"/>
            </a:lvl2pPr>
            <a:lvl3pPr marL="853410" indent="0" algn="ctr">
              <a:buNone/>
              <a:defRPr sz="1680"/>
            </a:lvl3pPr>
            <a:lvl4pPr marL="1280114" indent="0" algn="ctr">
              <a:buNone/>
              <a:defRPr sz="1493"/>
            </a:lvl4pPr>
            <a:lvl5pPr marL="1706819" indent="0" algn="ctr">
              <a:buNone/>
              <a:defRPr sz="1493"/>
            </a:lvl5pPr>
            <a:lvl6pPr marL="2133524" indent="0" algn="ctr">
              <a:buNone/>
              <a:defRPr sz="1493"/>
            </a:lvl6pPr>
            <a:lvl7pPr marL="2560229" indent="0" algn="ctr">
              <a:buNone/>
              <a:defRPr sz="1493"/>
            </a:lvl7pPr>
            <a:lvl8pPr marL="2986933" indent="0" algn="ctr">
              <a:buNone/>
              <a:defRPr sz="1493"/>
            </a:lvl8pPr>
            <a:lvl9pPr marL="3413638" indent="0" algn="ctr">
              <a:buNone/>
              <a:defRPr sz="14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9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7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12" y="1595757"/>
            <a:ext cx="7412950" cy="2662555"/>
          </a:xfrm>
        </p:spPr>
        <p:txBody>
          <a:bodyPr anchor="b"/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412" y="4283500"/>
            <a:ext cx="7412950" cy="1400175"/>
          </a:xfrm>
        </p:spPr>
        <p:txBody>
          <a:bodyPr/>
          <a:lstStyle>
            <a:lvl1pPr marL="0" indent="0">
              <a:buNone/>
              <a:defRPr sz="2240">
                <a:solidFill>
                  <a:schemeClr val="tx1"/>
                </a:solidFill>
              </a:defRPr>
            </a:lvl1pPr>
            <a:lvl2pPr marL="42670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2pPr>
            <a:lvl3pPr marL="85341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28011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4pPr>
            <a:lvl5pPr marL="170681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5pPr>
            <a:lvl6pPr marL="213352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6pPr>
            <a:lvl7pPr marL="256022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7pPr>
            <a:lvl8pPr marL="2986933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8pPr>
            <a:lvl9pPr marL="3413638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67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0887" y="1703917"/>
            <a:ext cx="3652758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1080" y="1703917"/>
            <a:ext cx="3652758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67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007" y="340785"/>
            <a:ext cx="741295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008" y="1569085"/>
            <a:ext cx="3635971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2008" y="2338070"/>
            <a:ext cx="3635971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51080" y="1569085"/>
            <a:ext cx="3653878" cy="768985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1080" y="2338070"/>
            <a:ext cx="3653878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7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6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007" y="426720"/>
            <a:ext cx="2772023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3877" y="921598"/>
            <a:ext cx="4351080" cy="4548717"/>
          </a:xfrm>
        </p:spPr>
        <p:txBody>
          <a:bodyPr/>
          <a:lstStyle>
            <a:lvl1pPr>
              <a:defRPr sz="2987"/>
            </a:lvl1pPr>
            <a:lvl2pPr>
              <a:defRPr sz="2613"/>
            </a:lvl2pPr>
            <a:lvl3pPr>
              <a:defRPr sz="224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2007" y="1920240"/>
            <a:ext cx="2772023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5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007" y="426720"/>
            <a:ext cx="2772023" cy="149352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3877" y="921598"/>
            <a:ext cx="4351080" cy="4548717"/>
          </a:xfrm>
        </p:spPr>
        <p:txBody>
          <a:bodyPr anchor="t"/>
          <a:lstStyle>
            <a:lvl1pPr marL="0" indent="0">
              <a:buNone/>
              <a:defRPr sz="2987"/>
            </a:lvl1pPr>
            <a:lvl2pPr marL="426705" indent="0">
              <a:buNone/>
              <a:defRPr sz="2613"/>
            </a:lvl2pPr>
            <a:lvl3pPr marL="853410" indent="0">
              <a:buNone/>
              <a:defRPr sz="2240"/>
            </a:lvl3pPr>
            <a:lvl4pPr marL="1280114" indent="0">
              <a:buNone/>
              <a:defRPr sz="1867"/>
            </a:lvl4pPr>
            <a:lvl5pPr marL="1706819" indent="0">
              <a:buNone/>
              <a:defRPr sz="1867"/>
            </a:lvl5pPr>
            <a:lvl6pPr marL="2133524" indent="0">
              <a:buNone/>
              <a:defRPr sz="1867"/>
            </a:lvl6pPr>
            <a:lvl7pPr marL="2560229" indent="0">
              <a:buNone/>
              <a:defRPr sz="1867"/>
            </a:lvl7pPr>
            <a:lvl8pPr marL="2986933" indent="0">
              <a:buNone/>
              <a:defRPr sz="1867"/>
            </a:lvl8pPr>
            <a:lvl9pPr marL="3413638" indent="0">
              <a:buNone/>
              <a:defRPr sz="18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2007" y="1920240"/>
            <a:ext cx="2772023" cy="3557482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0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3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0600" y="340783"/>
            <a:ext cx="1853238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0888" y="340783"/>
            <a:ext cx="5452279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3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0888" y="340785"/>
            <a:ext cx="741295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0888" y="1703917"/>
            <a:ext cx="741295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0887" y="5932595"/>
            <a:ext cx="1933813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E8396-270E-46E9-ACB8-A1FFA6C97ACA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7003" y="5932595"/>
            <a:ext cx="290072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0025" y="5932595"/>
            <a:ext cx="1933813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8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53410" rtl="0" eaLnBrk="1" latinLnBrk="0" hangingPunct="1">
        <a:lnSpc>
          <a:spcPct val="90000"/>
        </a:lnSpc>
        <a:spcBef>
          <a:spcPct val="0"/>
        </a:spcBef>
        <a:buNone/>
        <a:defRPr sz="41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3352" indent="-213352" algn="l" defTabSz="8534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2613" kern="1200">
          <a:solidFill>
            <a:schemeClr val="tx1"/>
          </a:solidFill>
          <a:latin typeface="+mn-lt"/>
          <a:ea typeface="+mn-ea"/>
          <a:cs typeface="+mn-cs"/>
        </a:defRPr>
      </a:lvl1pPr>
      <a:lvl2pPr marL="64005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2pPr>
      <a:lvl3pPr marL="1066762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49346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92017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34687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77358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626990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6705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341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1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0681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352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022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86933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13638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92">
            <a:extLst>
              <a:ext uri="{FF2B5EF4-FFF2-40B4-BE49-F238E27FC236}">
                <a16:creationId xmlns:a16="http://schemas.microsoft.com/office/drawing/2014/main" id="{4B3C95F5-8DAE-4C3E-95E9-E0AA72F2C258}"/>
              </a:ext>
            </a:extLst>
          </p:cNvPr>
          <p:cNvSpPr txBox="1"/>
          <p:nvPr/>
        </p:nvSpPr>
        <p:spPr>
          <a:xfrm>
            <a:off x="186781" y="1413942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BF16/S16</a:t>
            </a:r>
          </a:p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2*32</a:t>
            </a:r>
          </a:p>
        </p:txBody>
      </p:sp>
      <p:graphicFrame>
        <p:nvGraphicFramePr>
          <p:cNvPr id="194" name="Table 13">
            <a:extLst>
              <a:ext uri="{FF2B5EF4-FFF2-40B4-BE49-F238E27FC236}">
                <a16:creationId xmlns:a16="http://schemas.microsoft.com/office/drawing/2014/main" id="{5FB7F357-F02F-4195-B7B3-DEE97384B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18828"/>
              </p:ext>
            </p:extLst>
          </p:nvPr>
        </p:nvGraphicFramePr>
        <p:xfrm>
          <a:off x="1404991" y="1611520"/>
          <a:ext cx="2499360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287798"/>
                  </a:ext>
                </a:extLst>
              </a:tr>
            </a:tbl>
          </a:graphicData>
        </a:graphic>
      </p:graphicFrame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384D4278-BCAF-4F5B-9F58-B85D19594CE3}"/>
              </a:ext>
            </a:extLst>
          </p:cNvPr>
          <p:cNvCxnSpPr>
            <a:cxnSpLocks/>
          </p:cNvCxnSpPr>
          <p:nvPr/>
        </p:nvCxnSpPr>
        <p:spPr>
          <a:xfrm>
            <a:off x="1404992" y="1484052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806B754A-B359-4A08-B0D0-06799C6E8388}"/>
              </a:ext>
            </a:extLst>
          </p:cNvPr>
          <p:cNvSpPr txBox="1"/>
          <p:nvPr/>
        </p:nvSpPr>
        <p:spPr>
          <a:xfrm>
            <a:off x="1834484" y="1365301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C3590A88-2478-46F8-A0EF-87DFD2CC1E61}"/>
              </a:ext>
            </a:extLst>
          </p:cNvPr>
          <p:cNvCxnSpPr>
            <a:cxnSpLocks/>
          </p:cNvCxnSpPr>
          <p:nvPr/>
        </p:nvCxnSpPr>
        <p:spPr>
          <a:xfrm>
            <a:off x="1270256" y="1611520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DB68DD0A-AFB2-48A8-966B-5D0BB2190923}"/>
              </a:ext>
            </a:extLst>
          </p:cNvPr>
          <p:cNvSpPr txBox="1"/>
          <p:nvPr/>
        </p:nvSpPr>
        <p:spPr>
          <a:xfrm>
            <a:off x="1123138" y="1934863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8CD69879-69BF-4342-8C3F-D0936E09480C}"/>
              </a:ext>
            </a:extLst>
          </p:cNvPr>
          <p:cNvCxnSpPr>
            <a:cxnSpLocks/>
          </p:cNvCxnSpPr>
          <p:nvPr/>
        </p:nvCxnSpPr>
        <p:spPr>
          <a:xfrm>
            <a:off x="1505273" y="1712402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60EC97AE-0F3C-4159-96E3-7C7EC1EAAB85}"/>
              </a:ext>
            </a:extLst>
          </p:cNvPr>
          <p:cNvCxnSpPr>
            <a:cxnSpLocks/>
          </p:cNvCxnSpPr>
          <p:nvPr/>
        </p:nvCxnSpPr>
        <p:spPr>
          <a:xfrm flipV="1">
            <a:off x="1505275" y="1712402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23A5034B-61CB-4B78-B338-06AFD9D96D46}"/>
              </a:ext>
            </a:extLst>
          </p:cNvPr>
          <p:cNvCxnSpPr/>
          <p:nvPr/>
        </p:nvCxnSpPr>
        <p:spPr>
          <a:xfrm>
            <a:off x="1713092" y="1710157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1588A1F9-0B2D-46E4-ADD5-48CD12C54F41}"/>
              </a:ext>
            </a:extLst>
          </p:cNvPr>
          <p:cNvCxnSpPr>
            <a:cxnSpLocks/>
          </p:cNvCxnSpPr>
          <p:nvPr/>
        </p:nvCxnSpPr>
        <p:spPr>
          <a:xfrm flipV="1">
            <a:off x="1713094" y="1710157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0AD6F75F-5121-48C0-B213-6FBA1AD1A327}"/>
              </a:ext>
            </a:extLst>
          </p:cNvPr>
          <p:cNvCxnSpPr/>
          <p:nvPr/>
        </p:nvCxnSpPr>
        <p:spPr>
          <a:xfrm>
            <a:off x="1920910" y="1717750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1FB2E3D6-F41A-4689-A048-E5C733E011D5}"/>
              </a:ext>
            </a:extLst>
          </p:cNvPr>
          <p:cNvCxnSpPr>
            <a:cxnSpLocks/>
          </p:cNvCxnSpPr>
          <p:nvPr/>
        </p:nvCxnSpPr>
        <p:spPr>
          <a:xfrm flipV="1">
            <a:off x="1920912" y="1717750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574E072C-74D9-4639-BC75-F2C25EB621D6}"/>
              </a:ext>
            </a:extLst>
          </p:cNvPr>
          <p:cNvCxnSpPr/>
          <p:nvPr/>
        </p:nvCxnSpPr>
        <p:spPr>
          <a:xfrm>
            <a:off x="3379595" y="1710157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0770C72B-3DD5-4D5F-B163-1344CE9597D0}"/>
              </a:ext>
            </a:extLst>
          </p:cNvPr>
          <p:cNvCxnSpPr>
            <a:cxnSpLocks/>
          </p:cNvCxnSpPr>
          <p:nvPr/>
        </p:nvCxnSpPr>
        <p:spPr>
          <a:xfrm flipV="1">
            <a:off x="3379597" y="1710157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69FE4BB7-A121-479D-B2F8-47B731785017}"/>
              </a:ext>
            </a:extLst>
          </p:cNvPr>
          <p:cNvCxnSpPr/>
          <p:nvPr/>
        </p:nvCxnSpPr>
        <p:spPr>
          <a:xfrm>
            <a:off x="3584560" y="1710157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5FB9BDD8-5AB6-4B0A-B491-6769B7699286}"/>
              </a:ext>
            </a:extLst>
          </p:cNvPr>
          <p:cNvCxnSpPr>
            <a:cxnSpLocks/>
          </p:cNvCxnSpPr>
          <p:nvPr/>
        </p:nvCxnSpPr>
        <p:spPr>
          <a:xfrm flipV="1">
            <a:off x="3584562" y="1710157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EF5ED030-429E-4FDC-BEC3-481B1989223C}"/>
              </a:ext>
            </a:extLst>
          </p:cNvPr>
          <p:cNvCxnSpPr/>
          <p:nvPr/>
        </p:nvCxnSpPr>
        <p:spPr>
          <a:xfrm>
            <a:off x="3796814" y="1717750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00C5421D-AA0F-4748-B6E2-0C965C2F0273}"/>
              </a:ext>
            </a:extLst>
          </p:cNvPr>
          <p:cNvCxnSpPr>
            <a:cxnSpLocks/>
          </p:cNvCxnSpPr>
          <p:nvPr/>
        </p:nvCxnSpPr>
        <p:spPr>
          <a:xfrm flipV="1">
            <a:off x="3173360" y="1710157"/>
            <a:ext cx="207819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C4FB81C9-E66E-4095-9D58-C4580A0AF47A}"/>
              </a:ext>
            </a:extLst>
          </p:cNvPr>
          <p:cNvSpPr txBox="1"/>
          <p:nvPr/>
        </p:nvSpPr>
        <p:spPr>
          <a:xfrm>
            <a:off x="186781" y="135719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sz="15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1*32</a:t>
            </a:r>
          </a:p>
        </p:txBody>
      </p:sp>
      <p:graphicFrame>
        <p:nvGraphicFramePr>
          <p:cNvPr id="212" name="Table 13">
            <a:extLst>
              <a:ext uri="{FF2B5EF4-FFF2-40B4-BE49-F238E27FC236}">
                <a16:creationId xmlns:a16="http://schemas.microsoft.com/office/drawing/2014/main" id="{D1E2F30E-5628-40FC-A3DB-E639044B9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836551"/>
              </p:ext>
            </p:extLst>
          </p:nvPr>
        </p:nvGraphicFramePr>
        <p:xfrm>
          <a:off x="1404991" y="335121"/>
          <a:ext cx="2499360" cy="198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</a:tbl>
          </a:graphicData>
        </a:graphic>
      </p:graphicFrame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BB1F0A87-8ADF-4266-994A-F255DE64F362}"/>
              </a:ext>
            </a:extLst>
          </p:cNvPr>
          <p:cNvCxnSpPr>
            <a:cxnSpLocks/>
          </p:cNvCxnSpPr>
          <p:nvPr/>
        </p:nvCxnSpPr>
        <p:spPr>
          <a:xfrm>
            <a:off x="1404992" y="207653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69B66138-5880-416E-8EF6-8C7B4CD87698}"/>
              </a:ext>
            </a:extLst>
          </p:cNvPr>
          <p:cNvSpPr txBox="1"/>
          <p:nvPr/>
        </p:nvSpPr>
        <p:spPr>
          <a:xfrm>
            <a:off x="1834484" y="8890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09CFFDAA-3403-4FEF-98EB-CCD9EE563F18}"/>
              </a:ext>
            </a:extLst>
          </p:cNvPr>
          <p:cNvCxnSpPr>
            <a:cxnSpLocks/>
          </p:cNvCxnSpPr>
          <p:nvPr/>
        </p:nvCxnSpPr>
        <p:spPr>
          <a:xfrm>
            <a:off x="1501391" y="440980"/>
            <a:ext cx="230811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>
            <a:extLst>
              <a:ext uri="{FF2B5EF4-FFF2-40B4-BE49-F238E27FC236}">
                <a16:creationId xmlns:a16="http://schemas.microsoft.com/office/drawing/2014/main" id="{C216DEE0-F1DE-4CB8-8AC0-6A18506DD011}"/>
              </a:ext>
            </a:extLst>
          </p:cNvPr>
          <p:cNvSpPr txBox="1"/>
          <p:nvPr/>
        </p:nvSpPr>
        <p:spPr>
          <a:xfrm>
            <a:off x="1201339" y="530975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818EF81-C87C-4ED5-83FA-E46292247FCC}"/>
              </a:ext>
            </a:extLst>
          </p:cNvPr>
          <p:cNvSpPr txBox="1"/>
          <p:nvPr/>
        </p:nvSpPr>
        <p:spPr>
          <a:xfrm>
            <a:off x="1201339" y="2068678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8" name="Table 13">
            <a:extLst>
              <a:ext uri="{FF2B5EF4-FFF2-40B4-BE49-F238E27FC236}">
                <a16:creationId xmlns:a16="http://schemas.microsoft.com/office/drawing/2014/main" id="{A7B21D84-16B3-4EDD-A3A6-FA24D0312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419283"/>
              </p:ext>
            </p:extLst>
          </p:nvPr>
        </p:nvGraphicFramePr>
        <p:xfrm>
          <a:off x="1404991" y="952240"/>
          <a:ext cx="4251960" cy="198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648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</a:tbl>
          </a:graphicData>
        </a:graphic>
      </p:graphicFrame>
      <p:graphicFrame>
        <p:nvGraphicFramePr>
          <p:cNvPr id="219" name="Table 13">
            <a:extLst>
              <a:ext uri="{FF2B5EF4-FFF2-40B4-BE49-F238E27FC236}">
                <a16:creationId xmlns:a16="http://schemas.microsoft.com/office/drawing/2014/main" id="{901B0BD7-2BBA-4B82-A759-57EBF8CD0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877585"/>
              </p:ext>
            </p:extLst>
          </p:nvPr>
        </p:nvGraphicFramePr>
        <p:xfrm>
          <a:off x="1377362" y="2499876"/>
          <a:ext cx="4251960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648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(h=1,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70991"/>
                  </a:ext>
                </a:extLst>
              </a:tr>
            </a:tbl>
          </a:graphicData>
        </a:graphic>
      </p:graphicFrame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18D69E6F-FD9E-470F-88BD-DFF50B0E7930}"/>
              </a:ext>
            </a:extLst>
          </p:cNvPr>
          <p:cNvCxnSpPr/>
          <p:nvPr/>
        </p:nvCxnSpPr>
        <p:spPr>
          <a:xfrm>
            <a:off x="1873548" y="2611807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39B5372F-7981-4A02-B790-E2A3C60741E7}"/>
              </a:ext>
            </a:extLst>
          </p:cNvPr>
          <p:cNvCxnSpPr>
            <a:cxnSpLocks/>
          </p:cNvCxnSpPr>
          <p:nvPr/>
        </p:nvCxnSpPr>
        <p:spPr>
          <a:xfrm flipV="1">
            <a:off x="1880392" y="2621333"/>
            <a:ext cx="629121" cy="19687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D2B6C6A2-82A1-4E8E-BFAE-D1C5BF000095}"/>
              </a:ext>
            </a:extLst>
          </p:cNvPr>
          <p:cNvCxnSpPr/>
          <p:nvPr/>
        </p:nvCxnSpPr>
        <p:spPr>
          <a:xfrm>
            <a:off x="2502669" y="2621331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075ACD35-8BE3-40B7-93B6-48D1FE272F75}"/>
              </a:ext>
            </a:extLst>
          </p:cNvPr>
          <p:cNvCxnSpPr>
            <a:cxnSpLocks/>
          </p:cNvCxnSpPr>
          <p:nvPr/>
        </p:nvCxnSpPr>
        <p:spPr>
          <a:xfrm flipV="1">
            <a:off x="2509513" y="2637590"/>
            <a:ext cx="663847" cy="19014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B256C2A7-1769-4FE7-B96A-22099B007B3A}"/>
              </a:ext>
            </a:extLst>
          </p:cNvPr>
          <p:cNvCxnSpPr>
            <a:cxnSpLocks/>
          </p:cNvCxnSpPr>
          <p:nvPr/>
        </p:nvCxnSpPr>
        <p:spPr>
          <a:xfrm>
            <a:off x="3180199" y="2622227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63790588-CA50-47A9-8565-92E2F64F6EE1}"/>
              </a:ext>
            </a:extLst>
          </p:cNvPr>
          <p:cNvCxnSpPr>
            <a:cxnSpLocks/>
          </p:cNvCxnSpPr>
          <p:nvPr/>
        </p:nvCxnSpPr>
        <p:spPr>
          <a:xfrm flipV="1">
            <a:off x="3180199" y="2620942"/>
            <a:ext cx="168530" cy="19765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35ACC0DF-47DF-421F-BAB8-9677DDFFB974}"/>
              </a:ext>
            </a:extLst>
          </p:cNvPr>
          <p:cNvCxnSpPr>
            <a:cxnSpLocks/>
          </p:cNvCxnSpPr>
          <p:nvPr/>
        </p:nvCxnSpPr>
        <p:spPr>
          <a:xfrm flipV="1">
            <a:off x="4310715" y="2610579"/>
            <a:ext cx="663847" cy="19014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140E321E-46CF-4FAA-AB37-349E9B22B346}"/>
              </a:ext>
            </a:extLst>
          </p:cNvPr>
          <p:cNvCxnSpPr>
            <a:cxnSpLocks/>
          </p:cNvCxnSpPr>
          <p:nvPr/>
        </p:nvCxnSpPr>
        <p:spPr>
          <a:xfrm>
            <a:off x="4958633" y="2604171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FCBB5EE5-67EF-45CD-8882-CE107498AC57}"/>
              </a:ext>
            </a:extLst>
          </p:cNvPr>
          <p:cNvCxnSpPr>
            <a:cxnSpLocks/>
          </p:cNvCxnSpPr>
          <p:nvPr/>
        </p:nvCxnSpPr>
        <p:spPr>
          <a:xfrm flipV="1">
            <a:off x="4965475" y="2610579"/>
            <a:ext cx="565216" cy="19999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BD82FA4A-2C83-42A1-A6A9-17B0F5FCBF1B}"/>
              </a:ext>
            </a:extLst>
          </p:cNvPr>
          <p:cNvCxnSpPr/>
          <p:nvPr/>
        </p:nvCxnSpPr>
        <p:spPr>
          <a:xfrm>
            <a:off x="5530691" y="2593088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BFB73997-D1FB-4E65-8788-199DF6E1483D}"/>
              </a:ext>
            </a:extLst>
          </p:cNvPr>
          <p:cNvCxnSpPr>
            <a:cxnSpLocks/>
          </p:cNvCxnSpPr>
          <p:nvPr/>
        </p:nvCxnSpPr>
        <p:spPr>
          <a:xfrm>
            <a:off x="1501391" y="1105444"/>
            <a:ext cx="4067063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AA871E35-CA37-42B7-8F2B-9D1AE3439EC6}"/>
              </a:ext>
            </a:extLst>
          </p:cNvPr>
          <p:cNvSpPr txBox="1"/>
          <p:nvPr/>
        </p:nvSpPr>
        <p:spPr>
          <a:xfrm>
            <a:off x="191761" y="3283558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S8/U8</a:t>
            </a:r>
          </a:p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2*64</a:t>
            </a:r>
          </a:p>
        </p:txBody>
      </p:sp>
      <p:graphicFrame>
        <p:nvGraphicFramePr>
          <p:cNvPr id="232" name="Table 13">
            <a:extLst>
              <a:ext uri="{FF2B5EF4-FFF2-40B4-BE49-F238E27FC236}">
                <a16:creationId xmlns:a16="http://schemas.microsoft.com/office/drawing/2014/main" id="{E6B95E75-4B55-44A6-B76A-A7FB023B4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305600"/>
              </p:ext>
            </p:extLst>
          </p:nvPr>
        </p:nvGraphicFramePr>
        <p:xfrm>
          <a:off x="1377364" y="3412389"/>
          <a:ext cx="3078480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287798"/>
                  </a:ext>
                </a:extLst>
              </a:tr>
            </a:tbl>
          </a:graphicData>
        </a:graphic>
      </p:graphicFrame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827CF25A-23A2-445A-B292-1D93EE49E349}"/>
              </a:ext>
            </a:extLst>
          </p:cNvPr>
          <p:cNvCxnSpPr>
            <a:cxnSpLocks/>
          </p:cNvCxnSpPr>
          <p:nvPr/>
        </p:nvCxnSpPr>
        <p:spPr>
          <a:xfrm>
            <a:off x="1377365" y="3284921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BA5EC71F-C869-4FDB-8A20-1F2C9E7515EF}"/>
              </a:ext>
            </a:extLst>
          </p:cNvPr>
          <p:cNvSpPr txBox="1"/>
          <p:nvPr/>
        </p:nvSpPr>
        <p:spPr>
          <a:xfrm>
            <a:off x="1806857" y="3166170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4825BBA8-AA22-4300-BECD-0CEAA8E473F1}"/>
              </a:ext>
            </a:extLst>
          </p:cNvPr>
          <p:cNvCxnSpPr>
            <a:cxnSpLocks/>
          </p:cNvCxnSpPr>
          <p:nvPr/>
        </p:nvCxnSpPr>
        <p:spPr>
          <a:xfrm>
            <a:off x="1242629" y="3412389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35">
            <a:extLst>
              <a:ext uri="{FF2B5EF4-FFF2-40B4-BE49-F238E27FC236}">
                <a16:creationId xmlns:a16="http://schemas.microsoft.com/office/drawing/2014/main" id="{BFDE2A82-A007-46E5-962D-293544B14B53}"/>
              </a:ext>
            </a:extLst>
          </p:cNvPr>
          <p:cNvSpPr txBox="1"/>
          <p:nvPr/>
        </p:nvSpPr>
        <p:spPr>
          <a:xfrm>
            <a:off x="1095511" y="373573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894EB6D7-664B-43A7-832A-C2778C0CE153}"/>
              </a:ext>
            </a:extLst>
          </p:cNvPr>
          <p:cNvCxnSpPr>
            <a:cxnSpLocks/>
          </p:cNvCxnSpPr>
          <p:nvPr/>
        </p:nvCxnSpPr>
        <p:spPr>
          <a:xfrm>
            <a:off x="1477647" y="3527823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506A6722-82F0-4480-A0CB-838F220A9F50}"/>
              </a:ext>
            </a:extLst>
          </p:cNvPr>
          <p:cNvCxnSpPr>
            <a:cxnSpLocks/>
          </p:cNvCxnSpPr>
          <p:nvPr/>
        </p:nvCxnSpPr>
        <p:spPr>
          <a:xfrm flipV="1">
            <a:off x="1685465" y="3511981"/>
            <a:ext cx="262366" cy="20291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9A5A28B0-834E-4D21-A21A-BC8FAE47AE85}"/>
              </a:ext>
            </a:extLst>
          </p:cNvPr>
          <p:cNvCxnSpPr>
            <a:cxnSpLocks/>
          </p:cNvCxnSpPr>
          <p:nvPr/>
        </p:nvCxnSpPr>
        <p:spPr>
          <a:xfrm flipH="1">
            <a:off x="1472432" y="3542993"/>
            <a:ext cx="185634" cy="18729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EEC35863-460D-4C2B-BB51-47C23CE6F4C1}"/>
              </a:ext>
            </a:extLst>
          </p:cNvPr>
          <p:cNvSpPr txBox="1"/>
          <p:nvPr/>
        </p:nvSpPr>
        <p:spPr>
          <a:xfrm>
            <a:off x="1285906" y="3788837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1" name="Table 13">
            <a:extLst>
              <a:ext uri="{FF2B5EF4-FFF2-40B4-BE49-F238E27FC236}">
                <a16:creationId xmlns:a16="http://schemas.microsoft.com/office/drawing/2014/main" id="{A652615B-3C3D-40A0-B7A8-CA95C625D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54726"/>
              </p:ext>
            </p:extLst>
          </p:nvPr>
        </p:nvGraphicFramePr>
        <p:xfrm>
          <a:off x="1377362" y="4218819"/>
          <a:ext cx="5552898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424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595280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632102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2448629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662786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637677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w+62)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w+63)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w+62)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w+63)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70991"/>
                  </a:ext>
                </a:extLst>
              </a:tr>
            </a:tbl>
          </a:graphicData>
        </a:graphic>
      </p:graphicFrame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669943CD-9B47-4389-BFE9-781A20A22221}"/>
              </a:ext>
            </a:extLst>
          </p:cNvPr>
          <p:cNvCxnSpPr>
            <a:cxnSpLocks/>
          </p:cNvCxnSpPr>
          <p:nvPr/>
        </p:nvCxnSpPr>
        <p:spPr>
          <a:xfrm>
            <a:off x="1814642" y="4333648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2E7C1665-158F-4D26-AB06-802FD5B9681C}"/>
              </a:ext>
            </a:extLst>
          </p:cNvPr>
          <p:cNvCxnSpPr>
            <a:cxnSpLocks/>
          </p:cNvCxnSpPr>
          <p:nvPr/>
        </p:nvCxnSpPr>
        <p:spPr>
          <a:xfrm flipV="1">
            <a:off x="1821630" y="4548005"/>
            <a:ext cx="658314" cy="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0FBCC92A-F497-40D7-AD85-0A41628F56AE}"/>
              </a:ext>
            </a:extLst>
          </p:cNvPr>
          <p:cNvCxnSpPr>
            <a:cxnSpLocks/>
          </p:cNvCxnSpPr>
          <p:nvPr/>
        </p:nvCxnSpPr>
        <p:spPr>
          <a:xfrm flipH="1">
            <a:off x="1821632" y="4333650"/>
            <a:ext cx="651325" cy="21435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A40BBE17-772F-429A-9C9E-E757808E8AC0}"/>
              </a:ext>
            </a:extLst>
          </p:cNvPr>
          <p:cNvCxnSpPr>
            <a:cxnSpLocks/>
          </p:cNvCxnSpPr>
          <p:nvPr/>
        </p:nvCxnSpPr>
        <p:spPr>
          <a:xfrm>
            <a:off x="1477647" y="3712233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D5720FAA-CFE5-4AFB-830D-4D4607349A0C}"/>
              </a:ext>
            </a:extLst>
          </p:cNvPr>
          <p:cNvCxnSpPr>
            <a:cxnSpLocks/>
          </p:cNvCxnSpPr>
          <p:nvPr/>
        </p:nvCxnSpPr>
        <p:spPr>
          <a:xfrm>
            <a:off x="1921614" y="3523731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25B9E8EE-4027-4EA0-8FD2-37C25FA208F1}"/>
              </a:ext>
            </a:extLst>
          </p:cNvPr>
          <p:cNvCxnSpPr>
            <a:cxnSpLocks/>
          </p:cNvCxnSpPr>
          <p:nvPr/>
        </p:nvCxnSpPr>
        <p:spPr>
          <a:xfrm flipH="1">
            <a:off x="1916398" y="3538901"/>
            <a:ext cx="185634" cy="18729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A7FC7517-4036-4999-B396-D5D119093430}"/>
              </a:ext>
            </a:extLst>
          </p:cNvPr>
          <p:cNvCxnSpPr>
            <a:cxnSpLocks/>
          </p:cNvCxnSpPr>
          <p:nvPr/>
        </p:nvCxnSpPr>
        <p:spPr>
          <a:xfrm>
            <a:off x="1921614" y="3708141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1B376DE8-F7F2-4504-BE0F-89372617BFF3}"/>
              </a:ext>
            </a:extLst>
          </p:cNvPr>
          <p:cNvCxnSpPr>
            <a:cxnSpLocks/>
          </p:cNvCxnSpPr>
          <p:nvPr/>
        </p:nvCxnSpPr>
        <p:spPr>
          <a:xfrm>
            <a:off x="3722336" y="3515977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B4BEFDAB-8653-4040-A5C8-E4640D877D23}"/>
              </a:ext>
            </a:extLst>
          </p:cNvPr>
          <p:cNvCxnSpPr>
            <a:cxnSpLocks/>
          </p:cNvCxnSpPr>
          <p:nvPr/>
        </p:nvCxnSpPr>
        <p:spPr>
          <a:xfrm flipV="1">
            <a:off x="3930153" y="3500135"/>
            <a:ext cx="262366" cy="20291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152F6B53-6475-4D3E-98D3-0825EE6BECD4}"/>
              </a:ext>
            </a:extLst>
          </p:cNvPr>
          <p:cNvCxnSpPr>
            <a:cxnSpLocks/>
          </p:cNvCxnSpPr>
          <p:nvPr/>
        </p:nvCxnSpPr>
        <p:spPr>
          <a:xfrm flipH="1">
            <a:off x="3717120" y="3531147"/>
            <a:ext cx="185634" cy="18729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5E603E8A-38C9-4188-BD09-A66B86A30754}"/>
              </a:ext>
            </a:extLst>
          </p:cNvPr>
          <p:cNvCxnSpPr>
            <a:cxnSpLocks/>
          </p:cNvCxnSpPr>
          <p:nvPr/>
        </p:nvCxnSpPr>
        <p:spPr>
          <a:xfrm>
            <a:off x="3722336" y="3700387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6398931B-C6AC-4E5B-8038-31D154CAFD9A}"/>
              </a:ext>
            </a:extLst>
          </p:cNvPr>
          <p:cNvCxnSpPr>
            <a:cxnSpLocks/>
          </p:cNvCxnSpPr>
          <p:nvPr/>
        </p:nvCxnSpPr>
        <p:spPr>
          <a:xfrm>
            <a:off x="4166302" y="3511885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74D1101B-836E-45B1-B7A0-F9CFC458678E}"/>
              </a:ext>
            </a:extLst>
          </p:cNvPr>
          <p:cNvCxnSpPr>
            <a:cxnSpLocks/>
          </p:cNvCxnSpPr>
          <p:nvPr/>
        </p:nvCxnSpPr>
        <p:spPr>
          <a:xfrm flipH="1">
            <a:off x="4161086" y="3527055"/>
            <a:ext cx="185634" cy="18729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A9025919-1BE0-4650-9619-C95AB856D24F}"/>
              </a:ext>
            </a:extLst>
          </p:cNvPr>
          <p:cNvCxnSpPr>
            <a:cxnSpLocks/>
          </p:cNvCxnSpPr>
          <p:nvPr/>
        </p:nvCxnSpPr>
        <p:spPr>
          <a:xfrm>
            <a:off x="4166302" y="3696295"/>
            <a:ext cx="2078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D66CC378-EB1B-4E70-8A63-29942EB788F4}"/>
              </a:ext>
            </a:extLst>
          </p:cNvPr>
          <p:cNvCxnSpPr>
            <a:cxnSpLocks/>
          </p:cNvCxnSpPr>
          <p:nvPr/>
        </p:nvCxnSpPr>
        <p:spPr>
          <a:xfrm>
            <a:off x="3106327" y="4333726"/>
            <a:ext cx="191619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ECA3A977-73E3-42CE-A633-9BF4B3F1E0D1}"/>
              </a:ext>
            </a:extLst>
          </p:cNvPr>
          <p:cNvCxnSpPr>
            <a:cxnSpLocks/>
          </p:cNvCxnSpPr>
          <p:nvPr/>
        </p:nvCxnSpPr>
        <p:spPr>
          <a:xfrm flipV="1">
            <a:off x="2459302" y="4329160"/>
            <a:ext cx="654015" cy="21435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C8935277-F43F-40DB-BDCD-0B5748986BE7}"/>
              </a:ext>
            </a:extLst>
          </p:cNvPr>
          <p:cNvCxnSpPr>
            <a:cxnSpLocks/>
          </p:cNvCxnSpPr>
          <p:nvPr/>
        </p:nvCxnSpPr>
        <p:spPr>
          <a:xfrm>
            <a:off x="6177718" y="4329160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AF5E58E2-F07D-4C15-876A-2524DC4E6182}"/>
              </a:ext>
            </a:extLst>
          </p:cNvPr>
          <p:cNvCxnSpPr>
            <a:cxnSpLocks/>
          </p:cNvCxnSpPr>
          <p:nvPr/>
        </p:nvCxnSpPr>
        <p:spPr>
          <a:xfrm flipV="1">
            <a:off x="6184706" y="4543517"/>
            <a:ext cx="658314" cy="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0E01BF98-9027-4C86-A0EE-D9D058F86032}"/>
              </a:ext>
            </a:extLst>
          </p:cNvPr>
          <p:cNvCxnSpPr>
            <a:cxnSpLocks/>
          </p:cNvCxnSpPr>
          <p:nvPr/>
        </p:nvCxnSpPr>
        <p:spPr>
          <a:xfrm flipH="1">
            <a:off x="6184708" y="4329162"/>
            <a:ext cx="651325" cy="21435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FDABF7CE-25C8-4CC2-9ADE-65DC894B304F}"/>
              </a:ext>
            </a:extLst>
          </p:cNvPr>
          <p:cNvCxnSpPr>
            <a:cxnSpLocks/>
          </p:cNvCxnSpPr>
          <p:nvPr/>
        </p:nvCxnSpPr>
        <p:spPr>
          <a:xfrm flipV="1">
            <a:off x="5530693" y="4324594"/>
            <a:ext cx="654015" cy="21435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530F7FF3-5E3C-432E-8566-3373C915D540}"/>
              </a:ext>
            </a:extLst>
          </p:cNvPr>
          <p:cNvSpPr txBox="1"/>
          <p:nvPr/>
        </p:nvSpPr>
        <p:spPr>
          <a:xfrm>
            <a:off x="191761" y="4994950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S4</a:t>
            </a:r>
          </a:p>
          <a:p>
            <a:pPr algn="l"/>
            <a:r>
              <a:rPr lang="zh-CN" altLang="en-US" sz="15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2*128</a:t>
            </a:r>
          </a:p>
        </p:txBody>
      </p:sp>
      <p:graphicFrame>
        <p:nvGraphicFramePr>
          <p:cNvPr id="263" name="Table 13">
            <a:extLst>
              <a:ext uri="{FF2B5EF4-FFF2-40B4-BE49-F238E27FC236}">
                <a16:creationId xmlns:a16="http://schemas.microsoft.com/office/drawing/2014/main" id="{2E3F69E6-8DED-43DA-99DD-71E83FA67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797374"/>
              </p:ext>
            </p:extLst>
          </p:nvPr>
        </p:nvGraphicFramePr>
        <p:xfrm>
          <a:off x="1364980" y="5092656"/>
          <a:ext cx="3689365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6182597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53197142"/>
                    </a:ext>
                  </a:extLst>
                </a:gridCol>
                <a:gridCol w="1814845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62575105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287798"/>
                  </a:ext>
                </a:extLst>
              </a:tr>
            </a:tbl>
          </a:graphicData>
        </a:graphic>
      </p:graphicFrame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C625E401-6439-4FBC-B08B-A004F2E0B671}"/>
              </a:ext>
            </a:extLst>
          </p:cNvPr>
          <p:cNvCxnSpPr>
            <a:cxnSpLocks/>
          </p:cNvCxnSpPr>
          <p:nvPr/>
        </p:nvCxnSpPr>
        <p:spPr>
          <a:xfrm>
            <a:off x="1364980" y="4965188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15558595-D3C3-473B-BB65-50439F49825B}"/>
              </a:ext>
            </a:extLst>
          </p:cNvPr>
          <p:cNvSpPr txBox="1"/>
          <p:nvPr/>
        </p:nvSpPr>
        <p:spPr>
          <a:xfrm>
            <a:off x="1794472" y="4846437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FCE1FAAF-B9B1-4025-9B3A-5B4B2CD392C5}"/>
              </a:ext>
            </a:extLst>
          </p:cNvPr>
          <p:cNvCxnSpPr>
            <a:cxnSpLocks/>
          </p:cNvCxnSpPr>
          <p:nvPr/>
        </p:nvCxnSpPr>
        <p:spPr>
          <a:xfrm>
            <a:off x="1230244" y="5092656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20D0B377-FD75-45ED-90E6-6D9DCE528847}"/>
              </a:ext>
            </a:extLst>
          </p:cNvPr>
          <p:cNvSpPr txBox="1"/>
          <p:nvPr/>
        </p:nvSpPr>
        <p:spPr>
          <a:xfrm>
            <a:off x="1083126" y="5415999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78D77818-5D55-462F-84A4-0E6898EDE53C}"/>
              </a:ext>
            </a:extLst>
          </p:cNvPr>
          <p:cNvSpPr txBox="1"/>
          <p:nvPr/>
        </p:nvSpPr>
        <p:spPr>
          <a:xfrm>
            <a:off x="1304252" y="5469570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9" name="Table 13">
            <a:extLst>
              <a:ext uri="{FF2B5EF4-FFF2-40B4-BE49-F238E27FC236}">
                <a16:creationId xmlns:a16="http://schemas.microsoft.com/office/drawing/2014/main" id="{6EC837D9-2E83-4E3F-9E97-3E45EC000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946044"/>
              </p:ext>
            </p:extLst>
          </p:nvPr>
        </p:nvGraphicFramePr>
        <p:xfrm>
          <a:off x="1364979" y="5833351"/>
          <a:ext cx="7005354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924104230"/>
                    </a:ext>
                  </a:extLst>
                </a:gridCol>
                <a:gridCol w="1299498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1427996698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66914096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w+125)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w+126)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w+127)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w+124)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w+125)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w+126)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w+127)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70991"/>
                  </a:ext>
                </a:extLst>
              </a:tr>
            </a:tbl>
          </a:graphicData>
        </a:graphic>
      </p:graphicFrame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D5980497-6474-48DC-84FD-90935581EB12}"/>
              </a:ext>
            </a:extLst>
          </p:cNvPr>
          <p:cNvCxnSpPr>
            <a:cxnSpLocks/>
          </p:cNvCxnSpPr>
          <p:nvPr/>
        </p:nvCxnSpPr>
        <p:spPr>
          <a:xfrm>
            <a:off x="1923065" y="5990084"/>
            <a:ext cx="2214501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51FB9D77-6D1F-45E3-828C-443AD1747106}"/>
              </a:ext>
            </a:extLst>
          </p:cNvPr>
          <p:cNvCxnSpPr>
            <a:cxnSpLocks/>
          </p:cNvCxnSpPr>
          <p:nvPr/>
        </p:nvCxnSpPr>
        <p:spPr>
          <a:xfrm flipH="1">
            <a:off x="1923064" y="5984555"/>
            <a:ext cx="2201671" cy="197927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70BDA093-4948-4447-ADCC-132A28113C7B}"/>
              </a:ext>
            </a:extLst>
          </p:cNvPr>
          <p:cNvCxnSpPr>
            <a:cxnSpLocks/>
          </p:cNvCxnSpPr>
          <p:nvPr/>
        </p:nvCxnSpPr>
        <p:spPr>
          <a:xfrm flipV="1">
            <a:off x="5399823" y="5992341"/>
            <a:ext cx="663847" cy="19014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AD040BF8-FAB8-4F81-BB98-F7364B4D47D7}"/>
              </a:ext>
            </a:extLst>
          </p:cNvPr>
          <p:cNvCxnSpPr>
            <a:cxnSpLocks/>
          </p:cNvCxnSpPr>
          <p:nvPr/>
        </p:nvCxnSpPr>
        <p:spPr>
          <a:xfrm>
            <a:off x="1451890" y="5198886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E1245A50-7639-4EA6-980C-535C352DC88F}"/>
              </a:ext>
            </a:extLst>
          </p:cNvPr>
          <p:cNvCxnSpPr>
            <a:cxnSpLocks/>
          </p:cNvCxnSpPr>
          <p:nvPr/>
        </p:nvCxnSpPr>
        <p:spPr>
          <a:xfrm>
            <a:off x="1453386" y="5407689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EFD900BF-DA83-4F03-BB1B-4891046DA285}"/>
              </a:ext>
            </a:extLst>
          </p:cNvPr>
          <p:cNvCxnSpPr>
            <a:cxnSpLocks/>
          </p:cNvCxnSpPr>
          <p:nvPr/>
        </p:nvCxnSpPr>
        <p:spPr>
          <a:xfrm>
            <a:off x="2286609" y="5198886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9F393986-A48B-4341-8D13-1BA9B3746430}"/>
              </a:ext>
            </a:extLst>
          </p:cNvPr>
          <p:cNvCxnSpPr>
            <a:cxnSpLocks/>
          </p:cNvCxnSpPr>
          <p:nvPr/>
        </p:nvCxnSpPr>
        <p:spPr>
          <a:xfrm>
            <a:off x="4310672" y="5198886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AECA7A04-C3AA-4BDD-9D38-99AB1453A547}"/>
              </a:ext>
            </a:extLst>
          </p:cNvPr>
          <p:cNvCxnSpPr>
            <a:cxnSpLocks/>
          </p:cNvCxnSpPr>
          <p:nvPr/>
        </p:nvCxnSpPr>
        <p:spPr>
          <a:xfrm>
            <a:off x="4310672" y="5407689"/>
            <a:ext cx="66515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F5C4B769-C868-4A16-9654-7F74BA089182}"/>
              </a:ext>
            </a:extLst>
          </p:cNvPr>
          <p:cNvCxnSpPr>
            <a:cxnSpLocks/>
          </p:cNvCxnSpPr>
          <p:nvPr/>
        </p:nvCxnSpPr>
        <p:spPr>
          <a:xfrm flipH="1">
            <a:off x="1437383" y="5203734"/>
            <a:ext cx="651325" cy="21435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00C99AC2-1AD8-488F-8679-AE0AB0FDE072}"/>
              </a:ext>
            </a:extLst>
          </p:cNvPr>
          <p:cNvCxnSpPr>
            <a:cxnSpLocks/>
          </p:cNvCxnSpPr>
          <p:nvPr/>
        </p:nvCxnSpPr>
        <p:spPr>
          <a:xfrm flipH="1">
            <a:off x="4300135" y="5190694"/>
            <a:ext cx="651325" cy="21435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FFDC74AB-ADD1-4184-BB87-AEC96C145020}"/>
              </a:ext>
            </a:extLst>
          </p:cNvPr>
          <p:cNvCxnSpPr>
            <a:cxnSpLocks/>
          </p:cNvCxnSpPr>
          <p:nvPr/>
        </p:nvCxnSpPr>
        <p:spPr>
          <a:xfrm flipV="1">
            <a:off x="2074359" y="5201638"/>
            <a:ext cx="212248" cy="21411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6830932E-E53A-453E-AE78-227DEEED7B36}"/>
              </a:ext>
            </a:extLst>
          </p:cNvPr>
          <p:cNvCxnSpPr>
            <a:cxnSpLocks/>
          </p:cNvCxnSpPr>
          <p:nvPr/>
        </p:nvCxnSpPr>
        <p:spPr>
          <a:xfrm flipV="1">
            <a:off x="4100104" y="5201638"/>
            <a:ext cx="212248" cy="21411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72E518DC-C58F-4462-ADAB-99A8F74F877A}"/>
              </a:ext>
            </a:extLst>
          </p:cNvPr>
          <p:cNvCxnSpPr>
            <a:cxnSpLocks/>
          </p:cNvCxnSpPr>
          <p:nvPr/>
        </p:nvCxnSpPr>
        <p:spPr>
          <a:xfrm>
            <a:off x="1923065" y="6182655"/>
            <a:ext cx="2214501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FF7B01EE-419F-45C6-B4FF-8B07F52FD1F5}"/>
              </a:ext>
            </a:extLst>
          </p:cNvPr>
          <p:cNvCxnSpPr>
            <a:cxnSpLocks/>
          </p:cNvCxnSpPr>
          <p:nvPr/>
        </p:nvCxnSpPr>
        <p:spPr>
          <a:xfrm flipV="1">
            <a:off x="4124734" y="5974048"/>
            <a:ext cx="320404" cy="21414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812B03C3-48FB-4B95-BAF3-843375C15877}"/>
              </a:ext>
            </a:extLst>
          </p:cNvPr>
          <p:cNvCxnSpPr>
            <a:cxnSpLocks/>
          </p:cNvCxnSpPr>
          <p:nvPr/>
        </p:nvCxnSpPr>
        <p:spPr>
          <a:xfrm>
            <a:off x="6052153" y="5995616"/>
            <a:ext cx="2214501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C043251E-04C9-4B38-B871-2BFC2AEBD0F4}"/>
              </a:ext>
            </a:extLst>
          </p:cNvPr>
          <p:cNvCxnSpPr>
            <a:cxnSpLocks/>
          </p:cNvCxnSpPr>
          <p:nvPr/>
        </p:nvCxnSpPr>
        <p:spPr>
          <a:xfrm flipH="1">
            <a:off x="6052152" y="5990087"/>
            <a:ext cx="2201671" cy="197927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F756B881-E445-4177-95B9-7C083D13439B}"/>
              </a:ext>
            </a:extLst>
          </p:cNvPr>
          <p:cNvCxnSpPr>
            <a:cxnSpLocks/>
          </p:cNvCxnSpPr>
          <p:nvPr/>
        </p:nvCxnSpPr>
        <p:spPr>
          <a:xfrm>
            <a:off x="6052153" y="6188187"/>
            <a:ext cx="2214501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76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366</Words>
  <Application>Microsoft Office PowerPoint</Application>
  <PresentationFormat>自定义</PresentationFormat>
  <Paragraphs>77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5</cp:revision>
  <dcterms:created xsi:type="dcterms:W3CDTF">2022-04-07T09:18:58Z</dcterms:created>
  <dcterms:modified xsi:type="dcterms:W3CDTF">2023-05-27T06:51:36Z</dcterms:modified>
</cp:coreProperties>
</file>