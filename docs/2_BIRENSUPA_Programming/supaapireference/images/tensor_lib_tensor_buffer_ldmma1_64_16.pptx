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8" r:id="rId1"/>
  </p:sldMasterIdLst>
  <p:notesMasterIdLst>
    <p:notesMasterId r:id="rId3"/>
  </p:notesMasterIdLst>
  <p:sldIdLst>
    <p:sldId id="256" r:id="rId2"/>
  </p:sldIdLst>
  <p:sldSz cx="5029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 varScale="1">
        <p:scale>
          <a:sx n="400" d="100"/>
          <a:sy n="400" d="100"/>
        </p:scale>
        <p:origin x="858" y="61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925" y="1143000"/>
            <a:ext cx="6788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925" y="1143000"/>
            <a:ext cx="6788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74121"/>
            <a:ext cx="37719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00679"/>
            <a:ext cx="37719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6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7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569913"/>
            <a:ext cx="4337685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529821"/>
            <a:ext cx="4337685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3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21709"/>
            <a:ext cx="4337685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560388"/>
            <a:ext cx="21275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835025"/>
            <a:ext cx="2127587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560388"/>
            <a:ext cx="213806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835025"/>
            <a:ext cx="2138065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29142"/>
            <a:ext cx="2546033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8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29142"/>
            <a:ext cx="2546033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2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3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21709"/>
            <a:ext cx="1084421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21709"/>
            <a:ext cx="3190399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21709"/>
            <a:ext cx="433768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08542"/>
            <a:ext cx="433768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118784"/>
            <a:ext cx="169735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7DACE1-1DA3-A22E-4C09-FE709CF7B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" y="138112"/>
            <a:ext cx="47910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1695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53</cp:revision>
  <dcterms:created xsi:type="dcterms:W3CDTF">2020-03-18T02:10:58Z</dcterms:created>
  <dcterms:modified xsi:type="dcterms:W3CDTF">2023-08-31T10:20:53Z</dcterms:modified>
</cp:coreProperties>
</file>