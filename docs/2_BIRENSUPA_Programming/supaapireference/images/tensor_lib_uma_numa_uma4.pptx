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1612563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632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1571" y="523770"/>
            <a:ext cx="8709422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1571" y="1680951"/>
            <a:ext cx="8709422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3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3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15" y="797878"/>
            <a:ext cx="10015836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315" y="2141750"/>
            <a:ext cx="10015836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9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8364" y="851959"/>
            <a:ext cx="4935339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78860" y="851959"/>
            <a:ext cx="4935339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8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876" y="170392"/>
            <a:ext cx="10015836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877" y="784543"/>
            <a:ext cx="4912658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9877" y="1169035"/>
            <a:ext cx="4912658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78860" y="784543"/>
            <a:ext cx="4936852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78860" y="1169035"/>
            <a:ext cx="4936852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5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7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1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876" y="213360"/>
            <a:ext cx="3745354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6852" y="460799"/>
            <a:ext cx="5878860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876" y="960120"/>
            <a:ext cx="3745354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6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876" y="213360"/>
            <a:ext cx="3745354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36852" y="460799"/>
            <a:ext cx="5878860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876" y="960120"/>
            <a:ext cx="3745354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5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31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10240" y="170392"/>
            <a:ext cx="2503959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8364" y="170392"/>
            <a:ext cx="7366720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58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8364" y="170392"/>
            <a:ext cx="10015836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8364" y="851959"/>
            <a:ext cx="10015836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364" y="2966297"/>
            <a:ext cx="2612827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610E0-52E2-4FEA-9CB4-F3D7B2B3EADB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46662" y="2966297"/>
            <a:ext cx="391924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1372" y="2966297"/>
            <a:ext cx="2612827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267BB-6F2D-471B-985B-D02B879718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3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668D04E-E7DC-4F0A-B804-79906BB82523}"/>
              </a:ext>
            </a:extLst>
          </p:cNvPr>
          <p:cNvGrpSpPr/>
          <p:nvPr/>
        </p:nvGrpSpPr>
        <p:grpSpPr>
          <a:xfrm>
            <a:off x="-139524" y="64205"/>
            <a:ext cx="11405614" cy="3071989"/>
            <a:chOff x="0" y="64205"/>
            <a:chExt cx="11405614" cy="30719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371A1C-6E68-4B8A-BB2A-D1BD5A878D14}"/>
                </a:ext>
              </a:extLst>
            </p:cNvPr>
            <p:cNvSpPr/>
            <p:nvPr/>
          </p:nvSpPr>
          <p:spPr>
            <a:xfrm>
              <a:off x="1830681" y="6420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SPC0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533E21-57D7-4C3E-B39D-0F5748ED173F}"/>
                </a:ext>
              </a:extLst>
            </p:cNvPr>
            <p:cNvSpPr/>
            <p:nvPr/>
          </p:nvSpPr>
          <p:spPr>
            <a:xfrm>
              <a:off x="3077785" y="6420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SPC1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6128E1-0CED-48D6-955B-181F25BE32DB}"/>
                </a:ext>
              </a:extLst>
            </p:cNvPr>
            <p:cNvSpPr/>
            <p:nvPr/>
          </p:nvSpPr>
          <p:spPr>
            <a:xfrm>
              <a:off x="4324889" y="6420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SPC2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D202F7-63DD-41FC-BC8C-214115BAD41B}"/>
                </a:ext>
              </a:extLst>
            </p:cNvPr>
            <p:cNvSpPr/>
            <p:nvPr/>
          </p:nvSpPr>
          <p:spPr>
            <a:xfrm>
              <a:off x="5571993" y="6420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SPC3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BF1DF6-ACC0-4684-805D-5B6DA93B6BA6}"/>
                </a:ext>
              </a:extLst>
            </p:cNvPr>
            <p:cNvSpPr/>
            <p:nvPr/>
          </p:nvSpPr>
          <p:spPr>
            <a:xfrm>
              <a:off x="6819097" y="6420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SPC4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E30DEA-1851-4869-897D-566417C3210A}"/>
                </a:ext>
              </a:extLst>
            </p:cNvPr>
            <p:cNvSpPr/>
            <p:nvPr/>
          </p:nvSpPr>
          <p:spPr>
            <a:xfrm>
              <a:off x="5845792" y="659944"/>
              <a:ext cx="1233296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A in 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141901D-BF62-421B-9B60-0B9A01AD1DCE}"/>
                </a:ext>
              </a:extLst>
            </p:cNvPr>
            <p:cNvSpPr/>
            <p:nvPr/>
          </p:nvSpPr>
          <p:spPr>
            <a:xfrm>
              <a:off x="8066201" y="6420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SPC5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A30FF4A-C67E-4C5D-958F-087AF4210FD5}"/>
                </a:ext>
              </a:extLst>
            </p:cNvPr>
            <p:cNvSpPr/>
            <p:nvPr/>
          </p:nvSpPr>
          <p:spPr>
            <a:xfrm>
              <a:off x="9313305" y="6420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SPC6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98EA8B-9790-489B-A314-DC38BD079354}"/>
                </a:ext>
              </a:extLst>
            </p:cNvPr>
            <p:cNvSpPr/>
            <p:nvPr/>
          </p:nvSpPr>
          <p:spPr>
            <a:xfrm>
              <a:off x="10560409" y="6420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SPC7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E42688-0B21-4D0A-A318-57C408BB5CF6}"/>
                </a:ext>
              </a:extLst>
            </p:cNvPr>
            <p:cNvSpPr/>
            <p:nvPr/>
          </p:nvSpPr>
          <p:spPr>
            <a:xfrm>
              <a:off x="1828534" y="1223634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SPC0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07A4743-0664-4BDB-9ADD-1A3153CFD98E}"/>
                </a:ext>
              </a:extLst>
            </p:cNvPr>
            <p:cNvSpPr/>
            <p:nvPr/>
          </p:nvSpPr>
          <p:spPr>
            <a:xfrm>
              <a:off x="1507600" y="1740613"/>
              <a:ext cx="1170432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B[0] in NUMA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F8C0CCC-7F17-4510-8FCD-09A425BA0FAA}"/>
                </a:ext>
              </a:extLst>
            </p:cNvPr>
            <p:cNvSpPr/>
            <p:nvPr/>
          </p:nvSpPr>
          <p:spPr>
            <a:xfrm>
              <a:off x="3075638" y="1223634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SPC1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2F481B-4046-4335-8DCB-4872C1DC66FC}"/>
                </a:ext>
              </a:extLst>
            </p:cNvPr>
            <p:cNvSpPr/>
            <p:nvPr/>
          </p:nvSpPr>
          <p:spPr>
            <a:xfrm>
              <a:off x="2746616" y="1740613"/>
              <a:ext cx="1170432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B[1] in NUMA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DA3E0D7-88E7-4478-A54D-61AB917BA182}"/>
                </a:ext>
              </a:extLst>
            </p:cNvPr>
            <p:cNvSpPr/>
            <p:nvPr/>
          </p:nvSpPr>
          <p:spPr>
            <a:xfrm>
              <a:off x="4322742" y="1223634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SPC2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DEAF4F2-7A54-4084-A613-2C366F49D29F}"/>
                </a:ext>
              </a:extLst>
            </p:cNvPr>
            <p:cNvSpPr/>
            <p:nvPr/>
          </p:nvSpPr>
          <p:spPr>
            <a:xfrm>
              <a:off x="3983898" y="1740613"/>
              <a:ext cx="1171742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B[2] in NUMA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717C860-D67A-4262-B0B5-A9C49B74E879}"/>
                </a:ext>
              </a:extLst>
            </p:cNvPr>
            <p:cNvSpPr/>
            <p:nvPr/>
          </p:nvSpPr>
          <p:spPr>
            <a:xfrm>
              <a:off x="5569846" y="1223634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SPC3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9D3F323-7F89-4E75-BEA4-A6C78740B563}"/>
                </a:ext>
              </a:extLst>
            </p:cNvPr>
            <p:cNvSpPr/>
            <p:nvPr/>
          </p:nvSpPr>
          <p:spPr>
            <a:xfrm>
              <a:off x="5228267" y="1737571"/>
              <a:ext cx="1170432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B[3] in NUMA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FC3C528-BE81-480D-97EB-61DF0B805D71}"/>
                </a:ext>
              </a:extLst>
            </p:cNvPr>
            <p:cNvSpPr/>
            <p:nvPr/>
          </p:nvSpPr>
          <p:spPr>
            <a:xfrm>
              <a:off x="6816950" y="1223634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SPC4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88BFE2E-2E70-442D-B58E-114F2DDEC8D2}"/>
                </a:ext>
              </a:extLst>
            </p:cNvPr>
            <p:cNvSpPr/>
            <p:nvPr/>
          </p:nvSpPr>
          <p:spPr>
            <a:xfrm>
              <a:off x="6487928" y="1740477"/>
              <a:ext cx="1170432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B[4] in NUMA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A130E16-E2EB-4DC2-A0EB-A9D179C0BA34}"/>
                </a:ext>
              </a:extLst>
            </p:cNvPr>
            <p:cNvSpPr/>
            <p:nvPr/>
          </p:nvSpPr>
          <p:spPr>
            <a:xfrm>
              <a:off x="8064054" y="1223634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SPC5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02A406-91AC-438E-9432-5FD3F1260328}"/>
                </a:ext>
              </a:extLst>
            </p:cNvPr>
            <p:cNvSpPr/>
            <p:nvPr/>
          </p:nvSpPr>
          <p:spPr>
            <a:xfrm>
              <a:off x="7750502" y="1740477"/>
              <a:ext cx="1170432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B[5] in NUMA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F608C2E-B316-4D89-BA12-63ECFA8AC172}"/>
                </a:ext>
              </a:extLst>
            </p:cNvPr>
            <p:cNvSpPr/>
            <p:nvPr/>
          </p:nvSpPr>
          <p:spPr>
            <a:xfrm>
              <a:off x="9311158" y="1223634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SPC6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E2BFCD5-4308-47BF-AACD-17862A4703D9}"/>
                </a:ext>
              </a:extLst>
            </p:cNvPr>
            <p:cNvSpPr/>
            <p:nvPr/>
          </p:nvSpPr>
          <p:spPr>
            <a:xfrm>
              <a:off x="8996168" y="1744598"/>
              <a:ext cx="1170432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B[6] in NUMA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3016B43-A135-4EBD-944B-121FD86ADDBB}"/>
                </a:ext>
              </a:extLst>
            </p:cNvPr>
            <p:cNvSpPr/>
            <p:nvPr/>
          </p:nvSpPr>
          <p:spPr>
            <a:xfrm>
              <a:off x="10558262" y="1223634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SPC7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E38AAC-C04A-435F-A61D-8D07A515FEBA}"/>
                </a:ext>
              </a:extLst>
            </p:cNvPr>
            <p:cNvSpPr/>
            <p:nvPr/>
          </p:nvSpPr>
          <p:spPr>
            <a:xfrm>
              <a:off x="10235182" y="1744598"/>
              <a:ext cx="1170432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B[7] in NUMA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D02EA56-8096-4969-B531-B46231BAC50E}"/>
                </a:ext>
              </a:extLst>
            </p:cNvPr>
            <p:cNvSpPr/>
            <p:nvPr/>
          </p:nvSpPr>
          <p:spPr>
            <a:xfrm>
              <a:off x="1828534" y="231015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SPC0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F8D0305-A082-46D8-859A-8054D50318C4}"/>
                </a:ext>
              </a:extLst>
            </p:cNvPr>
            <p:cNvSpPr/>
            <p:nvPr/>
          </p:nvSpPr>
          <p:spPr>
            <a:xfrm>
              <a:off x="3075638" y="231015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SPC1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CC9679F-BD75-4A41-B19D-925BBB138FC2}"/>
                </a:ext>
              </a:extLst>
            </p:cNvPr>
            <p:cNvSpPr/>
            <p:nvPr/>
          </p:nvSpPr>
          <p:spPr>
            <a:xfrm>
              <a:off x="3337774" y="2780720"/>
              <a:ext cx="1235217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C[1] in UMA4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AF9CEEB-81D7-411E-A30C-14CC867FDB90}"/>
                </a:ext>
              </a:extLst>
            </p:cNvPr>
            <p:cNvSpPr/>
            <p:nvPr/>
          </p:nvSpPr>
          <p:spPr>
            <a:xfrm>
              <a:off x="4322742" y="231015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SPC2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323CA8-A18B-41A0-B328-1E166BF7D9BE}"/>
                </a:ext>
              </a:extLst>
            </p:cNvPr>
            <p:cNvSpPr/>
            <p:nvPr/>
          </p:nvSpPr>
          <p:spPr>
            <a:xfrm>
              <a:off x="5569846" y="231015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SPC3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EE93797-0BF4-4FF3-8385-63E14DD4B6CE}"/>
                </a:ext>
              </a:extLst>
            </p:cNvPr>
            <p:cNvSpPr/>
            <p:nvPr/>
          </p:nvSpPr>
          <p:spPr>
            <a:xfrm>
              <a:off x="6816950" y="231015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SPC4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4F3BC3B-35C2-4380-A45A-44F2154D2347}"/>
                </a:ext>
              </a:extLst>
            </p:cNvPr>
            <p:cNvSpPr/>
            <p:nvPr/>
          </p:nvSpPr>
          <p:spPr>
            <a:xfrm>
              <a:off x="8064054" y="231015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SPC5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25D5DAB-0DFE-42BD-A097-C72BC218A890}"/>
                </a:ext>
              </a:extLst>
            </p:cNvPr>
            <p:cNvSpPr/>
            <p:nvPr/>
          </p:nvSpPr>
          <p:spPr>
            <a:xfrm>
              <a:off x="9311158" y="231015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SPC6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334F7AF-23BE-4C6D-9B06-71D76975EB28}"/>
                </a:ext>
              </a:extLst>
            </p:cNvPr>
            <p:cNvSpPr/>
            <p:nvPr/>
          </p:nvSpPr>
          <p:spPr>
            <a:xfrm>
              <a:off x="8328337" y="2780720"/>
              <a:ext cx="1272577" cy="3554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b="1" dirty="0">
                  <a:solidFill>
                    <a:schemeClr val="tx1"/>
                  </a:solidFill>
                </a:rPr>
                <a:t>C[2] in UMA4</a:t>
              </a:r>
              <a:endParaRPr lang="en-US" sz="1350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12C27A3-4ED3-4B78-841E-6D05AD5B3764}"/>
                </a:ext>
              </a:extLst>
            </p:cNvPr>
            <p:cNvSpPr/>
            <p:nvPr/>
          </p:nvSpPr>
          <p:spPr>
            <a:xfrm>
              <a:off x="10558262" y="2310155"/>
              <a:ext cx="524273" cy="2564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</a:rPr>
                <a:t>SPC7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3BE93F-44B0-4C94-B8DE-01C12327B53E}"/>
                </a:ext>
              </a:extLst>
            </p:cNvPr>
            <p:cNvSpPr/>
            <p:nvPr/>
          </p:nvSpPr>
          <p:spPr>
            <a:xfrm>
              <a:off x="0" y="2566652"/>
              <a:ext cx="1105703" cy="3554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UMA4</a:t>
              </a:r>
              <a:endParaRPr 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C2C7372-A1B7-4634-811E-1B85B62FD01D}"/>
                </a:ext>
              </a:extLst>
            </p:cNvPr>
            <p:cNvSpPr/>
            <p:nvPr/>
          </p:nvSpPr>
          <p:spPr>
            <a:xfrm>
              <a:off x="0" y="1480131"/>
              <a:ext cx="1105703" cy="3554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NUMA</a:t>
              </a:r>
              <a:endParaRPr 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935B854-7B17-4D8C-B928-E66259FFDD63}"/>
                </a:ext>
              </a:extLst>
            </p:cNvPr>
            <p:cNvSpPr/>
            <p:nvPr/>
          </p:nvSpPr>
          <p:spPr>
            <a:xfrm>
              <a:off x="0" y="320702"/>
              <a:ext cx="1105703" cy="3554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UMA</a:t>
              </a:r>
              <a:endParaRPr lang="en-US" sz="15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6BEBF9D-ADEC-47F2-95E2-E9B757F2A1F2}"/>
                </a:ext>
              </a:extLst>
            </p:cNvPr>
            <p:cNvCxnSpPr>
              <a:cxnSpLocks/>
              <a:stCxn id="4" idx="2"/>
              <a:endCxn id="17" idx="0"/>
            </p:cNvCxnSpPr>
            <p:nvPr/>
          </p:nvCxnSpPr>
          <p:spPr>
            <a:xfrm>
              <a:off x="2092818" y="320702"/>
              <a:ext cx="4369622" cy="33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BCDC1CC-D3D9-4F05-893A-F8936362235D}"/>
                </a:ext>
              </a:extLst>
            </p:cNvPr>
            <p:cNvCxnSpPr>
              <a:cxnSpLocks/>
              <a:stCxn id="10" idx="2"/>
              <a:endCxn id="17" idx="0"/>
            </p:cNvCxnSpPr>
            <p:nvPr/>
          </p:nvCxnSpPr>
          <p:spPr>
            <a:xfrm>
              <a:off x="3339922" y="320702"/>
              <a:ext cx="3122518" cy="33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1E9EC11-8B7D-43B7-981A-C42ED515E94A}"/>
                </a:ext>
              </a:extLst>
            </p:cNvPr>
            <p:cNvCxnSpPr>
              <a:cxnSpLocks/>
              <a:stCxn id="12" idx="2"/>
              <a:endCxn id="17" idx="0"/>
            </p:cNvCxnSpPr>
            <p:nvPr/>
          </p:nvCxnSpPr>
          <p:spPr>
            <a:xfrm>
              <a:off x="4587026" y="320702"/>
              <a:ext cx="1875414" cy="33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86E3C9A3-F018-4BA5-AC06-5241133D8832}"/>
                </a:ext>
              </a:extLst>
            </p:cNvPr>
            <p:cNvCxnSpPr>
              <a:cxnSpLocks/>
              <a:stCxn id="14" idx="2"/>
              <a:endCxn id="17" idx="0"/>
            </p:cNvCxnSpPr>
            <p:nvPr/>
          </p:nvCxnSpPr>
          <p:spPr>
            <a:xfrm>
              <a:off x="5834130" y="320702"/>
              <a:ext cx="628310" cy="33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F67B727A-C7D3-47BA-86FD-5400B5512F46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6462440" y="320702"/>
              <a:ext cx="618794" cy="33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D92CCEF-21F2-4271-A016-5F2C0587344F}"/>
                </a:ext>
              </a:extLst>
            </p:cNvPr>
            <p:cNvCxnSpPr>
              <a:cxnSpLocks/>
              <a:stCxn id="18" idx="2"/>
              <a:endCxn id="17" idx="0"/>
            </p:cNvCxnSpPr>
            <p:nvPr/>
          </p:nvCxnSpPr>
          <p:spPr>
            <a:xfrm flipH="1">
              <a:off x="6462440" y="320702"/>
              <a:ext cx="1865898" cy="33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F94886A8-C352-478D-968A-DF953E8E9089}"/>
                </a:ext>
              </a:extLst>
            </p:cNvPr>
            <p:cNvCxnSpPr>
              <a:cxnSpLocks/>
              <a:stCxn id="20" idx="2"/>
              <a:endCxn id="17" idx="0"/>
            </p:cNvCxnSpPr>
            <p:nvPr/>
          </p:nvCxnSpPr>
          <p:spPr>
            <a:xfrm flipH="1">
              <a:off x="6462440" y="320702"/>
              <a:ext cx="3113002" cy="33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85FEB34-2033-4E07-8748-430ED7D15AF1}"/>
                </a:ext>
              </a:extLst>
            </p:cNvPr>
            <p:cNvCxnSpPr>
              <a:cxnSpLocks/>
              <a:stCxn id="22" idx="2"/>
              <a:endCxn id="17" idx="0"/>
            </p:cNvCxnSpPr>
            <p:nvPr/>
          </p:nvCxnSpPr>
          <p:spPr>
            <a:xfrm flipH="1">
              <a:off x="6462440" y="320702"/>
              <a:ext cx="4360106" cy="339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538D2822-8010-4A77-A606-56536D0E7717}"/>
                </a:ext>
              </a:extLst>
            </p:cNvPr>
            <p:cNvCxnSpPr>
              <a:cxnSpLocks/>
              <a:stCxn id="40" idx="2"/>
              <a:endCxn id="43" idx="0"/>
            </p:cNvCxnSpPr>
            <p:nvPr/>
          </p:nvCxnSpPr>
          <p:spPr>
            <a:xfrm>
              <a:off x="2090671" y="2566652"/>
              <a:ext cx="1864712" cy="2140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53392587-C6C6-435E-9F01-505E66620BB4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>
              <a:off x="3337775" y="2566652"/>
              <a:ext cx="617608" cy="2140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B66FF6F-2A35-4F0B-8AE2-71253B8A2F05}"/>
                </a:ext>
              </a:extLst>
            </p:cNvPr>
            <p:cNvCxnSpPr>
              <a:cxnSpLocks/>
              <a:stCxn id="44" idx="2"/>
              <a:endCxn id="43" idx="0"/>
            </p:cNvCxnSpPr>
            <p:nvPr/>
          </p:nvCxnSpPr>
          <p:spPr>
            <a:xfrm flipH="1">
              <a:off x="3955383" y="2566652"/>
              <a:ext cx="629496" cy="2140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5BB21A4A-E0C7-434B-BDE1-D2089FC77BF6}"/>
                </a:ext>
              </a:extLst>
            </p:cNvPr>
            <p:cNvCxnSpPr>
              <a:cxnSpLocks/>
              <a:stCxn id="46" idx="2"/>
              <a:endCxn id="43" idx="0"/>
            </p:cNvCxnSpPr>
            <p:nvPr/>
          </p:nvCxnSpPr>
          <p:spPr>
            <a:xfrm flipH="1">
              <a:off x="3955383" y="2566652"/>
              <a:ext cx="1876600" cy="2140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9AAE2EF-771D-4B00-9E50-AFB8843E157D}"/>
                </a:ext>
              </a:extLst>
            </p:cNvPr>
            <p:cNvCxnSpPr>
              <a:cxnSpLocks/>
              <a:stCxn id="48" idx="2"/>
              <a:endCxn id="53" idx="0"/>
            </p:cNvCxnSpPr>
            <p:nvPr/>
          </p:nvCxnSpPr>
          <p:spPr>
            <a:xfrm>
              <a:off x="7079087" y="2566652"/>
              <a:ext cx="1885539" cy="2140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192F3E20-E45D-411A-BEAB-4ADCAD9DFDA5}"/>
                </a:ext>
              </a:extLst>
            </p:cNvPr>
            <p:cNvCxnSpPr>
              <a:cxnSpLocks/>
              <a:stCxn id="52" idx="2"/>
              <a:endCxn id="53" idx="0"/>
            </p:cNvCxnSpPr>
            <p:nvPr/>
          </p:nvCxnSpPr>
          <p:spPr>
            <a:xfrm flipH="1">
              <a:off x="8964626" y="2566652"/>
              <a:ext cx="608669" cy="2140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9B2EC3AF-DF5F-4F63-89B5-6EDDC595346F}"/>
                </a:ext>
              </a:extLst>
            </p:cNvPr>
            <p:cNvCxnSpPr>
              <a:cxnSpLocks/>
              <a:stCxn id="50" idx="2"/>
              <a:endCxn id="53" idx="0"/>
            </p:cNvCxnSpPr>
            <p:nvPr/>
          </p:nvCxnSpPr>
          <p:spPr>
            <a:xfrm>
              <a:off x="8326191" y="2566652"/>
              <a:ext cx="638435" cy="2140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28176D9-0065-4A0F-A3CD-2A4C4758E445}"/>
                </a:ext>
              </a:extLst>
            </p:cNvPr>
            <p:cNvCxnSpPr>
              <a:cxnSpLocks/>
              <a:stCxn id="54" idx="2"/>
              <a:endCxn id="53" idx="0"/>
            </p:cNvCxnSpPr>
            <p:nvPr/>
          </p:nvCxnSpPr>
          <p:spPr>
            <a:xfrm flipH="1">
              <a:off x="8964626" y="2566652"/>
              <a:ext cx="1855773" cy="2140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DF0E5D82-A1BD-41B1-B292-1B9E2E8D3EF9}"/>
                </a:ext>
              </a:extLst>
            </p:cNvPr>
            <p:cNvCxnSpPr/>
            <p:nvPr/>
          </p:nvCxnSpPr>
          <p:spPr>
            <a:xfrm flipH="1">
              <a:off x="10820399" y="1476146"/>
              <a:ext cx="1" cy="260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68F70D2D-060B-4420-A3C3-093B6A867E14}"/>
                </a:ext>
              </a:extLst>
            </p:cNvPr>
            <p:cNvCxnSpPr/>
            <p:nvPr/>
          </p:nvCxnSpPr>
          <p:spPr>
            <a:xfrm flipH="1">
              <a:off x="9567352" y="1476146"/>
              <a:ext cx="1" cy="260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9B37D171-CF79-4219-B9B1-6A59C68D2ED8}"/>
                </a:ext>
              </a:extLst>
            </p:cNvPr>
            <p:cNvCxnSpPr/>
            <p:nvPr/>
          </p:nvCxnSpPr>
          <p:spPr>
            <a:xfrm flipH="1">
              <a:off x="8334280" y="1480662"/>
              <a:ext cx="1" cy="260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25629E4B-8456-445C-8350-DF2FF9809956}"/>
                </a:ext>
              </a:extLst>
            </p:cNvPr>
            <p:cNvCxnSpPr/>
            <p:nvPr/>
          </p:nvCxnSpPr>
          <p:spPr>
            <a:xfrm flipH="1">
              <a:off x="7081233" y="1480662"/>
              <a:ext cx="1" cy="260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8AF18FD-C416-4F72-BA9D-7423B8DD6C0B}"/>
                </a:ext>
              </a:extLst>
            </p:cNvPr>
            <p:cNvCxnSpPr/>
            <p:nvPr/>
          </p:nvCxnSpPr>
          <p:spPr>
            <a:xfrm flipH="1">
              <a:off x="5826039" y="1471630"/>
              <a:ext cx="1" cy="260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1C2E0419-27D5-4E08-9478-91F3CAE9A457}"/>
                </a:ext>
              </a:extLst>
            </p:cNvPr>
            <p:cNvCxnSpPr/>
            <p:nvPr/>
          </p:nvCxnSpPr>
          <p:spPr>
            <a:xfrm flipH="1">
              <a:off x="4572992" y="1471630"/>
              <a:ext cx="1" cy="260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F5E85925-D122-403C-8AB5-5B95D6BDDAF0}"/>
                </a:ext>
              </a:extLst>
            </p:cNvPr>
            <p:cNvCxnSpPr/>
            <p:nvPr/>
          </p:nvCxnSpPr>
          <p:spPr>
            <a:xfrm flipH="1">
              <a:off x="3339920" y="1476146"/>
              <a:ext cx="1" cy="260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9A8800EA-143F-4AAC-BC75-5D83EF8B09A5}"/>
                </a:ext>
              </a:extLst>
            </p:cNvPr>
            <p:cNvCxnSpPr/>
            <p:nvPr/>
          </p:nvCxnSpPr>
          <p:spPr>
            <a:xfrm flipH="1">
              <a:off x="2086873" y="1476146"/>
              <a:ext cx="1" cy="2604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1851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90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8</cp:revision>
  <dcterms:created xsi:type="dcterms:W3CDTF">2022-04-04T23:46:13Z</dcterms:created>
  <dcterms:modified xsi:type="dcterms:W3CDTF">2022-04-06T00:31:05Z</dcterms:modified>
</cp:coreProperties>
</file>