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6583363" cy="411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63" autoAdjust="0"/>
    <p:restoredTop sz="94660"/>
  </p:normalViewPr>
  <p:slideViewPr>
    <p:cSldViewPr snapToGrid="0">
      <p:cViewPr varScale="1">
        <p:scale>
          <a:sx n="255" d="100"/>
          <a:sy n="255" d="100"/>
        </p:scale>
        <p:origin x="1422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21" y="673418"/>
            <a:ext cx="4937522" cy="1432560"/>
          </a:xfrm>
        </p:spPr>
        <p:txBody>
          <a:bodyPr anchor="b"/>
          <a:lstStyle>
            <a:lvl1pPr algn="ctr">
              <a:defRPr sz="32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21" y="2161223"/>
            <a:ext cx="4937522" cy="993457"/>
          </a:xfrm>
        </p:spPr>
        <p:txBody>
          <a:bodyPr/>
          <a:lstStyle>
            <a:lvl1pPr marL="0" indent="0" algn="ctr">
              <a:buNone/>
              <a:defRPr sz="1296"/>
            </a:lvl1pPr>
            <a:lvl2pPr marL="246888" indent="0" algn="ctr">
              <a:buNone/>
              <a:defRPr sz="1080"/>
            </a:lvl2pPr>
            <a:lvl3pPr marL="493776" indent="0" algn="ctr">
              <a:buNone/>
              <a:defRPr sz="972"/>
            </a:lvl3pPr>
            <a:lvl4pPr marL="740664" indent="0" algn="ctr">
              <a:buNone/>
              <a:defRPr sz="864"/>
            </a:lvl4pPr>
            <a:lvl5pPr marL="987552" indent="0" algn="ctr">
              <a:buNone/>
              <a:defRPr sz="864"/>
            </a:lvl5pPr>
            <a:lvl6pPr marL="1234440" indent="0" algn="ctr">
              <a:buNone/>
              <a:defRPr sz="864"/>
            </a:lvl6pPr>
            <a:lvl7pPr marL="1481328" indent="0" algn="ctr">
              <a:buNone/>
              <a:defRPr sz="864"/>
            </a:lvl7pPr>
            <a:lvl8pPr marL="1728216" indent="0" algn="ctr">
              <a:buNone/>
              <a:defRPr sz="864"/>
            </a:lvl8pPr>
            <a:lvl9pPr marL="1975104" indent="0" algn="ctr">
              <a:buNone/>
              <a:defRPr sz="86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41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0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177" y="1025843"/>
            <a:ext cx="5678151" cy="1711642"/>
          </a:xfrm>
        </p:spPr>
        <p:txBody>
          <a:bodyPr anchor="b"/>
          <a:lstStyle>
            <a:lvl1pPr>
              <a:defRPr sz="324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9177" y="2753678"/>
            <a:ext cx="5678151" cy="900112"/>
          </a:xfrm>
        </p:spPr>
        <p:txBody>
          <a:bodyPr/>
          <a:lstStyle>
            <a:lvl1pPr marL="0" indent="0">
              <a:buNone/>
              <a:defRPr sz="1296">
                <a:solidFill>
                  <a:schemeClr val="tx1">
                    <a:tint val="75000"/>
                  </a:schemeClr>
                </a:solidFill>
              </a:defRPr>
            </a:lvl1pPr>
            <a:lvl2pPr marL="246888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2pPr>
            <a:lvl3pPr marL="493776" indent="0">
              <a:buNone/>
              <a:defRPr sz="972">
                <a:solidFill>
                  <a:schemeClr val="tx1">
                    <a:tint val="75000"/>
                  </a:schemeClr>
                </a:solidFill>
              </a:defRPr>
            </a:lvl3pPr>
            <a:lvl4pPr marL="740664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4pPr>
            <a:lvl5pPr marL="987552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5pPr>
            <a:lvl6pPr marL="1234440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6pPr>
            <a:lvl7pPr marL="1481328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7pPr>
            <a:lvl8pPr marL="1728216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8pPr>
            <a:lvl9pPr marL="1975104" indent="0">
              <a:buNone/>
              <a:defRPr sz="8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65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2606" y="1095375"/>
            <a:ext cx="2797929" cy="2610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32828" y="1095375"/>
            <a:ext cx="2797929" cy="2610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6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3" y="219075"/>
            <a:ext cx="5678151" cy="79533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3464" y="1008698"/>
            <a:ext cx="2785071" cy="494347"/>
          </a:xfrm>
        </p:spPr>
        <p:txBody>
          <a:bodyPr anchor="b"/>
          <a:lstStyle>
            <a:lvl1pPr marL="0" indent="0">
              <a:buNone/>
              <a:defRPr sz="1296" b="1"/>
            </a:lvl1pPr>
            <a:lvl2pPr marL="246888" indent="0">
              <a:buNone/>
              <a:defRPr sz="1080" b="1"/>
            </a:lvl2pPr>
            <a:lvl3pPr marL="493776" indent="0">
              <a:buNone/>
              <a:defRPr sz="972" b="1"/>
            </a:lvl3pPr>
            <a:lvl4pPr marL="740664" indent="0">
              <a:buNone/>
              <a:defRPr sz="864" b="1"/>
            </a:lvl4pPr>
            <a:lvl5pPr marL="987552" indent="0">
              <a:buNone/>
              <a:defRPr sz="864" b="1"/>
            </a:lvl5pPr>
            <a:lvl6pPr marL="1234440" indent="0">
              <a:buNone/>
              <a:defRPr sz="864" b="1"/>
            </a:lvl6pPr>
            <a:lvl7pPr marL="1481328" indent="0">
              <a:buNone/>
              <a:defRPr sz="864" b="1"/>
            </a:lvl7pPr>
            <a:lvl8pPr marL="1728216" indent="0">
              <a:buNone/>
              <a:defRPr sz="864" b="1"/>
            </a:lvl8pPr>
            <a:lvl9pPr marL="1975104" indent="0">
              <a:buNone/>
              <a:defRPr sz="8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3464" y="1503045"/>
            <a:ext cx="2785071" cy="22107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827" y="1008698"/>
            <a:ext cx="2798787" cy="494347"/>
          </a:xfrm>
        </p:spPr>
        <p:txBody>
          <a:bodyPr anchor="b"/>
          <a:lstStyle>
            <a:lvl1pPr marL="0" indent="0">
              <a:buNone/>
              <a:defRPr sz="1296" b="1"/>
            </a:lvl1pPr>
            <a:lvl2pPr marL="246888" indent="0">
              <a:buNone/>
              <a:defRPr sz="1080" b="1"/>
            </a:lvl2pPr>
            <a:lvl3pPr marL="493776" indent="0">
              <a:buNone/>
              <a:defRPr sz="972" b="1"/>
            </a:lvl3pPr>
            <a:lvl4pPr marL="740664" indent="0">
              <a:buNone/>
              <a:defRPr sz="864" b="1"/>
            </a:lvl4pPr>
            <a:lvl5pPr marL="987552" indent="0">
              <a:buNone/>
              <a:defRPr sz="864" b="1"/>
            </a:lvl5pPr>
            <a:lvl6pPr marL="1234440" indent="0">
              <a:buNone/>
              <a:defRPr sz="864" b="1"/>
            </a:lvl6pPr>
            <a:lvl7pPr marL="1481328" indent="0">
              <a:buNone/>
              <a:defRPr sz="864" b="1"/>
            </a:lvl7pPr>
            <a:lvl8pPr marL="1728216" indent="0">
              <a:buNone/>
              <a:defRPr sz="864" b="1"/>
            </a:lvl8pPr>
            <a:lvl9pPr marL="1975104" indent="0">
              <a:buNone/>
              <a:defRPr sz="86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332827" y="1503045"/>
            <a:ext cx="2798787" cy="221075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35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65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67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274320"/>
            <a:ext cx="2123306" cy="960120"/>
          </a:xfrm>
        </p:spPr>
        <p:txBody>
          <a:bodyPr anchor="b"/>
          <a:lstStyle>
            <a:lvl1pPr>
              <a:defRPr sz="17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98787" y="592455"/>
            <a:ext cx="3332828" cy="2924175"/>
          </a:xfrm>
        </p:spPr>
        <p:txBody>
          <a:bodyPr/>
          <a:lstStyle>
            <a:lvl1pPr>
              <a:defRPr sz="1728"/>
            </a:lvl1pPr>
            <a:lvl2pPr>
              <a:defRPr sz="1512"/>
            </a:lvl2pPr>
            <a:lvl3pPr>
              <a:defRPr sz="1296"/>
            </a:lvl3pPr>
            <a:lvl4pPr>
              <a:defRPr sz="1080"/>
            </a:lvl4pPr>
            <a:lvl5pPr>
              <a:defRPr sz="1080"/>
            </a:lvl5pPr>
            <a:lvl6pPr>
              <a:defRPr sz="1080"/>
            </a:lvl6pPr>
            <a:lvl7pPr>
              <a:defRPr sz="1080"/>
            </a:lvl7pPr>
            <a:lvl8pPr>
              <a:defRPr sz="1080"/>
            </a:lvl8pPr>
            <a:lvl9pPr>
              <a:defRPr sz="108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1234440"/>
            <a:ext cx="2123306" cy="2286953"/>
          </a:xfrm>
        </p:spPr>
        <p:txBody>
          <a:bodyPr/>
          <a:lstStyle>
            <a:lvl1pPr marL="0" indent="0">
              <a:buNone/>
              <a:defRPr sz="864"/>
            </a:lvl1pPr>
            <a:lvl2pPr marL="246888" indent="0">
              <a:buNone/>
              <a:defRPr sz="756"/>
            </a:lvl2pPr>
            <a:lvl3pPr marL="493776" indent="0">
              <a:buNone/>
              <a:defRPr sz="648"/>
            </a:lvl3pPr>
            <a:lvl4pPr marL="740664" indent="0">
              <a:buNone/>
              <a:defRPr sz="540"/>
            </a:lvl4pPr>
            <a:lvl5pPr marL="987552" indent="0">
              <a:buNone/>
              <a:defRPr sz="540"/>
            </a:lvl5pPr>
            <a:lvl6pPr marL="1234440" indent="0">
              <a:buNone/>
              <a:defRPr sz="540"/>
            </a:lvl6pPr>
            <a:lvl7pPr marL="1481328" indent="0">
              <a:buNone/>
              <a:defRPr sz="540"/>
            </a:lvl7pPr>
            <a:lvl8pPr marL="1728216" indent="0">
              <a:buNone/>
              <a:defRPr sz="540"/>
            </a:lvl8pPr>
            <a:lvl9pPr marL="1975104" indent="0">
              <a:buNone/>
              <a:defRPr sz="54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145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3464" y="274320"/>
            <a:ext cx="2123306" cy="960120"/>
          </a:xfrm>
        </p:spPr>
        <p:txBody>
          <a:bodyPr anchor="b"/>
          <a:lstStyle>
            <a:lvl1pPr>
              <a:defRPr sz="17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98787" y="592455"/>
            <a:ext cx="3332828" cy="2924175"/>
          </a:xfrm>
        </p:spPr>
        <p:txBody>
          <a:bodyPr anchor="t"/>
          <a:lstStyle>
            <a:lvl1pPr marL="0" indent="0">
              <a:buNone/>
              <a:defRPr sz="1728"/>
            </a:lvl1pPr>
            <a:lvl2pPr marL="246888" indent="0">
              <a:buNone/>
              <a:defRPr sz="1512"/>
            </a:lvl2pPr>
            <a:lvl3pPr marL="493776" indent="0">
              <a:buNone/>
              <a:defRPr sz="1296"/>
            </a:lvl3pPr>
            <a:lvl4pPr marL="740664" indent="0">
              <a:buNone/>
              <a:defRPr sz="1080"/>
            </a:lvl4pPr>
            <a:lvl5pPr marL="987552" indent="0">
              <a:buNone/>
              <a:defRPr sz="1080"/>
            </a:lvl5pPr>
            <a:lvl6pPr marL="1234440" indent="0">
              <a:buNone/>
              <a:defRPr sz="1080"/>
            </a:lvl6pPr>
            <a:lvl7pPr marL="1481328" indent="0">
              <a:buNone/>
              <a:defRPr sz="1080"/>
            </a:lvl7pPr>
            <a:lvl8pPr marL="1728216" indent="0">
              <a:buNone/>
              <a:defRPr sz="1080"/>
            </a:lvl8pPr>
            <a:lvl9pPr marL="1975104" indent="0">
              <a:buNone/>
              <a:defRPr sz="108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3464" y="1234440"/>
            <a:ext cx="2123306" cy="2286953"/>
          </a:xfrm>
        </p:spPr>
        <p:txBody>
          <a:bodyPr/>
          <a:lstStyle>
            <a:lvl1pPr marL="0" indent="0">
              <a:buNone/>
              <a:defRPr sz="864"/>
            </a:lvl1pPr>
            <a:lvl2pPr marL="246888" indent="0">
              <a:buNone/>
              <a:defRPr sz="756"/>
            </a:lvl2pPr>
            <a:lvl3pPr marL="493776" indent="0">
              <a:buNone/>
              <a:defRPr sz="648"/>
            </a:lvl3pPr>
            <a:lvl4pPr marL="740664" indent="0">
              <a:buNone/>
              <a:defRPr sz="540"/>
            </a:lvl4pPr>
            <a:lvl5pPr marL="987552" indent="0">
              <a:buNone/>
              <a:defRPr sz="540"/>
            </a:lvl5pPr>
            <a:lvl6pPr marL="1234440" indent="0">
              <a:buNone/>
              <a:defRPr sz="540"/>
            </a:lvl6pPr>
            <a:lvl7pPr marL="1481328" indent="0">
              <a:buNone/>
              <a:defRPr sz="540"/>
            </a:lvl7pPr>
            <a:lvl8pPr marL="1728216" indent="0">
              <a:buNone/>
              <a:defRPr sz="540"/>
            </a:lvl8pPr>
            <a:lvl9pPr marL="1975104" indent="0">
              <a:buNone/>
              <a:defRPr sz="54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04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07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711219" y="219075"/>
            <a:ext cx="1419538" cy="348710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2606" y="219075"/>
            <a:ext cx="4176321" cy="348710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2606" y="219075"/>
            <a:ext cx="5678151" cy="7953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606" y="1095375"/>
            <a:ext cx="5678151" cy="2610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2606" y="3813810"/>
            <a:ext cx="1481257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5DF32-11DA-4D05-A733-B8C6D9BAE4DB}" type="datetimeFigureOut">
              <a:rPr lang="en-US" smtClean="0"/>
              <a:t>1/3/2023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80739" y="3813810"/>
            <a:ext cx="2221885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500" y="3813810"/>
            <a:ext cx="1481257" cy="219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4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E970A3-21ED-4CC6-9781-A7A9D29C71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5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93776" rtl="0" eaLnBrk="1" latinLnBrk="0" hangingPunct="1">
        <a:lnSpc>
          <a:spcPct val="90000"/>
        </a:lnSpc>
        <a:spcBef>
          <a:spcPct val="0"/>
        </a:spcBef>
        <a:buNone/>
        <a:defRPr sz="23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3444" indent="-123444" algn="l" defTabSz="493776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70332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1296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64108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4pPr>
      <a:lvl5pPr marL="1110996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5pPr>
      <a:lvl6pPr marL="1357884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6pPr>
      <a:lvl7pPr marL="1604772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7pPr>
      <a:lvl8pPr marL="1851660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8pPr>
      <a:lvl9pPr marL="2098548" indent="-123444" algn="l" defTabSz="493776" rtl="0" eaLnBrk="1" latinLnBrk="0" hangingPunct="1">
        <a:lnSpc>
          <a:spcPct val="90000"/>
        </a:lnSpc>
        <a:spcBef>
          <a:spcPts val="270"/>
        </a:spcBef>
        <a:buFont typeface="Arial" panose="020B0604020202020204" pitchFamily="34" charset="0"/>
        <a:buChar char="•"/>
        <a:defRPr sz="9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2pPr>
      <a:lvl3pPr marL="493776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3pPr>
      <a:lvl4pPr marL="740664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5pPr>
      <a:lvl6pPr marL="1234440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6pPr>
      <a:lvl7pPr marL="1481328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7pPr>
      <a:lvl8pPr marL="1728216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8pPr>
      <a:lvl9pPr marL="1975104" algn="l" defTabSz="493776" rtl="0" eaLnBrk="1" latinLnBrk="0" hangingPunct="1">
        <a:defRPr sz="9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 255">
            <a:extLst>
              <a:ext uri="{FF2B5EF4-FFF2-40B4-BE49-F238E27FC236}">
                <a16:creationId xmlns:a16="http://schemas.microsoft.com/office/drawing/2014/main" id="{ED85F603-C765-F4C5-F6B5-3D3EE8686A20}"/>
              </a:ext>
            </a:extLst>
          </p:cNvPr>
          <p:cNvGrpSpPr/>
          <p:nvPr/>
        </p:nvGrpSpPr>
        <p:grpSpPr>
          <a:xfrm>
            <a:off x="2528705" y="415669"/>
            <a:ext cx="860002" cy="1686879"/>
            <a:chOff x="9207213" y="3550857"/>
            <a:chExt cx="860002" cy="1686879"/>
          </a:xfrm>
        </p:grpSpPr>
        <p:sp>
          <p:nvSpPr>
            <p:cNvPr id="456" name="Cube 256">
              <a:extLst>
                <a:ext uri="{FF2B5EF4-FFF2-40B4-BE49-F238E27FC236}">
                  <a16:creationId xmlns:a16="http://schemas.microsoft.com/office/drawing/2014/main" id="{03E1985A-7AA4-3EF7-412B-3030DA7DF8B7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57" name="Straight Connector 257">
              <a:extLst>
                <a:ext uri="{FF2B5EF4-FFF2-40B4-BE49-F238E27FC236}">
                  <a16:creationId xmlns:a16="http://schemas.microsoft.com/office/drawing/2014/main" id="{8667B4C0-DFE9-4769-9E8B-485B2CAA3C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258">
              <a:extLst>
                <a:ext uri="{FF2B5EF4-FFF2-40B4-BE49-F238E27FC236}">
                  <a16:creationId xmlns:a16="http://schemas.microsoft.com/office/drawing/2014/main" id="{9EAEF3B5-8E9D-3622-CAF9-4A08CEA0F7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259">
              <a:extLst>
                <a:ext uri="{FF2B5EF4-FFF2-40B4-BE49-F238E27FC236}">
                  <a16:creationId xmlns:a16="http://schemas.microsoft.com/office/drawing/2014/main" id="{0AF52DB2-37D6-4579-4931-BC533EC62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0" name="Group 260">
            <a:extLst>
              <a:ext uri="{FF2B5EF4-FFF2-40B4-BE49-F238E27FC236}">
                <a16:creationId xmlns:a16="http://schemas.microsoft.com/office/drawing/2014/main" id="{7248D14B-2AF4-BB65-4104-361328A49A2C}"/>
              </a:ext>
            </a:extLst>
          </p:cNvPr>
          <p:cNvGrpSpPr/>
          <p:nvPr/>
        </p:nvGrpSpPr>
        <p:grpSpPr>
          <a:xfrm>
            <a:off x="2726657" y="611478"/>
            <a:ext cx="860002" cy="1686879"/>
            <a:chOff x="9207213" y="3550857"/>
            <a:chExt cx="860002" cy="1686879"/>
          </a:xfrm>
        </p:grpSpPr>
        <p:sp>
          <p:nvSpPr>
            <p:cNvPr id="461" name="Cube 261">
              <a:extLst>
                <a:ext uri="{FF2B5EF4-FFF2-40B4-BE49-F238E27FC236}">
                  <a16:creationId xmlns:a16="http://schemas.microsoft.com/office/drawing/2014/main" id="{93E2B4F9-3E9A-987B-BC40-D292CC1D706C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62" name="Straight Connector 262">
              <a:extLst>
                <a:ext uri="{FF2B5EF4-FFF2-40B4-BE49-F238E27FC236}">
                  <a16:creationId xmlns:a16="http://schemas.microsoft.com/office/drawing/2014/main" id="{09E0311F-2801-22FC-998A-3B50AA6A61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263">
              <a:extLst>
                <a:ext uri="{FF2B5EF4-FFF2-40B4-BE49-F238E27FC236}">
                  <a16:creationId xmlns:a16="http://schemas.microsoft.com/office/drawing/2014/main" id="{36CF4EFB-F796-D242-FA34-3DABF32C60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264">
              <a:extLst>
                <a:ext uri="{FF2B5EF4-FFF2-40B4-BE49-F238E27FC236}">
                  <a16:creationId xmlns:a16="http://schemas.microsoft.com/office/drawing/2014/main" id="{54237774-251C-F69B-303E-3E7B211E79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5" name="Group 265">
            <a:extLst>
              <a:ext uri="{FF2B5EF4-FFF2-40B4-BE49-F238E27FC236}">
                <a16:creationId xmlns:a16="http://schemas.microsoft.com/office/drawing/2014/main" id="{3EB44E0F-852B-0E88-4418-694F8523D162}"/>
              </a:ext>
            </a:extLst>
          </p:cNvPr>
          <p:cNvGrpSpPr/>
          <p:nvPr/>
        </p:nvGrpSpPr>
        <p:grpSpPr>
          <a:xfrm>
            <a:off x="2926815" y="809601"/>
            <a:ext cx="860002" cy="1686879"/>
            <a:chOff x="9207213" y="3550857"/>
            <a:chExt cx="860002" cy="1686879"/>
          </a:xfrm>
        </p:grpSpPr>
        <p:sp>
          <p:nvSpPr>
            <p:cNvPr id="466" name="Cube 266">
              <a:extLst>
                <a:ext uri="{FF2B5EF4-FFF2-40B4-BE49-F238E27FC236}">
                  <a16:creationId xmlns:a16="http://schemas.microsoft.com/office/drawing/2014/main" id="{7163C4B1-E30E-68CF-46C3-B5631650B1CA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67" name="Straight Connector 267">
              <a:extLst>
                <a:ext uri="{FF2B5EF4-FFF2-40B4-BE49-F238E27FC236}">
                  <a16:creationId xmlns:a16="http://schemas.microsoft.com/office/drawing/2014/main" id="{67F9E7B2-2C8F-DCC5-0136-9B806A8572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268">
              <a:extLst>
                <a:ext uri="{FF2B5EF4-FFF2-40B4-BE49-F238E27FC236}">
                  <a16:creationId xmlns:a16="http://schemas.microsoft.com/office/drawing/2014/main" id="{46A236CA-DDC0-B072-96CB-D27C831B83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269">
              <a:extLst>
                <a:ext uri="{FF2B5EF4-FFF2-40B4-BE49-F238E27FC236}">
                  <a16:creationId xmlns:a16="http://schemas.microsoft.com/office/drawing/2014/main" id="{59B5C01D-2CAB-D98E-954B-817AFBFB21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0" name="Group 270">
            <a:extLst>
              <a:ext uri="{FF2B5EF4-FFF2-40B4-BE49-F238E27FC236}">
                <a16:creationId xmlns:a16="http://schemas.microsoft.com/office/drawing/2014/main" id="{EC9DB708-4B10-DFD4-2555-5CA95DF2EBD8}"/>
              </a:ext>
            </a:extLst>
          </p:cNvPr>
          <p:cNvGrpSpPr/>
          <p:nvPr/>
        </p:nvGrpSpPr>
        <p:grpSpPr>
          <a:xfrm>
            <a:off x="3129235" y="1007724"/>
            <a:ext cx="860002" cy="1686879"/>
            <a:chOff x="9207213" y="3550857"/>
            <a:chExt cx="860002" cy="1686879"/>
          </a:xfrm>
        </p:grpSpPr>
        <p:sp>
          <p:nvSpPr>
            <p:cNvPr id="471" name="Cube 271">
              <a:extLst>
                <a:ext uri="{FF2B5EF4-FFF2-40B4-BE49-F238E27FC236}">
                  <a16:creationId xmlns:a16="http://schemas.microsoft.com/office/drawing/2014/main" id="{DFD4CB9C-C0DE-FE0D-5D4B-0669A2DF3CD0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472" name="Straight Connector 272">
              <a:extLst>
                <a:ext uri="{FF2B5EF4-FFF2-40B4-BE49-F238E27FC236}">
                  <a16:creationId xmlns:a16="http://schemas.microsoft.com/office/drawing/2014/main" id="{C1F0B91F-888D-E8D7-A703-6CC8177B9D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273">
              <a:extLst>
                <a:ext uri="{FF2B5EF4-FFF2-40B4-BE49-F238E27FC236}">
                  <a16:creationId xmlns:a16="http://schemas.microsoft.com/office/drawing/2014/main" id="{654E98BD-5762-A9F2-861E-96A0B952A1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274">
              <a:extLst>
                <a:ext uri="{FF2B5EF4-FFF2-40B4-BE49-F238E27FC236}">
                  <a16:creationId xmlns:a16="http://schemas.microsoft.com/office/drawing/2014/main" id="{AF78FC2B-5C12-DB1E-8B51-19C77A041B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75" name="Table 8">
            <a:extLst>
              <a:ext uri="{FF2B5EF4-FFF2-40B4-BE49-F238E27FC236}">
                <a16:creationId xmlns:a16="http://schemas.microsoft.com/office/drawing/2014/main" id="{22A6BE05-791E-A25C-44EC-D97358103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977984"/>
              </p:ext>
            </p:extLst>
          </p:nvPr>
        </p:nvGraphicFramePr>
        <p:xfrm flipH="1">
          <a:off x="3338005" y="1206544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476" name="Parallelogram 276">
            <a:extLst>
              <a:ext uri="{FF2B5EF4-FFF2-40B4-BE49-F238E27FC236}">
                <a16:creationId xmlns:a16="http://schemas.microsoft.com/office/drawing/2014/main" id="{C65AE775-E3B9-4196-499B-C88523FD54F0}"/>
              </a:ext>
            </a:extLst>
          </p:cNvPr>
          <p:cNvSpPr/>
          <p:nvPr/>
        </p:nvSpPr>
        <p:spPr>
          <a:xfrm flipH="1">
            <a:off x="3135997" y="1006772"/>
            <a:ext cx="842087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7" name="Parallelogram 277">
            <a:extLst>
              <a:ext uri="{FF2B5EF4-FFF2-40B4-BE49-F238E27FC236}">
                <a16:creationId xmlns:a16="http://schemas.microsoft.com/office/drawing/2014/main" id="{B68EAE96-81AF-0C46-780C-928B891E3F0F}"/>
              </a:ext>
            </a:extLst>
          </p:cNvPr>
          <p:cNvSpPr/>
          <p:nvPr/>
        </p:nvSpPr>
        <p:spPr>
          <a:xfrm rot="16200000">
            <a:off x="2950136" y="1194443"/>
            <a:ext cx="565938" cy="199666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8" name="Parallelogram 278">
            <a:extLst>
              <a:ext uri="{FF2B5EF4-FFF2-40B4-BE49-F238E27FC236}">
                <a16:creationId xmlns:a16="http://schemas.microsoft.com/office/drawing/2014/main" id="{E4DFBA06-0C4F-C91C-1DB1-32D95BF8A291}"/>
              </a:ext>
            </a:extLst>
          </p:cNvPr>
          <p:cNvSpPr/>
          <p:nvPr/>
        </p:nvSpPr>
        <p:spPr>
          <a:xfrm rot="16200000">
            <a:off x="2950274" y="1558875"/>
            <a:ext cx="565938" cy="199941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9" name="Parallelogram 279">
            <a:extLst>
              <a:ext uri="{FF2B5EF4-FFF2-40B4-BE49-F238E27FC236}">
                <a16:creationId xmlns:a16="http://schemas.microsoft.com/office/drawing/2014/main" id="{2635354A-FAE4-C602-F173-672A3E078A73}"/>
              </a:ext>
            </a:extLst>
          </p:cNvPr>
          <p:cNvSpPr/>
          <p:nvPr/>
        </p:nvSpPr>
        <p:spPr>
          <a:xfrm rot="16200000">
            <a:off x="2951692" y="1935861"/>
            <a:ext cx="565938" cy="202778"/>
          </a:xfrm>
          <a:prstGeom prst="parallelogram">
            <a:avLst>
              <a:gd name="adj" fmla="val 10051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80" name="Parallelogram 280">
            <a:extLst>
              <a:ext uri="{FF2B5EF4-FFF2-40B4-BE49-F238E27FC236}">
                <a16:creationId xmlns:a16="http://schemas.microsoft.com/office/drawing/2014/main" id="{470E9619-522E-051B-087D-78252168CEF7}"/>
              </a:ext>
            </a:extLst>
          </p:cNvPr>
          <p:cNvSpPr/>
          <p:nvPr/>
        </p:nvSpPr>
        <p:spPr>
          <a:xfrm rot="16200000">
            <a:off x="2951587" y="2304125"/>
            <a:ext cx="565938" cy="202777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81" name="Straight Connector 281">
            <a:extLst>
              <a:ext uri="{FF2B5EF4-FFF2-40B4-BE49-F238E27FC236}">
                <a16:creationId xmlns:a16="http://schemas.microsoft.com/office/drawing/2014/main" id="{0AC74112-0F3D-D9FD-BC00-2EBEC2444683}"/>
              </a:ext>
            </a:extLst>
          </p:cNvPr>
          <p:cNvCxnSpPr>
            <a:cxnSpLocks/>
          </p:cNvCxnSpPr>
          <p:nvPr/>
        </p:nvCxnSpPr>
        <p:spPr>
          <a:xfrm flipH="1" flipV="1">
            <a:off x="3193366" y="409549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2" name="Straight Connector 282">
            <a:extLst>
              <a:ext uri="{FF2B5EF4-FFF2-40B4-BE49-F238E27FC236}">
                <a16:creationId xmlns:a16="http://schemas.microsoft.com/office/drawing/2014/main" id="{675B7784-4070-E4ED-9E1B-84BC71FF600B}"/>
              </a:ext>
            </a:extLst>
          </p:cNvPr>
          <p:cNvCxnSpPr>
            <a:cxnSpLocks/>
          </p:cNvCxnSpPr>
          <p:nvPr/>
        </p:nvCxnSpPr>
        <p:spPr>
          <a:xfrm flipH="1" flipV="1">
            <a:off x="2540493" y="411533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Straight Connector 283">
            <a:extLst>
              <a:ext uri="{FF2B5EF4-FFF2-40B4-BE49-F238E27FC236}">
                <a16:creationId xmlns:a16="http://schemas.microsoft.com/office/drawing/2014/main" id="{1F800BF3-0863-2929-11D4-D711B45172D3}"/>
              </a:ext>
            </a:extLst>
          </p:cNvPr>
          <p:cNvCxnSpPr>
            <a:cxnSpLocks/>
          </p:cNvCxnSpPr>
          <p:nvPr/>
        </p:nvCxnSpPr>
        <p:spPr>
          <a:xfrm flipH="1" flipV="1">
            <a:off x="2530963" y="772074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Straight Connector 284">
            <a:extLst>
              <a:ext uri="{FF2B5EF4-FFF2-40B4-BE49-F238E27FC236}">
                <a16:creationId xmlns:a16="http://schemas.microsoft.com/office/drawing/2014/main" id="{82EFD845-E449-990A-126A-B2A72A152C36}"/>
              </a:ext>
            </a:extLst>
          </p:cNvPr>
          <p:cNvCxnSpPr>
            <a:cxnSpLocks/>
          </p:cNvCxnSpPr>
          <p:nvPr/>
        </p:nvCxnSpPr>
        <p:spPr>
          <a:xfrm flipH="1" flipV="1">
            <a:off x="2527303" y="1141070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Straight Connector 285">
            <a:extLst>
              <a:ext uri="{FF2B5EF4-FFF2-40B4-BE49-F238E27FC236}">
                <a16:creationId xmlns:a16="http://schemas.microsoft.com/office/drawing/2014/main" id="{9361DEDC-FE09-0106-5B94-FCFA9B09A66C}"/>
              </a:ext>
            </a:extLst>
          </p:cNvPr>
          <p:cNvCxnSpPr>
            <a:cxnSpLocks/>
          </p:cNvCxnSpPr>
          <p:nvPr/>
        </p:nvCxnSpPr>
        <p:spPr>
          <a:xfrm flipH="1" flipV="1">
            <a:off x="2534189" y="1516479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Straight Connector 286">
            <a:extLst>
              <a:ext uri="{FF2B5EF4-FFF2-40B4-BE49-F238E27FC236}">
                <a16:creationId xmlns:a16="http://schemas.microsoft.com/office/drawing/2014/main" id="{D722A14B-E7EE-684C-F4AB-22E441A5EDC8}"/>
              </a:ext>
            </a:extLst>
          </p:cNvPr>
          <p:cNvCxnSpPr>
            <a:cxnSpLocks/>
          </p:cNvCxnSpPr>
          <p:nvPr/>
        </p:nvCxnSpPr>
        <p:spPr>
          <a:xfrm flipH="1" flipV="1">
            <a:off x="2534189" y="1895684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Straight Connector 287">
            <a:extLst>
              <a:ext uri="{FF2B5EF4-FFF2-40B4-BE49-F238E27FC236}">
                <a16:creationId xmlns:a16="http://schemas.microsoft.com/office/drawing/2014/main" id="{42416FFC-629D-8118-0498-FDF24BE523EB}"/>
              </a:ext>
            </a:extLst>
          </p:cNvPr>
          <p:cNvCxnSpPr>
            <a:cxnSpLocks/>
          </p:cNvCxnSpPr>
          <p:nvPr/>
        </p:nvCxnSpPr>
        <p:spPr>
          <a:xfrm flipV="1">
            <a:off x="3333860" y="1206544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8" name="Straight Connector 288">
            <a:extLst>
              <a:ext uri="{FF2B5EF4-FFF2-40B4-BE49-F238E27FC236}">
                <a16:creationId xmlns:a16="http://schemas.microsoft.com/office/drawing/2014/main" id="{697470CA-CBDE-273F-48E1-1D385E2EEAC1}"/>
              </a:ext>
            </a:extLst>
          </p:cNvPr>
          <p:cNvCxnSpPr>
            <a:cxnSpLocks/>
          </p:cNvCxnSpPr>
          <p:nvPr/>
        </p:nvCxnSpPr>
        <p:spPr>
          <a:xfrm flipV="1">
            <a:off x="2534189" y="405481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289">
            <a:extLst>
              <a:ext uri="{FF2B5EF4-FFF2-40B4-BE49-F238E27FC236}">
                <a16:creationId xmlns:a16="http://schemas.microsoft.com/office/drawing/2014/main" id="{5E9E673F-CAC9-FFE7-0709-4F8A1FEBC131}"/>
              </a:ext>
            </a:extLst>
          </p:cNvPr>
          <p:cNvCxnSpPr>
            <a:cxnSpLocks/>
          </p:cNvCxnSpPr>
          <p:nvPr/>
        </p:nvCxnSpPr>
        <p:spPr>
          <a:xfrm>
            <a:off x="3332785" y="2688483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0" name="Straight Connector 290">
            <a:extLst>
              <a:ext uri="{FF2B5EF4-FFF2-40B4-BE49-F238E27FC236}">
                <a16:creationId xmlns:a16="http://schemas.microsoft.com/office/drawing/2014/main" id="{2ABC0991-263D-A3F8-45A5-10848AE4838B}"/>
              </a:ext>
            </a:extLst>
          </p:cNvPr>
          <p:cNvCxnSpPr>
            <a:cxnSpLocks/>
          </p:cNvCxnSpPr>
          <p:nvPr/>
        </p:nvCxnSpPr>
        <p:spPr>
          <a:xfrm>
            <a:off x="3329819" y="2320220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1" name="Straight Connector 291">
            <a:extLst>
              <a:ext uri="{FF2B5EF4-FFF2-40B4-BE49-F238E27FC236}">
                <a16:creationId xmlns:a16="http://schemas.microsoft.com/office/drawing/2014/main" id="{783B4146-4567-C252-C1BC-B65CF6F68B3A}"/>
              </a:ext>
            </a:extLst>
          </p:cNvPr>
          <p:cNvCxnSpPr>
            <a:cxnSpLocks/>
          </p:cNvCxnSpPr>
          <p:nvPr/>
        </p:nvCxnSpPr>
        <p:spPr>
          <a:xfrm>
            <a:off x="3318662" y="1948224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2" name="Straight Connector 292">
            <a:extLst>
              <a:ext uri="{FF2B5EF4-FFF2-40B4-BE49-F238E27FC236}">
                <a16:creationId xmlns:a16="http://schemas.microsoft.com/office/drawing/2014/main" id="{7859743C-7601-F1E7-40CD-4FBC7552EC9B}"/>
              </a:ext>
            </a:extLst>
          </p:cNvPr>
          <p:cNvCxnSpPr>
            <a:cxnSpLocks/>
          </p:cNvCxnSpPr>
          <p:nvPr/>
        </p:nvCxnSpPr>
        <p:spPr>
          <a:xfrm>
            <a:off x="3332785" y="1577245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Straight Connector 293">
            <a:extLst>
              <a:ext uri="{FF2B5EF4-FFF2-40B4-BE49-F238E27FC236}">
                <a16:creationId xmlns:a16="http://schemas.microsoft.com/office/drawing/2014/main" id="{F5AE0E51-6F97-F038-4884-101DED2A3213}"/>
              </a:ext>
            </a:extLst>
          </p:cNvPr>
          <p:cNvCxnSpPr>
            <a:cxnSpLocks/>
          </p:cNvCxnSpPr>
          <p:nvPr/>
        </p:nvCxnSpPr>
        <p:spPr>
          <a:xfrm>
            <a:off x="3329819" y="1206544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4" name="Straight Connector 294">
            <a:extLst>
              <a:ext uri="{FF2B5EF4-FFF2-40B4-BE49-F238E27FC236}">
                <a16:creationId xmlns:a16="http://schemas.microsoft.com/office/drawing/2014/main" id="{D69BE5F8-CDD5-F75E-4CC2-A1C7CECD3C5C}"/>
              </a:ext>
            </a:extLst>
          </p:cNvPr>
          <p:cNvCxnSpPr>
            <a:cxnSpLocks/>
          </p:cNvCxnSpPr>
          <p:nvPr/>
        </p:nvCxnSpPr>
        <p:spPr>
          <a:xfrm>
            <a:off x="2555394" y="414787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Straight Arrow Connector 295">
            <a:extLst>
              <a:ext uri="{FF2B5EF4-FFF2-40B4-BE49-F238E27FC236}">
                <a16:creationId xmlns:a16="http://schemas.microsoft.com/office/drawing/2014/main" id="{3BF44909-976D-6739-C752-DC4FF336698E}"/>
              </a:ext>
            </a:extLst>
          </p:cNvPr>
          <p:cNvCxnSpPr>
            <a:cxnSpLocks/>
          </p:cNvCxnSpPr>
          <p:nvPr/>
        </p:nvCxnSpPr>
        <p:spPr>
          <a:xfrm>
            <a:off x="2187462" y="1214324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Straight Arrow Connector 296">
            <a:extLst>
              <a:ext uri="{FF2B5EF4-FFF2-40B4-BE49-F238E27FC236}">
                <a16:creationId xmlns:a16="http://schemas.microsoft.com/office/drawing/2014/main" id="{1D67BB3C-5C06-4E31-39C4-0D844D856C36}"/>
              </a:ext>
            </a:extLst>
          </p:cNvPr>
          <p:cNvCxnSpPr>
            <a:cxnSpLocks/>
          </p:cNvCxnSpPr>
          <p:nvPr/>
        </p:nvCxnSpPr>
        <p:spPr>
          <a:xfrm>
            <a:off x="2156983" y="1549604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Straight Arrow Connector 297">
            <a:extLst>
              <a:ext uri="{FF2B5EF4-FFF2-40B4-BE49-F238E27FC236}">
                <a16:creationId xmlns:a16="http://schemas.microsoft.com/office/drawing/2014/main" id="{1907B61D-3C2C-CF05-CA5A-26CC16C0526A}"/>
              </a:ext>
            </a:extLst>
          </p:cNvPr>
          <p:cNvCxnSpPr>
            <a:cxnSpLocks/>
          </p:cNvCxnSpPr>
          <p:nvPr/>
        </p:nvCxnSpPr>
        <p:spPr>
          <a:xfrm>
            <a:off x="2233966" y="1965993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Straight Arrow Connector 298">
            <a:extLst>
              <a:ext uri="{FF2B5EF4-FFF2-40B4-BE49-F238E27FC236}">
                <a16:creationId xmlns:a16="http://schemas.microsoft.com/office/drawing/2014/main" id="{1FC2AC89-4660-7EC1-86AE-B3A2C7B0E338}"/>
              </a:ext>
            </a:extLst>
          </p:cNvPr>
          <p:cNvCxnSpPr>
            <a:cxnSpLocks/>
          </p:cNvCxnSpPr>
          <p:nvPr/>
        </p:nvCxnSpPr>
        <p:spPr>
          <a:xfrm>
            <a:off x="2203487" y="2301273"/>
            <a:ext cx="1016379" cy="68781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9" name="Group 299">
            <a:extLst>
              <a:ext uri="{FF2B5EF4-FFF2-40B4-BE49-F238E27FC236}">
                <a16:creationId xmlns:a16="http://schemas.microsoft.com/office/drawing/2014/main" id="{FF592D1B-BB84-4CE4-DE49-4B299139A0C5}"/>
              </a:ext>
            </a:extLst>
          </p:cNvPr>
          <p:cNvGrpSpPr/>
          <p:nvPr/>
        </p:nvGrpSpPr>
        <p:grpSpPr>
          <a:xfrm>
            <a:off x="3564390" y="1641500"/>
            <a:ext cx="860002" cy="1686879"/>
            <a:chOff x="9207213" y="3550857"/>
            <a:chExt cx="860002" cy="1686879"/>
          </a:xfrm>
        </p:grpSpPr>
        <p:sp>
          <p:nvSpPr>
            <p:cNvPr id="500" name="Cube 300">
              <a:extLst>
                <a:ext uri="{FF2B5EF4-FFF2-40B4-BE49-F238E27FC236}">
                  <a16:creationId xmlns:a16="http://schemas.microsoft.com/office/drawing/2014/main" id="{C16FEE0A-DE86-20D1-EAD2-ADFCECBF9026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01" name="Straight Connector 301">
              <a:extLst>
                <a:ext uri="{FF2B5EF4-FFF2-40B4-BE49-F238E27FC236}">
                  <a16:creationId xmlns:a16="http://schemas.microsoft.com/office/drawing/2014/main" id="{610218A7-5E66-5FDC-4D4B-8C3E218F28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302">
              <a:extLst>
                <a:ext uri="{FF2B5EF4-FFF2-40B4-BE49-F238E27FC236}">
                  <a16:creationId xmlns:a16="http://schemas.microsoft.com/office/drawing/2014/main" id="{11CB6A1F-C589-1CF7-2072-3DEF426743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303">
              <a:extLst>
                <a:ext uri="{FF2B5EF4-FFF2-40B4-BE49-F238E27FC236}">
                  <a16:creationId xmlns:a16="http://schemas.microsoft.com/office/drawing/2014/main" id="{00942FBE-18FD-F032-897B-008FDB8EFC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4" name="Group 304">
            <a:extLst>
              <a:ext uri="{FF2B5EF4-FFF2-40B4-BE49-F238E27FC236}">
                <a16:creationId xmlns:a16="http://schemas.microsoft.com/office/drawing/2014/main" id="{11BEF4C4-6A66-3129-BD20-94A644F453BE}"/>
              </a:ext>
            </a:extLst>
          </p:cNvPr>
          <p:cNvGrpSpPr/>
          <p:nvPr/>
        </p:nvGrpSpPr>
        <p:grpSpPr>
          <a:xfrm>
            <a:off x="3762342" y="1837309"/>
            <a:ext cx="860002" cy="1686879"/>
            <a:chOff x="9207213" y="3550857"/>
            <a:chExt cx="860002" cy="1686879"/>
          </a:xfrm>
        </p:grpSpPr>
        <p:sp>
          <p:nvSpPr>
            <p:cNvPr id="505" name="Cube 305">
              <a:extLst>
                <a:ext uri="{FF2B5EF4-FFF2-40B4-BE49-F238E27FC236}">
                  <a16:creationId xmlns:a16="http://schemas.microsoft.com/office/drawing/2014/main" id="{27C2D996-1A27-89C8-D6FC-AC4FDD2E72A7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06" name="Straight Connector 306">
              <a:extLst>
                <a:ext uri="{FF2B5EF4-FFF2-40B4-BE49-F238E27FC236}">
                  <a16:creationId xmlns:a16="http://schemas.microsoft.com/office/drawing/2014/main" id="{8F7D913D-DC90-8907-613D-57131FD6C7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Straight Connector 307">
              <a:extLst>
                <a:ext uri="{FF2B5EF4-FFF2-40B4-BE49-F238E27FC236}">
                  <a16:creationId xmlns:a16="http://schemas.microsoft.com/office/drawing/2014/main" id="{8F0F6467-82DD-FD5B-DE3B-6EAC1954BD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308">
              <a:extLst>
                <a:ext uri="{FF2B5EF4-FFF2-40B4-BE49-F238E27FC236}">
                  <a16:creationId xmlns:a16="http://schemas.microsoft.com/office/drawing/2014/main" id="{0C675437-1842-11A5-D3C5-240A1EB913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9" name="Group 309">
            <a:extLst>
              <a:ext uri="{FF2B5EF4-FFF2-40B4-BE49-F238E27FC236}">
                <a16:creationId xmlns:a16="http://schemas.microsoft.com/office/drawing/2014/main" id="{99FB6D19-8EBB-8C0A-FB90-34E84170F554}"/>
              </a:ext>
            </a:extLst>
          </p:cNvPr>
          <p:cNvGrpSpPr/>
          <p:nvPr/>
        </p:nvGrpSpPr>
        <p:grpSpPr>
          <a:xfrm>
            <a:off x="3962500" y="2035432"/>
            <a:ext cx="860002" cy="1686879"/>
            <a:chOff x="9207213" y="3550857"/>
            <a:chExt cx="860002" cy="1686879"/>
          </a:xfrm>
        </p:grpSpPr>
        <p:sp>
          <p:nvSpPr>
            <p:cNvPr id="510" name="Cube 310">
              <a:extLst>
                <a:ext uri="{FF2B5EF4-FFF2-40B4-BE49-F238E27FC236}">
                  <a16:creationId xmlns:a16="http://schemas.microsoft.com/office/drawing/2014/main" id="{B5C32ADE-25C5-233B-23E1-F7ED65A07738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11" name="Straight Connector 311">
              <a:extLst>
                <a:ext uri="{FF2B5EF4-FFF2-40B4-BE49-F238E27FC236}">
                  <a16:creationId xmlns:a16="http://schemas.microsoft.com/office/drawing/2014/main" id="{DC2DCD04-DE42-BE5C-0726-6952A12C3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312">
              <a:extLst>
                <a:ext uri="{FF2B5EF4-FFF2-40B4-BE49-F238E27FC236}">
                  <a16:creationId xmlns:a16="http://schemas.microsoft.com/office/drawing/2014/main" id="{E9CCB9BE-FAB5-58C4-7513-0D9CDCDEEB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313">
              <a:extLst>
                <a:ext uri="{FF2B5EF4-FFF2-40B4-BE49-F238E27FC236}">
                  <a16:creationId xmlns:a16="http://schemas.microsoft.com/office/drawing/2014/main" id="{796A1A81-D816-15AF-5214-AC4ADA44B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4" name="Group 314">
            <a:extLst>
              <a:ext uri="{FF2B5EF4-FFF2-40B4-BE49-F238E27FC236}">
                <a16:creationId xmlns:a16="http://schemas.microsoft.com/office/drawing/2014/main" id="{5D6170E9-D8D8-F077-0224-83A7061DC522}"/>
              </a:ext>
            </a:extLst>
          </p:cNvPr>
          <p:cNvGrpSpPr/>
          <p:nvPr/>
        </p:nvGrpSpPr>
        <p:grpSpPr>
          <a:xfrm>
            <a:off x="4164920" y="2233555"/>
            <a:ext cx="860002" cy="1686879"/>
            <a:chOff x="9207213" y="3550857"/>
            <a:chExt cx="860002" cy="1686879"/>
          </a:xfrm>
        </p:grpSpPr>
        <p:sp>
          <p:nvSpPr>
            <p:cNvPr id="515" name="Cube 315">
              <a:extLst>
                <a:ext uri="{FF2B5EF4-FFF2-40B4-BE49-F238E27FC236}">
                  <a16:creationId xmlns:a16="http://schemas.microsoft.com/office/drawing/2014/main" id="{FFF85447-2B86-2557-8F90-9AFFA9574410}"/>
                </a:ext>
              </a:extLst>
            </p:cNvPr>
            <p:cNvSpPr/>
            <p:nvPr/>
          </p:nvSpPr>
          <p:spPr>
            <a:xfrm flipH="1">
              <a:off x="9207485" y="3550857"/>
              <a:ext cx="859730" cy="1686879"/>
            </a:xfrm>
            <a:prstGeom prst="cube">
              <a:avLst>
                <a:gd name="adj" fmla="val 23623"/>
              </a:avLst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516" name="Straight Connector 316">
              <a:extLst>
                <a:ext uri="{FF2B5EF4-FFF2-40B4-BE49-F238E27FC236}">
                  <a16:creationId xmlns:a16="http://schemas.microsoft.com/office/drawing/2014/main" id="{DEDAC4D9-C007-F532-0E7D-362123DC68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7213" y="3919389"/>
              <a:ext cx="189427" cy="194777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317">
              <a:extLst>
                <a:ext uri="{FF2B5EF4-FFF2-40B4-BE49-F238E27FC236}">
                  <a16:creationId xmlns:a16="http://schemas.microsoft.com/office/drawing/2014/main" id="{CF10B932-CB7B-1185-EB75-E09620C85D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1250" y="4286108"/>
              <a:ext cx="193167" cy="198623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318">
              <a:extLst>
                <a:ext uri="{FF2B5EF4-FFF2-40B4-BE49-F238E27FC236}">
                  <a16:creationId xmlns:a16="http://schemas.microsoft.com/office/drawing/2014/main" id="{9A6A3C73-16DD-29D3-06F9-A00E6C3729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9051" y="4665678"/>
              <a:ext cx="183818" cy="189010"/>
            </a:xfrm>
            <a:prstGeom prst="line">
              <a:avLst/>
            </a:prstGeom>
            <a:ln w="952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19" name="Table 8">
            <a:extLst>
              <a:ext uri="{FF2B5EF4-FFF2-40B4-BE49-F238E27FC236}">
                <a16:creationId xmlns:a16="http://schemas.microsoft.com/office/drawing/2014/main" id="{C35CF45E-623C-EAB7-A889-88346E643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792414"/>
              </p:ext>
            </p:extLst>
          </p:nvPr>
        </p:nvGraphicFramePr>
        <p:xfrm flipH="1">
          <a:off x="4373690" y="2432375"/>
          <a:ext cx="640080" cy="148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35687562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712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466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403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828191"/>
                  </a:ext>
                </a:extLst>
              </a:tr>
            </a:tbl>
          </a:graphicData>
        </a:graphic>
      </p:graphicFrame>
      <p:sp>
        <p:nvSpPr>
          <p:cNvPr id="520" name="Parallelogram 320">
            <a:extLst>
              <a:ext uri="{FF2B5EF4-FFF2-40B4-BE49-F238E27FC236}">
                <a16:creationId xmlns:a16="http://schemas.microsoft.com/office/drawing/2014/main" id="{A9002751-3E4C-5017-8CEC-E34ABE579218}"/>
              </a:ext>
            </a:extLst>
          </p:cNvPr>
          <p:cNvSpPr/>
          <p:nvPr/>
        </p:nvSpPr>
        <p:spPr>
          <a:xfrm flipH="1">
            <a:off x="4171682" y="2232603"/>
            <a:ext cx="842087" cy="197965"/>
          </a:xfrm>
          <a:prstGeom prst="parallelogram">
            <a:avLst>
              <a:gd name="adj" fmla="val 97172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1" name="Parallelogram 321">
            <a:extLst>
              <a:ext uri="{FF2B5EF4-FFF2-40B4-BE49-F238E27FC236}">
                <a16:creationId xmlns:a16="http://schemas.microsoft.com/office/drawing/2014/main" id="{4D7631CD-DDA1-8B78-3F77-9C0D7F028F76}"/>
              </a:ext>
            </a:extLst>
          </p:cNvPr>
          <p:cNvSpPr/>
          <p:nvPr/>
        </p:nvSpPr>
        <p:spPr>
          <a:xfrm rot="16200000">
            <a:off x="3985821" y="2420274"/>
            <a:ext cx="565938" cy="199666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2" name="Parallelogram 322">
            <a:extLst>
              <a:ext uri="{FF2B5EF4-FFF2-40B4-BE49-F238E27FC236}">
                <a16:creationId xmlns:a16="http://schemas.microsoft.com/office/drawing/2014/main" id="{F8D82446-018A-A2E6-FB2C-75902B59957C}"/>
              </a:ext>
            </a:extLst>
          </p:cNvPr>
          <p:cNvSpPr/>
          <p:nvPr/>
        </p:nvSpPr>
        <p:spPr>
          <a:xfrm rot="16200000">
            <a:off x="3985959" y="2784706"/>
            <a:ext cx="565938" cy="199941"/>
          </a:xfrm>
          <a:prstGeom prst="parallelogram">
            <a:avLst>
              <a:gd name="adj" fmla="val 100517"/>
            </a:avLst>
          </a:prstGeom>
          <a:solidFill>
            <a:schemeClr val="accent4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3" name="Parallelogram 323">
            <a:extLst>
              <a:ext uri="{FF2B5EF4-FFF2-40B4-BE49-F238E27FC236}">
                <a16:creationId xmlns:a16="http://schemas.microsoft.com/office/drawing/2014/main" id="{18D4D950-AD16-688B-4D3C-E550D16ABA13}"/>
              </a:ext>
            </a:extLst>
          </p:cNvPr>
          <p:cNvSpPr/>
          <p:nvPr/>
        </p:nvSpPr>
        <p:spPr>
          <a:xfrm rot="16200000">
            <a:off x="3987377" y="3161692"/>
            <a:ext cx="565938" cy="202778"/>
          </a:xfrm>
          <a:prstGeom prst="parallelogram">
            <a:avLst>
              <a:gd name="adj" fmla="val 10051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4" name="Parallelogram 324">
            <a:extLst>
              <a:ext uri="{FF2B5EF4-FFF2-40B4-BE49-F238E27FC236}">
                <a16:creationId xmlns:a16="http://schemas.microsoft.com/office/drawing/2014/main" id="{7BA97DEF-41D0-110A-E8E9-3CFB5D85CCE1}"/>
              </a:ext>
            </a:extLst>
          </p:cNvPr>
          <p:cNvSpPr/>
          <p:nvPr/>
        </p:nvSpPr>
        <p:spPr>
          <a:xfrm rot="16200000">
            <a:off x="3987272" y="3529956"/>
            <a:ext cx="565938" cy="202777"/>
          </a:xfrm>
          <a:prstGeom prst="parallelogram">
            <a:avLst>
              <a:gd name="adj" fmla="val 100517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25" name="Right Brace 325">
            <a:extLst>
              <a:ext uri="{FF2B5EF4-FFF2-40B4-BE49-F238E27FC236}">
                <a16:creationId xmlns:a16="http://schemas.microsoft.com/office/drawing/2014/main" id="{116A073E-D420-A6FE-C040-8A4E4FBE189F}"/>
              </a:ext>
            </a:extLst>
          </p:cNvPr>
          <p:cNvSpPr/>
          <p:nvPr/>
        </p:nvSpPr>
        <p:spPr>
          <a:xfrm>
            <a:off x="5106319" y="2232040"/>
            <a:ext cx="72025" cy="564824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6" name="TextBox 326">
            <a:extLst>
              <a:ext uri="{FF2B5EF4-FFF2-40B4-BE49-F238E27FC236}">
                <a16:creationId xmlns:a16="http://schemas.microsoft.com/office/drawing/2014/main" id="{0AD7F4B5-019A-1C89-C63B-702676740AE6}"/>
              </a:ext>
            </a:extLst>
          </p:cNvPr>
          <p:cNvSpPr txBox="1"/>
          <p:nvPr/>
        </p:nvSpPr>
        <p:spPr>
          <a:xfrm>
            <a:off x="5175122" y="2394113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27" name="Right Brace 327">
            <a:extLst>
              <a:ext uri="{FF2B5EF4-FFF2-40B4-BE49-F238E27FC236}">
                <a16:creationId xmlns:a16="http://schemas.microsoft.com/office/drawing/2014/main" id="{A987872B-9111-6E9B-7CB0-FB3463CBF372}"/>
              </a:ext>
            </a:extLst>
          </p:cNvPr>
          <p:cNvSpPr/>
          <p:nvPr/>
        </p:nvSpPr>
        <p:spPr>
          <a:xfrm>
            <a:off x="5106319" y="2808760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8" name="Right Brace 328">
            <a:extLst>
              <a:ext uri="{FF2B5EF4-FFF2-40B4-BE49-F238E27FC236}">
                <a16:creationId xmlns:a16="http://schemas.microsoft.com/office/drawing/2014/main" id="{DB4ED2D1-62DD-DFE9-CE16-A6BBD5CEB6E6}"/>
              </a:ext>
            </a:extLst>
          </p:cNvPr>
          <p:cNvSpPr/>
          <p:nvPr/>
        </p:nvSpPr>
        <p:spPr>
          <a:xfrm>
            <a:off x="5106319" y="3178717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9" name="Right Brace 329">
            <a:extLst>
              <a:ext uri="{FF2B5EF4-FFF2-40B4-BE49-F238E27FC236}">
                <a16:creationId xmlns:a16="http://schemas.microsoft.com/office/drawing/2014/main" id="{C6E49007-F297-1715-2F80-57910B995DF9}"/>
              </a:ext>
            </a:extLst>
          </p:cNvPr>
          <p:cNvSpPr/>
          <p:nvPr/>
        </p:nvSpPr>
        <p:spPr>
          <a:xfrm>
            <a:off x="5106319" y="3555645"/>
            <a:ext cx="72025" cy="358669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0" name="TextBox 330">
            <a:extLst>
              <a:ext uri="{FF2B5EF4-FFF2-40B4-BE49-F238E27FC236}">
                <a16:creationId xmlns:a16="http://schemas.microsoft.com/office/drawing/2014/main" id="{E1ECC45D-1EF3-DB5B-F2F9-653FF11547F6}"/>
              </a:ext>
            </a:extLst>
          </p:cNvPr>
          <p:cNvSpPr txBox="1"/>
          <p:nvPr/>
        </p:nvSpPr>
        <p:spPr>
          <a:xfrm>
            <a:off x="5175122" y="2878595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31" name="TextBox 331">
            <a:extLst>
              <a:ext uri="{FF2B5EF4-FFF2-40B4-BE49-F238E27FC236}">
                <a16:creationId xmlns:a16="http://schemas.microsoft.com/office/drawing/2014/main" id="{A821A769-77DD-1DEB-330A-19627584ACA3}"/>
              </a:ext>
            </a:extLst>
          </p:cNvPr>
          <p:cNvSpPr txBox="1"/>
          <p:nvPr/>
        </p:nvSpPr>
        <p:spPr>
          <a:xfrm>
            <a:off x="5175122" y="3242635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32" name="TextBox 332">
            <a:extLst>
              <a:ext uri="{FF2B5EF4-FFF2-40B4-BE49-F238E27FC236}">
                <a16:creationId xmlns:a16="http://schemas.microsoft.com/office/drawing/2014/main" id="{D8BE1E3B-05B8-80F1-B53B-D4D209DB1AB8}"/>
              </a:ext>
            </a:extLst>
          </p:cNvPr>
          <p:cNvSpPr txBox="1"/>
          <p:nvPr/>
        </p:nvSpPr>
        <p:spPr>
          <a:xfrm>
            <a:off x="5175122" y="3613914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33" name="Right Brace 333">
            <a:extLst>
              <a:ext uri="{FF2B5EF4-FFF2-40B4-BE49-F238E27FC236}">
                <a16:creationId xmlns:a16="http://schemas.microsoft.com/office/drawing/2014/main" id="{DF7B6BF2-77EE-E401-C245-E3384E6D2FA3}"/>
              </a:ext>
            </a:extLst>
          </p:cNvPr>
          <p:cNvSpPr/>
          <p:nvPr/>
        </p:nvSpPr>
        <p:spPr>
          <a:xfrm>
            <a:off x="4894192" y="2035432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4" name="TextBox 334">
            <a:extLst>
              <a:ext uri="{FF2B5EF4-FFF2-40B4-BE49-F238E27FC236}">
                <a16:creationId xmlns:a16="http://schemas.microsoft.com/office/drawing/2014/main" id="{B7BA8156-A7AF-C060-675B-803C4D9DCABA}"/>
              </a:ext>
            </a:extLst>
          </p:cNvPr>
          <p:cNvSpPr txBox="1"/>
          <p:nvPr/>
        </p:nvSpPr>
        <p:spPr>
          <a:xfrm>
            <a:off x="4939911" y="2017944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35" name="Right Brace 335">
            <a:extLst>
              <a:ext uri="{FF2B5EF4-FFF2-40B4-BE49-F238E27FC236}">
                <a16:creationId xmlns:a16="http://schemas.microsoft.com/office/drawing/2014/main" id="{1D1942D9-AEFC-1BA5-7313-31318EF71CBB}"/>
              </a:ext>
            </a:extLst>
          </p:cNvPr>
          <p:cNvSpPr/>
          <p:nvPr/>
        </p:nvSpPr>
        <p:spPr>
          <a:xfrm>
            <a:off x="4694034" y="1825913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6" name="TextBox 336">
            <a:extLst>
              <a:ext uri="{FF2B5EF4-FFF2-40B4-BE49-F238E27FC236}">
                <a16:creationId xmlns:a16="http://schemas.microsoft.com/office/drawing/2014/main" id="{18E7F619-FE8E-D260-010E-9750766CC65C}"/>
              </a:ext>
            </a:extLst>
          </p:cNvPr>
          <p:cNvSpPr txBox="1"/>
          <p:nvPr/>
        </p:nvSpPr>
        <p:spPr>
          <a:xfrm>
            <a:off x="4739753" y="1808425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37" name="Right Brace 337">
            <a:extLst>
              <a:ext uri="{FF2B5EF4-FFF2-40B4-BE49-F238E27FC236}">
                <a16:creationId xmlns:a16="http://schemas.microsoft.com/office/drawing/2014/main" id="{B13CBE3F-31E2-3ECE-86E9-C8552415CD97}"/>
              </a:ext>
            </a:extLst>
          </p:cNvPr>
          <p:cNvSpPr/>
          <p:nvPr/>
        </p:nvSpPr>
        <p:spPr>
          <a:xfrm>
            <a:off x="4501272" y="1631312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8" name="TextBox 338">
            <a:extLst>
              <a:ext uri="{FF2B5EF4-FFF2-40B4-BE49-F238E27FC236}">
                <a16:creationId xmlns:a16="http://schemas.microsoft.com/office/drawing/2014/main" id="{2C487303-0047-7914-5F80-D709116FE903}"/>
              </a:ext>
            </a:extLst>
          </p:cNvPr>
          <p:cNvSpPr txBox="1"/>
          <p:nvPr/>
        </p:nvSpPr>
        <p:spPr>
          <a:xfrm>
            <a:off x="4546991" y="1613824"/>
            <a:ext cx="117205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</a:p>
        </p:txBody>
      </p:sp>
      <p:cxnSp>
        <p:nvCxnSpPr>
          <p:cNvPr id="539" name="Straight Connector 339">
            <a:extLst>
              <a:ext uri="{FF2B5EF4-FFF2-40B4-BE49-F238E27FC236}">
                <a16:creationId xmlns:a16="http://schemas.microsoft.com/office/drawing/2014/main" id="{098773B5-4428-6327-2BEE-0A2DA4D15D85}"/>
              </a:ext>
            </a:extLst>
          </p:cNvPr>
          <p:cNvCxnSpPr>
            <a:cxnSpLocks/>
          </p:cNvCxnSpPr>
          <p:nvPr/>
        </p:nvCxnSpPr>
        <p:spPr>
          <a:xfrm flipH="1" flipV="1">
            <a:off x="4229051" y="1635380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Straight Connector 340">
            <a:extLst>
              <a:ext uri="{FF2B5EF4-FFF2-40B4-BE49-F238E27FC236}">
                <a16:creationId xmlns:a16="http://schemas.microsoft.com/office/drawing/2014/main" id="{9CFF211B-CCBB-5038-94A7-6E5964C46DA5}"/>
              </a:ext>
            </a:extLst>
          </p:cNvPr>
          <p:cNvCxnSpPr>
            <a:cxnSpLocks/>
          </p:cNvCxnSpPr>
          <p:nvPr/>
        </p:nvCxnSpPr>
        <p:spPr>
          <a:xfrm flipH="1" flipV="1">
            <a:off x="3576178" y="1637364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1" name="Straight Connector 341">
            <a:extLst>
              <a:ext uri="{FF2B5EF4-FFF2-40B4-BE49-F238E27FC236}">
                <a16:creationId xmlns:a16="http://schemas.microsoft.com/office/drawing/2014/main" id="{93E24397-BDD8-C25F-7655-AE7E48201133}"/>
              </a:ext>
            </a:extLst>
          </p:cNvPr>
          <p:cNvCxnSpPr>
            <a:cxnSpLocks/>
          </p:cNvCxnSpPr>
          <p:nvPr/>
        </p:nvCxnSpPr>
        <p:spPr>
          <a:xfrm flipH="1" flipV="1">
            <a:off x="3566648" y="1997905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" name="Straight Connector 342">
            <a:extLst>
              <a:ext uri="{FF2B5EF4-FFF2-40B4-BE49-F238E27FC236}">
                <a16:creationId xmlns:a16="http://schemas.microsoft.com/office/drawing/2014/main" id="{AF0C68BC-0DE8-BA48-39C8-953040DC36C4}"/>
              </a:ext>
            </a:extLst>
          </p:cNvPr>
          <p:cNvCxnSpPr>
            <a:cxnSpLocks/>
          </p:cNvCxnSpPr>
          <p:nvPr/>
        </p:nvCxnSpPr>
        <p:spPr>
          <a:xfrm flipH="1" flipV="1">
            <a:off x="3562988" y="2366901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Straight Connector 343">
            <a:extLst>
              <a:ext uri="{FF2B5EF4-FFF2-40B4-BE49-F238E27FC236}">
                <a16:creationId xmlns:a16="http://schemas.microsoft.com/office/drawing/2014/main" id="{8AD16020-B45C-AD8C-984C-C03E0AFBF807}"/>
              </a:ext>
            </a:extLst>
          </p:cNvPr>
          <p:cNvCxnSpPr>
            <a:cxnSpLocks/>
          </p:cNvCxnSpPr>
          <p:nvPr/>
        </p:nvCxnSpPr>
        <p:spPr>
          <a:xfrm flipH="1" flipV="1">
            <a:off x="3569874" y="2742310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Straight Connector 344">
            <a:extLst>
              <a:ext uri="{FF2B5EF4-FFF2-40B4-BE49-F238E27FC236}">
                <a16:creationId xmlns:a16="http://schemas.microsoft.com/office/drawing/2014/main" id="{39B0074D-6C31-BF01-DC45-D05FAF9BC4B0}"/>
              </a:ext>
            </a:extLst>
          </p:cNvPr>
          <p:cNvCxnSpPr>
            <a:cxnSpLocks/>
          </p:cNvCxnSpPr>
          <p:nvPr/>
        </p:nvCxnSpPr>
        <p:spPr>
          <a:xfrm flipH="1" flipV="1">
            <a:off x="3569874" y="3121515"/>
            <a:ext cx="798596" cy="807154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Straight Connector 345">
            <a:extLst>
              <a:ext uri="{FF2B5EF4-FFF2-40B4-BE49-F238E27FC236}">
                <a16:creationId xmlns:a16="http://schemas.microsoft.com/office/drawing/2014/main" id="{287BC9E1-6EFF-3873-FA37-FDDE62EA524F}"/>
              </a:ext>
            </a:extLst>
          </p:cNvPr>
          <p:cNvCxnSpPr>
            <a:cxnSpLocks/>
          </p:cNvCxnSpPr>
          <p:nvPr/>
        </p:nvCxnSpPr>
        <p:spPr>
          <a:xfrm flipV="1">
            <a:off x="4369545" y="2432375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Straight Connector 346">
            <a:extLst>
              <a:ext uri="{FF2B5EF4-FFF2-40B4-BE49-F238E27FC236}">
                <a16:creationId xmlns:a16="http://schemas.microsoft.com/office/drawing/2014/main" id="{2D3B595F-729A-CB89-CB97-FEB130C1E537}"/>
              </a:ext>
            </a:extLst>
          </p:cNvPr>
          <p:cNvCxnSpPr>
            <a:cxnSpLocks/>
          </p:cNvCxnSpPr>
          <p:nvPr/>
        </p:nvCxnSpPr>
        <p:spPr>
          <a:xfrm flipV="1">
            <a:off x="3569874" y="1631312"/>
            <a:ext cx="0" cy="1493458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" name="Straight Connector 347">
            <a:extLst>
              <a:ext uri="{FF2B5EF4-FFF2-40B4-BE49-F238E27FC236}">
                <a16:creationId xmlns:a16="http://schemas.microsoft.com/office/drawing/2014/main" id="{06801880-6812-08A3-BEF9-E55A6410E7B2}"/>
              </a:ext>
            </a:extLst>
          </p:cNvPr>
          <p:cNvCxnSpPr>
            <a:cxnSpLocks/>
          </p:cNvCxnSpPr>
          <p:nvPr/>
        </p:nvCxnSpPr>
        <p:spPr>
          <a:xfrm>
            <a:off x="4368470" y="3914314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Straight Connector 348">
            <a:extLst>
              <a:ext uri="{FF2B5EF4-FFF2-40B4-BE49-F238E27FC236}">
                <a16:creationId xmlns:a16="http://schemas.microsoft.com/office/drawing/2014/main" id="{11BBA69F-A2D3-0CE5-EFED-8FE1569AB246}"/>
              </a:ext>
            </a:extLst>
          </p:cNvPr>
          <p:cNvCxnSpPr>
            <a:cxnSpLocks/>
          </p:cNvCxnSpPr>
          <p:nvPr/>
        </p:nvCxnSpPr>
        <p:spPr>
          <a:xfrm>
            <a:off x="4365504" y="3546051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Straight Connector 349">
            <a:extLst>
              <a:ext uri="{FF2B5EF4-FFF2-40B4-BE49-F238E27FC236}">
                <a16:creationId xmlns:a16="http://schemas.microsoft.com/office/drawing/2014/main" id="{145CCCC4-BA2D-EAFF-8A30-656739AD1A34}"/>
              </a:ext>
            </a:extLst>
          </p:cNvPr>
          <p:cNvCxnSpPr>
            <a:cxnSpLocks/>
          </p:cNvCxnSpPr>
          <p:nvPr/>
        </p:nvCxnSpPr>
        <p:spPr>
          <a:xfrm>
            <a:off x="4354347" y="3174055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Straight Connector 350">
            <a:extLst>
              <a:ext uri="{FF2B5EF4-FFF2-40B4-BE49-F238E27FC236}">
                <a16:creationId xmlns:a16="http://schemas.microsoft.com/office/drawing/2014/main" id="{9BDC2F7E-CC9E-9521-06E5-136442EBAEB1}"/>
              </a:ext>
            </a:extLst>
          </p:cNvPr>
          <p:cNvCxnSpPr>
            <a:cxnSpLocks/>
          </p:cNvCxnSpPr>
          <p:nvPr/>
        </p:nvCxnSpPr>
        <p:spPr>
          <a:xfrm>
            <a:off x="4368470" y="2803076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351">
            <a:extLst>
              <a:ext uri="{FF2B5EF4-FFF2-40B4-BE49-F238E27FC236}">
                <a16:creationId xmlns:a16="http://schemas.microsoft.com/office/drawing/2014/main" id="{933EF534-8B46-4883-FBE6-0153D48D8A49}"/>
              </a:ext>
            </a:extLst>
          </p:cNvPr>
          <p:cNvCxnSpPr>
            <a:cxnSpLocks/>
          </p:cNvCxnSpPr>
          <p:nvPr/>
        </p:nvCxnSpPr>
        <p:spPr>
          <a:xfrm>
            <a:off x="4365504" y="2432375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2" name="Straight Connector 352">
            <a:extLst>
              <a:ext uri="{FF2B5EF4-FFF2-40B4-BE49-F238E27FC236}">
                <a16:creationId xmlns:a16="http://schemas.microsoft.com/office/drawing/2014/main" id="{8CCF5E9E-BE53-F3EC-40A5-008FA4D7FBDC}"/>
              </a:ext>
            </a:extLst>
          </p:cNvPr>
          <p:cNvCxnSpPr>
            <a:cxnSpLocks/>
          </p:cNvCxnSpPr>
          <p:nvPr/>
        </p:nvCxnSpPr>
        <p:spPr>
          <a:xfrm>
            <a:off x="3591079" y="1640618"/>
            <a:ext cx="656452" cy="0"/>
          </a:xfrm>
          <a:prstGeom prst="line">
            <a:avLst/>
          </a:prstGeom>
          <a:ln w="222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3" name="TextBox 353">
            <a:extLst>
              <a:ext uri="{FF2B5EF4-FFF2-40B4-BE49-F238E27FC236}">
                <a16:creationId xmlns:a16="http://schemas.microsoft.com/office/drawing/2014/main" id="{944A6154-891E-0F07-DF24-7A1D8F1D480F}"/>
              </a:ext>
            </a:extLst>
          </p:cNvPr>
          <p:cNvSpPr txBox="1"/>
          <p:nvPr/>
        </p:nvSpPr>
        <p:spPr>
          <a:xfrm>
            <a:off x="2334396" y="240554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d0, d1</a:t>
            </a:r>
          </a:p>
        </p:txBody>
      </p:sp>
      <p:sp>
        <p:nvSpPr>
          <p:cNvPr id="554" name="TextBox 354">
            <a:extLst>
              <a:ext uri="{FF2B5EF4-FFF2-40B4-BE49-F238E27FC236}">
                <a16:creationId xmlns:a16="http://schemas.microsoft.com/office/drawing/2014/main" id="{43A92C66-E288-4DA7-85F9-3EF5EBD33ACC}"/>
              </a:ext>
            </a:extLst>
          </p:cNvPr>
          <p:cNvSpPr txBox="1"/>
          <p:nvPr/>
        </p:nvSpPr>
        <p:spPr>
          <a:xfrm>
            <a:off x="2344159" y="275231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d2, d3</a:t>
            </a:r>
          </a:p>
        </p:txBody>
      </p:sp>
      <p:cxnSp>
        <p:nvCxnSpPr>
          <p:cNvPr id="555" name="Straight Arrow Connector 355">
            <a:extLst>
              <a:ext uri="{FF2B5EF4-FFF2-40B4-BE49-F238E27FC236}">
                <a16:creationId xmlns:a16="http://schemas.microsoft.com/office/drawing/2014/main" id="{E9159197-DB94-A792-A7B0-D9908B136C9F}"/>
              </a:ext>
            </a:extLst>
          </p:cNvPr>
          <p:cNvCxnSpPr>
            <a:cxnSpLocks/>
          </p:cNvCxnSpPr>
          <p:nvPr/>
        </p:nvCxnSpPr>
        <p:spPr>
          <a:xfrm flipV="1">
            <a:off x="3168136" y="2508936"/>
            <a:ext cx="1071390" cy="64873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Arrow Connector 356">
            <a:extLst>
              <a:ext uri="{FF2B5EF4-FFF2-40B4-BE49-F238E27FC236}">
                <a16:creationId xmlns:a16="http://schemas.microsoft.com/office/drawing/2014/main" id="{2D1BCBA2-7ECA-9A5F-A397-F3F40241C64F}"/>
              </a:ext>
            </a:extLst>
          </p:cNvPr>
          <p:cNvCxnSpPr>
            <a:cxnSpLocks/>
          </p:cNvCxnSpPr>
          <p:nvPr/>
        </p:nvCxnSpPr>
        <p:spPr>
          <a:xfrm flipV="1">
            <a:off x="3154346" y="2844216"/>
            <a:ext cx="1054701" cy="7967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7" name="TextBox 357">
            <a:extLst>
              <a:ext uri="{FF2B5EF4-FFF2-40B4-BE49-F238E27FC236}">
                <a16:creationId xmlns:a16="http://schemas.microsoft.com/office/drawing/2014/main" id="{F1237EF3-F68B-A7D6-D186-FCEA0C967608}"/>
              </a:ext>
            </a:extLst>
          </p:cNvPr>
          <p:cNvSpPr txBox="1"/>
          <p:nvPr/>
        </p:nvSpPr>
        <p:spPr>
          <a:xfrm>
            <a:off x="2352408" y="3099083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d4, d5</a:t>
            </a:r>
          </a:p>
        </p:txBody>
      </p:sp>
      <p:sp>
        <p:nvSpPr>
          <p:cNvPr id="558" name="TextBox 358">
            <a:extLst>
              <a:ext uri="{FF2B5EF4-FFF2-40B4-BE49-F238E27FC236}">
                <a16:creationId xmlns:a16="http://schemas.microsoft.com/office/drawing/2014/main" id="{A7A12EEF-90A0-3A4B-9E15-5E2B7B07027C}"/>
              </a:ext>
            </a:extLst>
          </p:cNvPr>
          <p:cNvSpPr txBox="1"/>
          <p:nvPr/>
        </p:nvSpPr>
        <p:spPr>
          <a:xfrm>
            <a:off x="2347275" y="347518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d6, d7</a:t>
            </a:r>
          </a:p>
        </p:txBody>
      </p:sp>
      <p:cxnSp>
        <p:nvCxnSpPr>
          <p:cNvPr id="559" name="Straight Arrow Connector 359">
            <a:extLst>
              <a:ext uri="{FF2B5EF4-FFF2-40B4-BE49-F238E27FC236}">
                <a16:creationId xmlns:a16="http://schemas.microsoft.com/office/drawing/2014/main" id="{BB7AEA2C-2FA3-9DD3-2032-080A2EE2BA0F}"/>
              </a:ext>
            </a:extLst>
          </p:cNvPr>
          <p:cNvCxnSpPr>
            <a:cxnSpLocks/>
          </p:cNvCxnSpPr>
          <p:nvPr/>
        </p:nvCxnSpPr>
        <p:spPr>
          <a:xfrm>
            <a:off x="5783799" y="331330"/>
            <a:ext cx="475399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TextBox 360">
            <a:extLst>
              <a:ext uri="{FF2B5EF4-FFF2-40B4-BE49-F238E27FC236}">
                <a16:creationId xmlns:a16="http://schemas.microsoft.com/office/drawing/2014/main" id="{475212EF-57D1-7A72-4F30-75E450B647E5}"/>
              </a:ext>
            </a:extLst>
          </p:cNvPr>
          <p:cNvSpPr txBox="1"/>
          <p:nvPr/>
        </p:nvSpPr>
        <p:spPr>
          <a:xfrm>
            <a:off x="6213290" y="212577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</a:t>
            </a:r>
          </a:p>
        </p:txBody>
      </p:sp>
      <p:cxnSp>
        <p:nvCxnSpPr>
          <p:cNvPr id="561" name="Straight Arrow Connector 361">
            <a:extLst>
              <a:ext uri="{FF2B5EF4-FFF2-40B4-BE49-F238E27FC236}">
                <a16:creationId xmlns:a16="http://schemas.microsoft.com/office/drawing/2014/main" id="{BCD794E6-D9EF-7B35-7F39-A2D46695D6D9}"/>
              </a:ext>
            </a:extLst>
          </p:cNvPr>
          <p:cNvCxnSpPr>
            <a:cxnSpLocks/>
          </p:cNvCxnSpPr>
          <p:nvPr/>
        </p:nvCxnSpPr>
        <p:spPr>
          <a:xfrm>
            <a:off x="5649064" y="458798"/>
            <a:ext cx="0" cy="283906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2" name="TextBox 362">
            <a:extLst>
              <a:ext uri="{FF2B5EF4-FFF2-40B4-BE49-F238E27FC236}">
                <a16:creationId xmlns:a16="http://schemas.microsoft.com/office/drawing/2014/main" id="{74971CFA-19AB-A67A-2F9C-C48BA2540552}"/>
              </a:ext>
            </a:extLst>
          </p:cNvPr>
          <p:cNvSpPr txBox="1"/>
          <p:nvPr/>
        </p:nvSpPr>
        <p:spPr>
          <a:xfrm>
            <a:off x="5501945" y="782139"/>
            <a:ext cx="294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H</a:t>
            </a:r>
          </a:p>
        </p:txBody>
      </p:sp>
      <p:cxnSp>
        <p:nvCxnSpPr>
          <p:cNvPr id="563" name="Straight Arrow Connector 363">
            <a:extLst>
              <a:ext uri="{FF2B5EF4-FFF2-40B4-BE49-F238E27FC236}">
                <a16:creationId xmlns:a16="http://schemas.microsoft.com/office/drawing/2014/main" id="{76EAE442-E23E-16AE-354F-445C920C2115}"/>
              </a:ext>
            </a:extLst>
          </p:cNvPr>
          <p:cNvCxnSpPr>
            <a:cxnSpLocks/>
          </p:cNvCxnSpPr>
          <p:nvPr/>
        </p:nvCxnSpPr>
        <p:spPr>
          <a:xfrm flipH="1" flipV="1">
            <a:off x="5543861" y="187670"/>
            <a:ext cx="163980" cy="1449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4" name="TextBox 364">
            <a:extLst>
              <a:ext uri="{FF2B5EF4-FFF2-40B4-BE49-F238E27FC236}">
                <a16:creationId xmlns:a16="http://schemas.microsoft.com/office/drawing/2014/main" id="{3E7B891A-5CF5-DF16-B488-9F2CE6D1AED6}"/>
              </a:ext>
            </a:extLst>
          </p:cNvPr>
          <p:cNvSpPr txBox="1"/>
          <p:nvPr/>
        </p:nvSpPr>
        <p:spPr>
          <a:xfrm>
            <a:off x="5213110" y="137030"/>
            <a:ext cx="3766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</a:t>
            </a:r>
          </a:p>
        </p:txBody>
      </p:sp>
      <p:cxnSp>
        <p:nvCxnSpPr>
          <p:cNvPr id="565" name="Straight Connector 365">
            <a:extLst>
              <a:ext uri="{FF2B5EF4-FFF2-40B4-BE49-F238E27FC236}">
                <a16:creationId xmlns:a16="http://schemas.microsoft.com/office/drawing/2014/main" id="{D3E83CC0-838A-A641-8162-EEFBCBA3BB5B}"/>
              </a:ext>
            </a:extLst>
          </p:cNvPr>
          <p:cNvCxnSpPr>
            <a:cxnSpLocks/>
          </p:cNvCxnSpPr>
          <p:nvPr/>
        </p:nvCxnSpPr>
        <p:spPr>
          <a:xfrm>
            <a:off x="4024453" y="1327314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Straight Connector 366">
            <a:extLst>
              <a:ext uri="{FF2B5EF4-FFF2-40B4-BE49-F238E27FC236}">
                <a16:creationId xmlns:a16="http://schemas.microsoft.com/office/drawing/2014/main" id="{86DEC9CD-A19A-0D01-9229-A2143A41969D}"/>
              </a:ext>
            </a:extLst>
          </p:cNvPr>
          <p:cNvCxnSpPr>
            <a:cxnSpLocks/>
          </p:cNvCxnSpPr>
          <p:nvPr/>
        </p:nvCxnSpPr>
        <p:spPr>
          <a:xfrm>
            <a:off x="3403485" y="1331765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Straight Connector 367">
            <a:extLst>
              <a:ext uri="{FF2B5EF4-FFF2-40B4-BE49-F238E27FC236}">
                <a16:creationId xmlns:a16="http://schemas.microsoft.com/office/drawing/2014/main" id="{7DE70ACD-1B59-891B-2A94-138A81E9E2B2}"/>
              </a:ext>
            </a:extLst>
          </p:cNvPr>
          <p:cNvCxnSpPr>
            <a:cxnSpLocks/>
          </p:cNvCxnSpPr>
          <p:nvPr/>
        </p:nvCxnSpPr>
        <p:spPr>
          <a:xfrm>
            <a:off x="3007228" y="156418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8" name="Straight Connector 368">
            <a:extLst>
              <a:ext uri="{FF2B5EF4-FFF2-40B4-BE49-F238E27FC236}">
                <a16:creationId xmlns:a16="http://schemas.microsoft.com/office/drawing/2014/main" id="{143EC258-29C6-45DE-6392-DF82CA335739}"/>
              </a:ext>
            </a:extLst>
          </p:cNvPr>
          <p:cNvCxnSpPr>
            <a:cxnSpLocks/>
          </p:cNvCxnSpPr>
          <p:nvPr/>
        </p:nvCxnSpPr>
        <p:spPr>
          <a:xfrm>
            <a:off x="2338337" y="159275"/>
            <a:ext cx="194438" cy="245479"/>
          </a:xfrm>
          <a:prstGeom prst="line">
            <a:avLst/>
          </a:prstGeom>
          <a:ln w="22225">
            <a:solidFill>
              <a:schemeClr val="tx1"/>
            </a:solidFill>
            <a:prstDash val="sys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9" name="Right Brace 369">
            <a:extLst>
              <a:ext uri="{FF2B5EF4-FFF2-40B4-BE49-F238E27FC236}">
                <a16:creationId xmlns:a16="http://schemas.microsoft.com/office/drawing/2014/main" id="{DD4D360A-3659-D02D-C0CA-BFD6204ECA6A}"/>
              </a:ext>
            </a:extLst>
          </p:cNvPr>
          <p:cNvSpPr/>
          <p:nvPr/>
        </p:nvSpPr>
        <p:spPr>
          <a:xfrm>
            <a:off x="3990199" y="972031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0" name="TextBox 370">
            <a:extLst>
              <a:ext uri="{FF2B5EF4-FFF2-40B4-BE49-F238E27FC236}">
                <a16:creationId xmlns:a16="http://schemas.microsoft.com/office/drawing/2014/main" id="{67C44659-E81D-AF4B-35B5-4CD10216A397}"/>
              </a:ext>
            </a:extLst>
          </p:cNvPr>
          <p:cNvSpPr txBox="1"/>
          <p:nvPr/>
        </p:nvSpPr>
        <p:spPr>
          <a:xfrm>
            <a:off x="4035917" y="954543"/>
            <a:ext cx="1417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C(32)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571" name="Right Brace 371">
            <a:extLst>
              <a:ext uri="{FF2B5EF4-FFF2-40B4-BE49-F238E27FC236}">
                <a16:creationId xmlns:a16="http://schemas.microsoft.com/office/drawing/2014/main" id="{7E4080D5-82E8-A871-EB91-D976C3FD9024}"/>
              </a:ext>
            </a:extLst>
          </p:cNvPr>
          <p:cNvSpPr/>
          <p:nvPr/>
        </p:nvSpPr>
        <p:spPr>
          <a:xfrm>
            <a:off x="3790041" y="762512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2" name="TextBox 372">
            <a:extLst>
              <a:ext uri="{FF2B5EF4-FFF2-40B4-BE49-F238E27FC236}">
                <a16:creationId xmlns:a16="http://schemas.microsoft.com/office/drawing/2014/main" id="{910BD3F8-DFE5-17D4-A403-3A16B1834514}"/>
              </a:ext>
            </a:extLst>
          </p:cNvPr>
          <p:cNvSpPr txBox="1"/>
          <p:nvPr/>
        </p:nvSpPr>
        <p:spPr>
          <a:xfrm>
            <a:off x="3835759" y="745024"/>
            <a:ext cx="14282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C(32)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573" name="Right Brace 373">
            <a:extLst>
              <a:ext uri="{FF2B5EF4-FFF2-40B4-BE49-F238E27FC236}">
                <a16:creationId xmlns:a16="http://schemas.microsoft.com/office/drawing/2014/main" id="{67EAD4A1-8CFF-6F49-809F-30C58B15C8D7}"/>
              </a:ext>
            </a:extLst>
          </p:cNvPr>
          <p:cNvSpPr/>
          <p:nvPr/>
        </p:nvSpPr>
        <p:spPr>
          <a:xfrm>
            <a:off x="3597279" y="567911"/>
            <a:ext cx="45719" cy="217952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4" name="TextBox 374">
            <a:extLst>
              <a:ext uri="{FF2B5EF4-FFF2-40B4-BE49-F238E27FC236}">
                <a16:creationId xmlns:a16="http://schemas.microsoft.com/office/drawing/2014/main" id="{B6BE80B1-02F5-5597-5025-FB2DC9A88C3A}"/>
              </a:ext>
            </a:extLst>
          </p:cNvPr>
          <p:cNvSpPr txBox="1"/>
          <p:nvPr/>
        </p:nvSpPr>
        <p:spPr>
          <a:xfrm>
            <a:off x="3642998" y="550423"/>
            <a:ext cx="141760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C(32) </a:t>
            </a:r>
            <a:r>
              <a:rPr lang="zh-CN" alt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数据子块</a:t>
            </a:r>
            <a:r>
              <a:rPr lang="en-US" sz="9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</a:p>
        </p:txBody>
      </p:sp>
      <p:cxnSp>
        <p:nvCxnSpPr>
          <p:cNvPr id="575" name="Straight Arrow Connector 375">
            <a:extLst>
              <a:ext uri="{FF2B5EF4-FFF2-40B4-BE49-F238E27FC236}">
                <a16:creationId xmlns:a16="http://schemas.microsoft.com/office/drawing/2014/main" id="{5305CAC8-EFF0-67A2-180E-1E2E324BB5D3}"/>
              </a:ext>
            </a:extLst>
          </p:cNvPr>
          <p:cNvCxnSpPr>
            <a:cxnSpLocks/>
          </p:cNvCxnSpPr>
          <p:nvPr/>
        </p:nvCxnSpPr>
        <p:spPr>
          <a:xfrm flipV="1">
            <a:off x="3172022" y="3217073"/>
            <a:ext cx="1054701" cy="7967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6" name="Straight Arrow Connector 376">
            <a:extLst>
              <a:ext uri="{FF2B5EF4-FFF2-40B4-BE49-F238E27FC236}">
                <a16:creationId xmlns:a16="http://schemas.microsoft.com/office/drawing/2014/main" id="{CA58A92D-2DFC-BA3D-4348-1DB356E0D0F4}"/>
              </a:ext>
            </a:extLst>
          </p:cNvPr>
          <p:cNvCxnSpPr>
            <a:cxnSpLocks/>
          </p:cNvCxnSpPr>
          <p:nvPr/>
        </p:nvCxnSpPr>
        <p:spPr>
          <a:xfrm flipV="1">
            <a:off x="3165597" y="3596555"/>
            <a:ext cx="1054701" cy="7967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7" name="TextBox 377">
            <a:extLst>
              <a:ext uri="{FF2B5EF4-FFF2-40B4-BE49-F238E27FC236}">
                <a16:creationId xmlns:a16="http://schemas.microsoft.com/office/drawing/2014/main" id="{4C4A805A-0D4C-EAEF-6C82-61473B91916B}"/>
              </a:ext>
            </a:extLst>
          </p:cNvPr>
          <p:cNvSpPr txBox="1"/>
          <p:nvPr/>
        </p:nvSpPr>
        <p:spPr>
          <a:xfrm>
            <a:off x="1334335" y="1035541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d8, d9</a:t>
            </a:r>
          </a:p>
        </p:txBody>
      </p:sp>
      <p:sp>
        <p:nvSpPr>
          <p:cNvPr id="578" name="TextBox 378">
            <a:extLst>
              <a:ext uri="{FF2B5EF4-FFF2-40B4-BE49-F238E27FC236}">
                <a16:creationId xmlns:a16="http://schemas.microsoft.com/office/drawing/2014/main" id="{CEB83896-9402-7B07-A594-FA72829DD8FB}"/>
              </a:ext>
            </a:extLst>
          </p:cNvPr>
          <p:cNvSpPr txBox="1"/>
          <p:nvPr/>
        </p:nvSpPr>
        <p:spPr>
          <a:xfrm>
            <a:off x="1099683" y="1356967"/>
            <a:ext cx="98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d10, d11</a:t>
            </a:r>
          </a:p>
        </p:txBody>
      </p:sp>
      <p:sp>
        <p:nvSpPr>
          <p:cNvPr id="579" name="TextBox 379">
            <a:extLst>
              <a:ext uri="{FF2B5EF4-FFF2-40B4-BE49-F238E27FC236}">
                <a16:creationId xmlns:a16="http://schemas.microsoft.com/office/drawing/2014/main" id="{46586F20-4F81-8969-124E-4DAA74BBF26E}"/>
              </a:ext>
            </a:extLst>
          </p:cNvPr>
          <p:cNvSpPr txBox="1"/>
          <p:nvPr/>
        </p:nvSpPr>
        <p:spPr>
          <a:xfrm>
            <a:off x="1080750" y="170373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d12, d13</a:t>
            </a:r>
          </a:p>
        </p:txBody>
      </p:sp>
      <p:sp>
        <p:nvSpPr>
          <p:cNvPr id="580" name="TextBox 380">
            <a:extLst>
              <a:ext uri="{FF2B5EF4-FFF2-40B4-BE49-F238E27FC236}">
                <a16:creationId xmlns:a16="http://schemas.microsoft.com/office/drawing/2014/main" id="{FE103728-E8B2-4A12-19CB-B1BE154B162B}"/>
              </a:ext>
            </a:extLst>
          </p:cNvPr>
          <p:cNvSpPr txBox="1"/>
          <p:nvPr/>
        </p:nvSpPr>
        <p:spPr>
          <a:xfrm>
            <a:off x="1075394" y="2079638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d14, d15</a:t>
            </a:r>
          </a:p>
        </p:txBody>
      </p:sp>
      <p:sp>
        <p:nvSpPr>
          <p:cNvPr id="581" name="TextBox 224">
            <a:extLst>
              <a:ext uri="{FF2B5EF4-FFF2-40B4-BE49-F238E27FC236}">
                <a16:creationId xmlns:a16="http://schemas.microsoft.com/office/drawing/2014/main" id="{758B8883-407F-EED7-63EA-9B269851BE13}"/>
              </a:ext>
            </a:extLst>
          </p:cNvPr>
          <p:cNvSpPr txBox="1"/>
          <p:nvPr/>
        </p:nvSpPr>
        <p:spPr>
          <a:xfrm>
            <a:off x="154483" y="141571"/>
            <a:ext cx="20730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__bf164_pair </a:t>
            </a:r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pair1</a:t>
            </a:r>
            <a:r>
              <a:rPr 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00B0F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pair2</a:t>
            </a:r>
            <a:r>
              <a:rPr lang="en-US" sz="1400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582" name="椭圆 581">
            <a:extLst>
              <a:ext uri="{FF2B5EF4-FFF2-40B4-BE49-F238E27FC236}">
                <a16:creationId xmlns:a16="http://schemas.microsoft.com/office/drawing/2014/main" id="{07B99B85-1C88-3080-1424-23723BF6B076}"/>
              </a:ext>
            </a:extLst>
          </p:cNvPr>
          <p:cNvSpPr/>
          <p:nvPr/>
        </p:nvSpPr>
        <p:spPr>
          <a:xfrm>
            <a:off x="909966" y="1087488"/>
            <a:ext cx="1445251" cy="6029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" name="椭圆 582">
            <a:extLst>
              <a:ext uri="{FF2B5EF4-FFF2-40B4-BE49-F238E27FC236}">
                <a16:creationId xmlns:a16="http://schemas.microsoft.com/office/drawing/2014/main" id="{566906A2-3D7D-A6FA-3069-06ABB1B4314F}"/>
              </a:ext>
            </a:extLst>
          </p:cNvPr>
          <p:cNvSpPr/>
          <p:nvPr/>
        </p:nvSpPr>
        <p:spPr>
          <a:xfrm>
            <a:off x="896190" y="1784832"/>
            <a:ext cx="1445251" cy="60296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4" name="椭圆 583">
            <a:extLst>
              <a:ext uri="{FF2B5EF4-FFF2-40B4-BE49-F238E27FC236}">
                <a16:creationId xmlns:a16="http://schemas.microsoft.com/office/drawing/2014/main" id="{AB7C5FAC-B101-5E94-B0FA-5794A21F21EF}"/>
              </a:ext>
            </a:extLst>
          </p:cNvPr>
          <p:cNvSpPr/>
          <p:nvPr/>
        </p:nvSpPr>
        <p:spPr>
          <a:xfrm>
            <a:off x="2221600" y="2453532"/>
            <a:ext cx="1030609" cy="60296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5" name="椭圆 584">
            <a:extLst>
              <a:ext uri="{FF2B5EF4-FFF2-40B4-BE49-F238E27FC236}">
                <a16:creationId xmlns:a16="http://schemas.microsoft.com/office/drawing/2014/main" id="{000A2BC5-71A5-0FF6-9DB5-2A9A5DD92370}"/>
              </a:ext>
            </a:extLst>
          </p:cNvPr>
          <p:cNvSpPr/>
          <p:nvPr/>
        </p:nvSpPr>
        <p:spPr>
          <a:xfrm>
            <a:off x="2240486" y="3166945"/>
            <a:ext cx="1030609" cy="602965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6" name="TextBox 224">
            <a:extLst>
              <a:ext uri="{FF2B5EF4-FFF2-40B4-BE49-F238E27FC236}">
                <a16:creationId xmlns:a16="http://schemas.microsoft.com/office/drawing/2014/main" id="{7C75925A-DE9D-9FDC-5229-E56521DFBECA}"/>
              </a:ext>
            </a:extLst>
          </p:cNvPr>
          <p:cNvSpPr txBox="1"/>
          <p:nvPr/>
        </p:nvSpPr>
        <p:spPr>
          <a:xfrm>
            <a:off x="96558" y="1279768"/>
            <a:ext cx="8483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pair1.second()</a:t>
            </a:r>
          </a:p>
        </p:txBody>
      </p:sp>
      <p:sp>
        <p:nvSpPr>
          <p:cNvPr id="587" name="TextBox 224">
            <a:extLst>
              <a:ext uri="{FF2B5EF4-FFF2-40B4-BE49-F238E27FC236}">
                <a16:creationId xmlns:a16="http://schemas.microsoft.com/office/drawing/2014/main" id="{6E78B1F9-795E-D255-010E-12A26CE24684}"/>
              </a:ext>
            </a:extLst>
          </p:cNvPr>
          <p:cNvSpPr txBox="1"/>
          <p:nvPr/>
        </p:nvSpPr>
        <p:spPr>
          <a:xfrm>
            <a:off x="1425096" y="2642830"/>
            <a:ext cx="7136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pair1.first()</a:t>
            </a:r>
          </a:p>
        </p:txBody>
      </p:sp>
      <p:sp>
        <p:nvSpPr>
          <p:cNvPr id="588" name="TextBox 224">
            <a:extLst>
              <a:ext uri="{FF2B5EF4-FFF2-40B4-BE49-F238E27FC236}">
                <a16:creationId xmlns:a16="http://schemas.microsoft.com/office/drawing/2014/main" id="{B68DB4D8-BF2E-6F48-EF99-82751EB17F9C}"/>
              </a:ext>
            </a:extLst>
          </p:cNvPr>
          <p:cNvSpPr txBox="1"/>
          <p:nvPr/>
        </p:nvSpPr>
        <p:spPr>
          <a:xfrm>
            <a:off x="1422497" y="3333925"/>
            <a:ext cx="713657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900">
                <a:solidFill>
                  <a:srgbClr val="00B0F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pair2.first()</a:t>
            </a:r>
            <a:endParaRPr lang="en-US" sz="900" dirty="0">
              <a:solidFill>
                <a:srgbClr val="00B0F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9" name="TextBox 224">
            <a:extLst>
              <a:ext uri="{FF2B5EF4-FFF2-40B4-BE49-F238E27FC236}">
                <a16:creationId xmlns:a16="http://schemas.microsoft.com/office/drawing/2014/main" id="{DDCE899F-BEA6-391B-2CEC-C26F729EEC19}"/>
              </a:ext>
            </a:extLst>
          </p:cNvPr>
          <p:cNvSpPr txBox="1"/>
          <p:nvPr/>
        </p:nvSpPr>
        <p:spPr>
          <a:xfrm>
            <a:off x="97441" y="1970898"/>
            <a:ext cx="848309" cy="2308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rgbClr val="00B0F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pair2.second()</a:t>
            </a:r>
          </a:p>
        </p:txBody>
      </p:sp>
    </p:spTree>
    <p:extLst>
      <p:ext uri="{BB962C8B-B14F-4D97-AF65-F5344CB8AC3E}">
        <p14:creationId xmlns:p14="http://schemas.microsoft.com/office/powerpoint/2010/main" val="389295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130</Words>
  <Application>Microsoft Office PowerPoint</Application>
  <PresentationFormat>自定义</PresentationFormat>
  <Paragraphs>26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 Zhang(张熙-Peter)</dc:creator>
  <cp:lastModifiedBy>Xi Zhang(张熙-Peter)</cp:lastModifiedBy>
  <cp:revision>3</cp:revision>
  <dcterms:created xsi:type="dcterms:W3CDTF">2022-06-17T12:02:26Z</dcterms:created>
  <dcterms:modified xsi:type="dcterms:W3CDTF">2023-01-04T08:00:39Z</dcterms:modified>
</cp:coreProperties>
</file>