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5479713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2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4964" y="1414125"/>
            <a:ext cx="11609785" cy="3008266"/>
          </a:xfrm>
        </p:spPr>
        <p:txBody>
          <a:bodyPr anchor="b"/>
          <a:lstStyle>
            <a:lvl1pPr algn="ctr">
              <a:defRPr sz="75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4964" y="4538401"/>
            <a:ext cx="11609785" cy="2086184"/>
          </a:xfrm>
        </p:spPr>
        <p:txBody>
          <a:bodyPr/>
          <a:lstStyle>
            <a:lvl1pPr marL="0" indent="0" algn="ctr">
              <a:buNone/>
              <a:defRPr sz="3024"/>
            </a:lvl1pPr>
            <a:lvl2pPr marL="576072" indent="0" algn="ctr">
              <a:buNone/>
              <a:defRPr sz="2520"/>
            </a:lvl2pPr>
            <a:lvl3pPr marL="1152144" indent="0" algn="ctr">
              <a:buNone/>
              <a:defRPr sz="2268"/>
            </a:lvl3pPr>
            <a:lvl4pPr marL="1728216" indent="0" algn="ctr">
              <a:buNone/>
              <a:defRPr sz="2016"/>
            </a:lvl4pPr>
            <a:lvl5pPr marL="2304288" indent="0" algn="ctr">
              <a:buNone/>
              <a:defRPr sz="2016"/>
            </a:lvl5pPr>
            <a:lvl6pPr marL="2880360" indent="0" algn="ctr">
              <a:buNone/>
              <a:defRPr sz="2016"/>
            </a:lvl6pPr>
            <a:lvl7pPr marL="3456432" indent="0" algn="ctr">
              <a:buNone/>
              <a:defRPr sz="2016"/>
            </a:lvl7pPr>
            <a:lvl8pPr marL="4032504" indent="0" algn="ctr">
              <a:buNone/>
              <a:defRPr sz="2016"/>
            </a:lvl8pPr>
            <a:lvl9pPr marL="4608576" indent="0" algn="ctr">
              <a:buNone/>
              <a:defRPr sz="2016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75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186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168" y="2154191"/>
            <a:ext cx="13351252" cy="3594317"/>
          </a:xfrm>
        </p:spPr>
        <p:txBody>
          <a:bodyPr anchor="b"/>
          <a:lstStyle>
            <a:lvl1pPr>
              <a:defRPr sz="75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168" y="5782512"/>
            <a:ext cx="13351252" cy="1890166"/>
          </a:xfrm>
        </p:spPr>
        <p:txBody>
          <a:bodyPr/>
          <a:lstStyle>
            <a:lvl1pPr marL="0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1pPr>
            <a:lvl2pPr marL="576072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94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4230" y="2300203"/>
            <a:ext cx="6578878" cy="54824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6605" y="2300203"/>
            <a:ext cx="6578878" cy="54824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571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460041"/>
            <a:ext cx="13351252" cy="167014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247" y="2118188"/>
            <a:ext cx="6548644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247" y="3156278"/>
            <a:ext cx="6548644" cy="46424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36605" y="2118188"/>
            <a:ext cx="6580894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36605" y="3156278"/>
            <a:ext cx="6580894" cy="46424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882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77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082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576051"/>
            <a:ext cx="4992610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894" y="1244111"/>
            <a:ext cx="7836605" cy="6140542"/>
          </a:xfrm>
        </p:spPr>
        <p:txBody>
          <a:bodyPr/>
          <a:lstStyle>
            <a:lvl1pPr>
              <a:defRPr sz="4032"/>
            </a:lvl1pPr>
            <a:lvl2pPr>
              <a:defRPr sz="3528"/>
            </a:lvl2pPr>
            <a:lvl3pPr>
              <a:defRPr sz="3024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2592229"/>
            <a:ext cx="4992610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878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576051"/>
            <a:ext cx="4992610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80894" y="1244111"/>
            <a:ext cx="7836605" cy="6140542"/>
          </a:xfrm>
        </p:spPr>
        <p:txBody>
          <a:bodyPr anchor="t"/>
          <a:lstStyle>
            <a:lvl1pPr marL="0" indent="0">
              <a:buNone/>
              <a:defRPr sz="4032"/>
            </a:lvl1pPr>
            <a:lvl2pPr marL="576072" indent="0">
              <a:buNone/>
              <a:defRPr sz="3528"/>
            </a:lvl2pPr>
            <a:lvl3pPr marL="1152144" indent="0">
              <a:buNone/>
              <a:defRPr sz="3024"/>
            </a:lvl3pPr>
            <a:lvl4pPr marL="1728216" indent="0">
              <a:buNone/>
              <a:defRPr sz="2520"/>
            </a:lvl4pPr>
            <a:lvl5pPr marL="2304288" indent="0">
              <a:buNone/>
              <a:defRPr sz="2520"/>
            </a:lvl5pPr>
            <a:lvl6pPr marL="2880360" indent="0">
              <a:buNone/>
              <a:defRPr sz="2520"/>
            </a:lvl6pPr>
            <a:lvl7pPr marL="3456432" indent="0">
              <a:buNone/>
              <a:defRPr sz="2520"/>
            </a:lvl7pPr>
            <a:lvl8pPr marL="4032504" indent="0">
              <a:buNone/>
              <a:defRPr sz="2520"/>
            </a:lvl8pPr>
            <a:lvl9pPr marL="4608576" indent="0">
              <a:buNone/>
              <a:defRPr sz="25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2592229"/>
            <a:ext cx="4992610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10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7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77670" y="460041"/>
            <a:ext cx="3337813" cy="73226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4230" y="460041"/>
            <a:ext cx="9819943" cy="732264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68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4231" y="460041"/>
            <a:ext cx="13351252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231" y="2300203"/>
            <a:ext cx="13351252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4230" y="8008708"/>
            <a:ext cx="3482935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2E024-01B0-4C88-9767-DC09394DFD6E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27655" y="8008708"/>
            <a:ext cx="5224403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2548" y="8008708"/>
            <a:ext cx="3482935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64747-6421-44F0-AB01-5EBC725E4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32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152144" rtl="0" eaLnBrk="1" latinLnBrk="0" hangingPunct="1">
        <a:lnSpc>
          <a:spcPct val="90000"/>
        </a:lnSpc>
        <a:spcBef>
          <a:spcPct val="0"/>
        </a:spcBef>
        <a:buNone/>
        <a:defRPr sz="55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1152144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3528" kern="1200">
          <a:solidFill>
            <a:schemeClr val="tx1"/>
          </a:solidFill>
          <a:latin typeface="+mn-lt"/>
          <a:ea typeface="+mn-ea"/>
          <a:cs typeface="+mn-cs"/>
        </a:defRPr>
      </a:lvl1pPr>
      <a:lvl2pPr marL="86410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201625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592324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3168396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74446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89661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14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288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50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57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0EFF081-55E5-4CA2-9CDB-E622978F460C}"/>
              </a:ext>
            </a:extLst>
          </p:cNvPr>
          <p:cNvGrpSpPr/>
          <p:nvPr/>
        </p:nvGrpSpPr>
        <p:grpSpPr>
          <a:xfrm>
            <a:off x="24065" y="204619"/>
            <a:ext cx="9170735" cy="4941920"/>
            <a:chOff x="24064" y="204618"/>
            <a:chExt cx="15361173" cy="8277820"/>
          </a:xfrm>
        </p:grpSpPr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4062" y="204618"/>
              <a:ext cx="13201650" cy="2162175"/>
            </a:xfrm>
            <a:prstGeom prst="rect">
              <a:avLst/>
            </a:prstGeom>
          </p:spPr>
        </p:pic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4062" y="2721748"/>
              <a:ext cx="13211175" cy="1409700"/>
            </a:xfrm>
            <a:prstGeom prst="rect">
              <a:avLst/>
            </a:prstGeom>
          </p:spPr>
        </p:pic>
        <p:sp>
          <p:nvSpPr>
            <p:cNvPr id="52" name="文本框 51"/>
            <p:cNvSpPr txBox="1"/>
            <p:nvPr/>
          </p:nvSpPr>
          <p:spPr>
            <a:xfrm>
              <a:off x="24064" y="204618"/>
              <a:ext cx="2666197" cy="392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LDDW_BROADCAST_OFF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4064" y="2721748"/>
              <a:ext cx="2666197" cy="392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LDDW_BROADCAST_2</a:t>
              </a: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4062" y="4486403"/>
              <a:ext cx="13192125" cy="1419225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24064" y="4486403"/>
              <a:ext cx="2666197" cy="392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LDDW_BROADCAST_4</a:t>
              </a:r>
            </a:p>
          </p:txBody>
        </p:sp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74062" y="6251058"/>
              <a:ext cx="13182600" cy="1028700"/>
            </a:xfrm>
            <a:prstGeom prst="rect">
              <a:avLst/>
            </a:prstGeom>
          </p:spPr>
        </p:pic>
        <p:sp>
          <p:nvSpPr>
            <p:cNvPr id="57" name="文本框 56"/>
            <p:cNvSpPr txBox="1"/>
            <p:nvPr/>
          </p:nvSpPr>
          <p:spPr>
            <a:xfrm>
              <a:off x="24064" y="6260583"/>
              <a:ext cx="2666197" cy="392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LDDW_BROADCAST_8</a:t>
              </a:r>
            </a:p>
          </p:txBody>
        </p:sp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74062" y="7634713"/>
              <a:ext cx="13211175" cy="847725"/>
            </a:xfrm>
            <a:prstGeom prst="rect">
              <a:avLst/>
            </a:prstGeom>
          </p:spPr>
        </p:pic>
        <p:sp>
          <p:nvSpPr>
            <p:cNvPr id="59" name="文本框 58"/>
            <p:cNvSpPr txBox="1"/>
            <p:nvPr/>
          </p:nvSpPr>
          <p:spPr>
            <a:xfrm>
              <a:off x="24064" y="7634713"/>
              <a:ext cx="2666197" cy="392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LDDW_BROADCAST_16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789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2757</TotalTime>
  <Words>25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 Zhang(张熙-Peter)</dc:creator>
  <cp:lastModifiedBy>Jirong Li(李季戎)</cp:lastModifiedBy>
  <cp:revision>12</cp:revision>
  <dcterms:created xsi:type="dcterms:W3CDTF">2022-10-18T09:18:20Z</dcterms:created>
  <dcterms:modified xsi:type="dcterms:W3CDTF">2024-02-28T02:42:17Z</dcterms:modified>
</cp:coreProperties>
</file>