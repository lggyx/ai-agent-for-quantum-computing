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00400" cy="127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65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660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09404"/>
            <a:ext cx="2400300" cy="445464"/>
          </a:xfrm>
        </p:spPr>
        <p:txBody>
          <a:bodyPr anchor="b"/>
          <a:lstStyle>
            <a:lvl1pPr algn="ctr"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672047"/>
            <a:ext cx="2400300" cy="308922"/>
          </a:xfrm>
        </p:spPr>
        <p:txBody>
          <a:bodyPr/>
          <a:lstStyle>
            <a:lvl1pPr marL="0" indent="0" algn="ctr">
              <a:buNone/>
              <a:defRPr sz="448"/>
            </a:lvl1pPr>
            <a:lvl2pPr marL="85314" indent="0" algn="ctr">
              <a:buNone/>
              <a:defRPr sz="373"/>
            </a:lvl2pPr>
            <a:lvl3pPr marL="170627" indent="0" algn="ctr">
              <a:buNone/>
              <a:defRPr sz="336"/>
            </a:lvl3pPr>
            <a:lvl4pPr marL="255941" indent="0" algn="ctr">
              <a:buNone/>
              <a:defRPr sz="299"/>
            </a:lvl4pPr>
            <a:lvl5pPr marL="341254" indent="0" algn="ctr">
              <a:buNone/>
              <a:defRPr sz="299"/>
            </a:lvl5pPr>
            <a:lvl6pPr marL="426568" indent="0" algn="ctr">
              <a:buNone/>
              <a:defRPr sz="299"/>
            </a:lvl6pPr>
            <a:lvl7pPr marL="511881" indent="0" algn="ctr">
              <a:buNone/>
              <a:defRPr sz="299"/>
            </a:lvl7pPr>
            <a:lvl8pPr marL="597195" indent="0" algn="ctr">
              <a:buNone/>
              <a:defRPr sz="299"/>
            </a:lvl8pPr>
            <a:lvl9pPr marL="682508" indent="0" algn="ctr">
              <a:buNone/>
              <a:defRPr sz="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8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1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318993"/>
            <a:ext cx="2760345" cy="532247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856275"/>
            <a:ext cx="2760345" cy="279896"/>
          </a:xfrm>
        </p:spPr>
        <p:txBody>
          <a:bodyPr/>
          <a:lstStyle>
            <a:lvl1pPr marL="0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1pPr>
            <a:lvl2pPr marL="85314" indent="0">
              <a:buNone/>
              <a:defRPr sz="373">
                <a:solidFill>
                  <a:schemeClr val="tx1">
                    <a:tint val="75000"/>
                  </a:schemeClr>
                </a:solidFill>
              </a:defRPr>
            </a:lvl2pPr>
            <a:lvl3pPr marL="170627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3pPr>
            <a:lvl4pPr marL="255941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4pPr>
            <a:lvl5pPr marL="341254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5pPr>
            <a:lvl6pPr marL="426568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6pPr>
            <a:lvl7pPr marL="511881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7pPr>
            <a:lvl8pPr marL="597195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8pPr>
            <a:lvl9pPr marL="682508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4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340614"/>
            <a:ext cx="1360170" cy="8118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340614"/>
            <a:ext cx="1360170" cy="8118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6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68123"/>
            <a:ext cx="2760345" cy="2473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313661"/>
            <a:ext cx="1353919" cy="153721"/>
          </a:xfrm>
        </p:spPr>
        <p:txBody>
          <a:bodyPr anchor="b"/>
          <a:lstStyle>
            <a:lvl1pPr marL="0" indent="0">
              <a:buNone/>
              <a:defRPr sz="448" b="1"/>
            </a:lvl1pPr>
            <a:lvl2pPr marL="85314" indent="0">
              <a:buNone/>
              <a:defRPr sz="373" b="1"/>
            </a:lvl2pPr>
            <a:lvl3pPr marL="170627" indent="0">
              <a:buNone/>
              <a:defRPr sz="336" b="1"/>
            </a:lvl3pPr>
            <a:lvl4pPr marL="255941" indent="0">
              <a:buNone/>
              <a:defRPr sz="299" b="1"/>
            </a:lvl4pPr>
            <a:lvl5pPr marL="341254" indent="0">
              <a:buNone/>
              <a:defRPr sz="299" b="1"/>
            </a:lvl5pPr>
            <a:lvl6pPr marL="426568" indent="0">
              <a:buNone/>
              <a:defRPr sz="299" b="1"/>
            </a:lvl6pPr>
            <a:lvl7pPr marL="511881" indent="0">
              <a:buNone/>
              <a:defRPr sz="299" b="1"/>
            </a:lvl7pPr>
            <a:lvl8pPr marL="597195" indent="0">
              <a:buNone/>
              <a:defRPr sz="299" b="1"/>
            </a:lvl8pPr>
            <a:lvl9pPr marL="682508" indent="0">
              <a:buNone/>
              <a:defRPr sz="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467382"/>
            <a:ext cx="1353919" cy="687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313661"/>
            <a:ext cx="1360587" cy="153721"/>
          </a:xfrm>
        </p:spPr>
        <p:txBody>
          <a:bodyPr anchor="b"/>
          <a:lstStyle>
            <a:lvl1pPr marL="0" indent="0">
              <a:buNone/>
              <a:defRPr sz="448" b="1"/>
            </a:lvl1pPr>
            <a:lvl2pPr marL="85314" indent="0">
              <a:buNone/>
              <a:defRPr sz="373" b="1"/>
            </a:lvl2pPr>
            <a:lvl3pPr marL="170627" indent="0">
              <a:buNone/>
              <a:defRPr sz="336" b="1"/>
            </a:lvl3pPr>
            <a:lvl4pPr marL="255941" indent="0">
              <a:buNone/>
              <a:defRPr sz="299" b="1"/>
            </a:lvl4pPr>
            <a:lvl5pPr marL="341254" indent="0">
              <a:buNone/>
              <a:defRPr sz="299" b="1"/>
            </a:lvl5pPr>
            <a:lvl6pPr marL="426568" indent="0">
              <a:buNone/>
              <a:defRPr sz="299" b="1"/>
            </a:lvl6pPr>
            <a:lvl7pPr marL="511881" indent="0">
              <a:buNone/>
              <a:defRPr sz="299" b="1"/>
            </a:lvl7pPr>
            <a:lvl8pPr marL="597195" indent="0">
              <a:buNone/>
              <a:defRPr sz="299" b="1"/>
            </a:lvl8pPr>
            <a:lvl9pPr marL="682508" indent="0">
              <a:buNone/>
              <a:defRPr sz="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467382"/>
            <a:ext cx="1360587" cy="687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40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04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85302"/>
            <a:ext cx="1032212" cy="298556"/>
          </a:xfrm>
        </p:spPr>
        <p:txBody>
          <a:bodyPr anchor="b"/>
          <a:lstStyle>
            <a:lvl1pPr>
              <a:defRPr sz="5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184228"/>
            <a:ext cx="1620203" cy="909292"/>
          </a:xfrm>
        </p:spPr>
        <p:txBody>
          <a:bodyPr/>
          <a:lstStyle>
            <a:lvl1pPr>
              <a:defRPr sz="597"/>
            </a:lvl1pPr>
            <a:lvl2pPr>
              <a:defRPr sz="522"/>
            </a:lvl2pPr>
            <a:lvl3pPr>
              <a:defRPr sz="448"/>
            </a:lvl3pPr>
            <a:lvl4pPr>
              <a:defRPr sz="373"/>
            </a:lvl4pPr>
            <a:lvl5pPr>
              <a:defRPr sz="373"/>
            </a:lvl5pPr>
            <a:lvl6pPr>
              <a:defRPr sz="373"/>
            </a:lvl6pPr>
            <a:lvl7pPr>
              <a:defRPr sz="373"/>
            </a:lvl7pPr>
            <a:lvl8pPr>
              <a:defRPr sz="373"/>
            </a:lvl8pPr>
            <a:lvl9pPr>
              <a:defRPr sz="3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383857"/>
            <a:ext cx="1032212" cy="711144"/>
          </a:xfrm>
        </p:spPr>
        <p:txBody>
          <a:bodyPr/>
          <a:lstStyle>
            <a:lvl1pPr marL="0" indent="0">
              <a:buNone/>
              <a:defRPr sz="299"/>
            </a:lvl1pPr>
            <a:lvl2pPr marL="85314" indent="0">
              <a:buNone/>
              <a:defRPr sz="261"/>
            </a:lvl2pPr>
            <a:lvl3pPr marL="170627" indent="0">
              <a:buNone/>
              <a:defRPr sz="224"/>
            </a:lvl3pPr>
            <a:lvl4pPr marL="255941" indent="0">
              <a:buNone/>
              <a:defRPr sz="187"/>
            </a:lvl4pPr>
            <a:lvl5pPr marL="341254" indent="0">
              <a:buNone/>
              <a:defRPr sz="187"/>
            </a:lvl5pPr>
            <a:lvl6pPr marL="426568" indent="0">
              <a:buNone/>
              <a:defRPr sz="187"/>
            </a:lvl6pPr>
            <a:lvl7pPr marL="511881" indent="0">
              <a:buNone/>
              <a:defRPr sz="187"/>
            </a:lvl7pPr>
            <a:lvl8pPr marL="597195" indent="0">
              <a:buNone/>
              <a:defRPr sz="187"/>
            </a:lvl8pPr>
            <a:lvl9pPr marL="682508" indent="0">
              <a:buNone/>
              <a:defRPr sz="1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7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85302"/>
            <a:ext cx="1032212" cy="298556"/>
          </a:xfrm>
        </p:spPr>
        <p:txBody>
          <a:bodyPr anchor="b"/>
          <a:lstStyle>
            <a:lvl1pPr>
              <a:defRPr sz="5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184228"/>
            <a:ext cx="1620203" cy="909292"/>
          </a:xfrm>
        </p:spPr>
        <p:txBody>
          <a:bodyPr anchor="t"/>
          <a:lstStyle>
            <a:lvl1pPr marL="0" indent="0">
              <a:buNone/>
              <a:defRPr sz="597"/>
            </a:lvl1pPr>
            <a:lvl2pPr marL="85314" indent="0">
              <a:buNone/>
              <a:defRPr sz="522"/>
            </a:lvl2pPr>
            <a:lvl3pPr marL="170627" indent="0">
              <a:buNone/>
              <a:defRPr sz="448"/>
            </a:lvl3pPr>
            <a:lvl4pPr marL="255941" indent="0">
              <a:buNone/>
              <a:defRPr sz="373"/>
            </a:lvl4pPr>
            <a:lvl5pPr marL="341254" indent="0">
              <a:buNone/>
              <a:defRPr sz="373"/>
            </a:lvl5pPr>
            <a:lvl6pPr marL="426568" indent="0">
              <a:buNone/>
              <a:defRPr sz="373"/>
            </a:lvl6pPr>
            <a:lvl7pPr marL="511881" indent="0">
              <a:buNone/>
              <a:defRPr sz="373"/>
            </a:lvl7pPr>
            <a:lvl8pPr marL="597195" indent="0">
              <a:buNone/>
              <a:defRPr sz="373"/>
            </a:lvl8pPr>
            <a:lvl9pPr marL="682508" indent="0">
              <a:buNone/>
              <a:defRPr sz="3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383857"/>
            <a:ext cx="1032212" cy="711144"/>
          </a:xfrm>
        </p:spPr>
        <p:txBody>
          <a:bodyPr/>
          <a:lstStyle>
            <a:lvl1pPr marL="0" indent="0">
              <a:buNone/>
              <a:defRPr sz="299"/>
            </a:lvl1pPr>
            <a:lvl2pPr marL="85314" indent="0">
              <a:buNone/>
              <a:defRPr sz="261"/>
            </a:lvl2pPr>
            <a:lvl3pPr marL="170627" indent="0">
              <a:buNone/>
              <a:defRPr sz="224"/>
            </a:lvl3pPr>
            <a:lvl4pPr marL="255941" indent="0">
              <a:buNone/>
              <a:defRPr sz="187"/>
            </a:lvl4pPr>
            <a:lvl5pPr marL="341254" indent="0">
              <a:buNone/>
              <a:defRPr sz="187"/>
            </a:lvl5pPr>
            <a:lvl6pPr marL="426568" indent="0">
              <a:buNone/>
              <a:defRPr sz="187"/>
            </a:lvl6pPr>
            <a:lvl7pPr marL="511881" indent="0">
              <a:buNone/>
              <a:defRPr sz="187"/>
            </a:lvl7pPr>
            <a:lvl8pPr marL="597195" indent="0">
              <a:buNone/>
              <a:defRPr sz="187"/>
            </a:lvl8pPr>
            <a:lvl9pPr marL="682508" indent="0">
              <a:buNone/>
              <a:defRPr sz="1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9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2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68123"/>
            <a:ext cx="690086" cy="1084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68123"/>
            <a:ext cx="2030254" cy="1084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92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68123"/>
            <a:ext cx="2760345" cy="247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340614"/>
            <a:ext cx="2760345" cy="81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185930"/>
            <a:ext cx="720090" cy="68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28564-FCA9-4736-8C89-0E0C7FEF5DD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185930"/>
            <a:ext cx="1080135" cy="68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185930"/>
            <a:ext cx="720090" cy="68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E2A90-6EB8-4705-ABB4-1308C0B4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3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0627" rtl="0" eaLnBrk="1" latinLnBrk="0" hangingPunct="1">
        <a:lnSpc>
          <a:spcPct val="90000"/>
        </a:lnSpc>
        <a:spcBef>
          <a:spcPct val="0"/>
        </a:spcBef>
        <a:buNone/>
        <a:defRPr sz="8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657" indent="-42657" algn="l" defTabSz="17062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522" kern="1200">
          <a:solidFill>
            <a:schemeClr val="tx1"/>
          </a:solidFill>
          <a:latin typeface="+mn-lt"/>
          <a:ea typeface="+mn-ea"/>
          <a:cs typeface="+mn-cs"/>
        </a:defRPr>
      </a:lvl1pPr>
      <a:lvl2pPr marL="127970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448" kern="1200">
          <a:solidFill>
            <a:schemeClr val="tx1"/>
          </a:solidFill>
          <a:latin typeface="+mn-lt"/>
          <a:ea typeface="+mn-ea"/>
          <a:cs typeface="+mn-cs"/>
        </a:defRPr>
      </a:lvl2pPr>
      <a:lvl3pPr marL="213284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3pPr>
      <a:lvl4pPr marL="298597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4pPr>
      <a:lvl5pPr marL="383911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5pPr>
      <a:lvl6pPr marL="469224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6pPr>
      <a:lvl7pPr marL="554538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7pPr>
      <a:lvl8pPr marL="639851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8pPr>
      <a:lvl9pPr marL="725165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1pPr>
      <a:lvl2pPr marL="85314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2pPr>
      <a:lvl3pPr marL="170627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3pPr>
      <a:lvl4pPr marL="255941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4pPr>
      <a:lvl5pPr marL="341254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5pPr>
      <a:lvl6pPr marL="426568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6pPr>
      <a:lvl7pPr marL="511881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7pPr>
      <a:lvl8pPr marL="597195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8pPr>
      <a:lvl9pPr marL="682508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3">
            <a:extLst>
              <a:ext uri="{FF2B5EF4-FFF2-40B4-BE49-F238E27FC236}">
                <a16:creationId xmlns:a16="http://schemas.microsoft.com/office/drawing/2014/main" id="{C8B1F493-9640-4EA6-BBF0-EFA213764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36518"/>
              </p:ext>
            </p:extLst>
          </p:nvPr>
        </p:nvGraphicFramePr>
        <p:xfrm>
          <a:off x="677822" y="310210"/>
          <a:ext cx="2266869" cy="914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6869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</a:tblGrid>
              <a:tr h="227577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0</a:t>
                      </a:r>
                      <a:endParaRPr lang="en-US" sz="9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227577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87798"/>
                  </a:ext>
                </a:extLst>
              </a:tr>
              <a:tr h="227577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146826"/>
                  </a:ext>
                </a:extLst>
              </a:tr>
              <a:tr h="227577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3846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093899-8A82-4CEA-8E14-9EBB24CFBBDC}"/>
              </a:ext>
            </a:extLst>
          </p:cNvPr>
          <p:cNvSpPr txBox="1"/>
          <p:nvPr/>
        </p:nvSpPr>
        <p:spPr>
          <a:xfrm>
            <a:off x="-11087" y="21097"/>
            <a:ext cx="858982" cy="323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501" dirty="0">
                <a:latin typeface="Arial "/>
                <a:ea typeface="Microsoft YaHei" panose="020B0503020204020204" pitchFamily="34" charset="-122"/>
              </a:rPr>
              <a:t>数据块</a:t>
            </a:r>
            <a:endParaRPr lang="en-US" sz="1501" dirty="0">
              <a:latin typeface="Arial "/>
              <a:ea typeface="Microsoft YaHei" panose="020B0503020204020204" pitchFamily="34" charset="-122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EB4B00-2FE8-42F9-BEC8-4DFC04FB3DCA}"/>
              </a:ext>
            </a:extLst>
          </p:cNvPr>
          <p:cNvCxnSpPr>
            <a:cxnSpLocks/>
          </p:cNvCxnSpPr>
          <p:nvPr/>
        </p:nvCxnSpPr>
        <p:spPr>
          <a:xfrm>
            <a:off x="677822" y="182744"/>
            <a:ext cx="47539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FE57D5-0CD8-43D3-A149-DDB20EB6C033}"/>
              </a:ext>
            </a:extLst>
          </p:cNvPr>
          <p:cNvSpPr txBox="1"/>
          <p:nvPr/>
        </p:nvSpPr>
        <p:spPr>
          <a:xfrm>
            <a:off x="1107314" y="63992"/>
            <a:ext cx="294237" cy="246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2" dirty="0">
                <a:latin typeface="Arial "/>
                <a:ea typeface="Microsoft YaHei" panose="020B0503020204020204" pitchFamily="34" charset="-122"/>
              </a:rPr>
              <a:t>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ABA723-0F10-40B9-B4F1-873D48E93A82}"/>
              </a:ext>
            </a:extLst>
          </p:cNvPr>
          <p:cNvCxnSpPr>
            <a:cxnSpLocks/>
          </p:cNvCxnSpPr>
          <p:nvPr/>
        </p:nvCxnSpPr>
        <p:spPr>
          <a:xfrm>
            <a:off x="543085" y="310219"/>
            <a:ext cx="0" cy="28390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FB52973-E27C-4015-866E-57BA4EB34485}"/>
              </a:ext>
            </a:extLst>
          </p:cNvPr>
          <p:cNvSpPr txBox="1"/>
          <p:nvPr/>
        </p:nvSpPr>
        <p:spPr>
          <a:xfrm>
            <a:off x="395972" y="633557"/>
            <a:ext cx="294237" cy="246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2" dirty="0">
                <a:latin typeface="Arial "/>
                <a:ea typeface="Microsoft YaHei" panose="020B0503020204020204" pitchFamily="34" charset="-122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550403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20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 </vt:lpstr>
      <vt:lpstr>等线</vt:lpstr>
      <vt:lpstr>Microsoft YaHei</vt:lpstr>
      <vt:lpstr>Arial</vt:lpstr>
      <vt:lpstr>Calibri</vt:lpstr>
      <vt:lpstr>Calibri Light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2</cp:revision>
  <dcterms:created xsi:type="dcterms:W3CDTF">2022-04-07T09:02:21Z</dcterms:created>
  <dcterms:modified xsi:type="dcterms:W3CDTF">2022-11-25T07:46:07Z</dcterms:modified>
</cp:coreProperties>
</file>