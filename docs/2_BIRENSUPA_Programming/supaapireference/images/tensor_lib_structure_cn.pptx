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0" r:id="rId1"/>
  </p:sldMasterIdLst>
  <p:notesMasterIdLst>
    <p:notesMasterId r:id="rId3"/>
  </p:notesMasterIdLst>
  <p:sldIdLst>
    <p:sldId id="256" r:id="rId2"/>
  </p:sldIdLst>
  <p:sldSz cx="8961438" cy="4846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41" autoAdjust="0"/>
    <p:restoredTop sz="93758" autoAdjust="0"/>
  </p:normalViewPr>
  <p:slideViewPr>
    <p:cSldViewPr snapToGrid="0">
      <p:cViewPr>
        <p:scale>
          <a:sx n="80" d="100"/>
          <a:sy n="80" d="100"/>
        </p:scale>
        <p:origin x="540" y="18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BCA26-2497-4D2F-9571-A0C997A43EAA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6263" y="1143000"/>
            <a:ext cx="5705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F3C6A1-93D1-4A18-811B-789C522BAA5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798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1pPr>
    <a:lvl2pPr marL="388265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2pPr>
    <a:lvl3pPr marL="776532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3pPr>
    <a:lvl4pPr marL="1164797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4pPr>
    <a:lvl5pPr marL="1553063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5pPr>
    <a:lvl6pPr marL="1941330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6pPr>
    <a:lvl7pPr marL="2329595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7pPr>
    <a:lvl8pPr marL="2717860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8pPr>
    <a:lvl9pPr marL="3106127" algn="l" defTabSz="776532" rtl="0" eaLnBrk="1" latinLnBrk="0" hangingPunct="1">
      <a:defRPr sz="101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76263" y="1143000"/>
            <a:ext cx="57054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F3C6A1-93D1-4A18-811B-789C522BAA5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89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0180" y="793189"/>
            <a:ext cx="6721079" cy="1687348"/>
          </a:xfrm>
        </p:spPr>
        <p:txBody>
          <a:bodyPr anchor="b"/>
          <a:lstStyle>
            <a:lvl1pPr algn="ctr">
              <a:defRPr sz="4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180" y="2545607"/>
            <a:ext cx="6721079" cy="1170149"/>
          </a:xfrm>
        </p:spPr>
        <p:txBody>
          <a:bodyPr/>
          <a:lstStyle>
            <a:lvl1pPr marL="0" indent="0" algn="ctr">
              <a:buNone/>
              <a:defRPr sz="1696"/>
            </a:lvl1pPr>
            <a:lvl2pPr marL="323103" indent="0" algn="ctr">
              <a:buNone/>
              <a:defRPr sz="1413"/>
            </a:lvl2pPr>
            <a:lvl3pPr marL="646206" indent="0" algn="ctr">
              <a:buNone/>
              <a:defRPr sz="1272"/>
            </a:lvl3pPr>
            <a:lvl4pPr marL="969310" indent="0" algn="ctr">
              <a:buNone/>
              <a:defRPr sz="1131"/>
            </a:lvl4pPr>
            <a:lvl5pPr marL="1292413" indent="0" algn="ctr">
              <a:buNone/>
              <a:defRPr sz="1131"/>
            </a:lvl5pPr>
            <a:lvl6pPr marL="1615516" indent="0" algn="ctr">
              <a:buNone/>
              <a:defRPr sz="1131"/>
            </a:lvl6pPr>
            <a:lvl7pPr marL="1938619" indent="0" algn="ctr">
              <a:buNone/>
              <a:defRPr sz="1131"/>
            </a:lvl7pPr>
            <a:lvl8pPr marL="2261723" indent="0" algn="ctr">
              <a:buNone/>
              <a:defRPr sz="1131"/>
            </a:lvl8pPr>
            <a:lvl9pPr marL="2584826" indent="0" algn="ctr">
              <a:buNone/>
              <a:defRPr sz="113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8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5994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432" y="1208295"/>
            <a:ext cx="7729240" cy="2016066"/>
          </a:xfrm>
        </p:spPr>
        <p:txBody>
          <a:bodyPr anchor="b"/>
          <a:lstStyle>
            <a:lvl1pPr>
              <a:defRPr sz="42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1432" y="3243434"/>
            <a:ext cx="7729240" cy="1060202"/>
          </a:xfrm>
        </p:spPr>
        <p:txBody>
          <a:bodyPr/>
          <a:lstStyle>
            <a:lvl1pPr marL="0" indent="0">
              <a:buNone/>
              <a:defRPr sz="1696">
                <a:solidFill>
                  <a:schemeClr val="tx1">
                    <a:tint val="75000"/>
                  </a:schemeClr>
                </a:solidFill>
              </a:defRPr>
            </a:lvl1pPr>
            <a:lvl2pPr marL="323103" indent="0">
              <a:buNone/>
              <a:defRPr sz="1413">
                <a:solidFill>
                  <a:schemeClr val="tx1">
                    <a:tint val="75000"/>
                  </a:schemeClr>
                </a:solidFill>
              </a:defRPr>
            </a:lvl2pPr>
            <a:lvl3pPr marL="646206" indent="0">
              <a:buNone/>
              <a:defRPr sz="1272">
                <a:solidFill>
                  <a:schemeClr val="tx1">
                    <a:tint val="75000"/>
                  </a:schemeClr>
                </a:solidFill>
              </a:defRPr>
            </a:lvl3pPr>
            <a:lvl4pPr marL="969310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4pPr>
            <a:lvl5pPr marL="1292413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5pPr>
            <a:lvl6pPr marL="1615516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6pPr>
            <a:lvl7pPr marL="1938619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7pPr>
            <a:lvl8pPr marL="2261723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8pPr>
            <a:lvl9pPr marL="2584826" indent="0">
              <a:buNone/>
              <a:defRPr sz="113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209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099" y="1290193"/>
            <a:ext cx="380861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6728" y="1290193"/>
            <a:ext cx="3808611" cy="30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828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258039"/>
            <a:ext cx="7729240" cy="936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266" y="1188100"/>
            <a:ext cx="3791108" cy="582269"/>
          </a:xfrm>
        </p:spPr>
        <p:txBody>
          <a:bodyPr anchor="b"/>
          <a:lstStyle>
            <a:lvl1pPr marL="0" indent="0">
              <a:buNone/>
              <a:defRPr sz="1696" b="1"/>
            </a:lvl1pPr>
            <a:lvl2pPr marL="323103" indent="0">
              <a:buNone/>
              <a:defRPr sz="1413" b="1"/>
            </a:lvl2pPr>
            <a:lvl3pPr marL="646206" indent="0">
              <a:buNone/>
              <a:defRPr sz="1272" b="1"/>
            </a:lvl3pPr>
            <a:lvl4pPr marL="969310" indent="0">
              <a:buNone/>
              <a:defRPr sz="1131" b="1"/>
            </a:lvl4pPr>
            <a:lvl5pPr marL="1292413" indent="0">
              <a:buNone/>
              <a:defRPr sz="1131" b="1"/>
            </a:lvl5pPr>
            <a:lvl6pPr marL="1615516" indent="0">
              <a:buNone/>
              <a:defRPr sz="1131" b="1"/>
            </a:lvl6pPr>
            <a:lvl7pPr marL="1938619" indent="0">
              <a:buNone/>
              <a:defRPr sz="1131" b="1"/>
            </a:lvl7pPr>
            <a:lvl8pPr marL="2261723" indent="0">
              <a:buNone/>
              <a:defRPr sz="1131" b="1"/>
            </a:lvl8pPr>
            <a:lvl9pPr marL="2584826" indent="0">
              <a:buNone/>
              <a:defRPr sz="1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66" y="1770369"/>
            <a:ext cx="3791108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36728" y="1188100"/>
            <a:ext cx="3809778" cy="582269"/>
          </a:xfrm>
        </p:spPr>
        <p:txBody>
          <a:bodyPr anchor="b"/>
          <a:lstStyle>
            <a:lvl1pPr marL="0" indent="0">
              <a:buNone/>
              <a:defRPr sz="1696" b="1"/>
            </a:lvl1pPr>
            <a:lvl2pPr marL="323103" indent="0">
              <a:buNone/>
              <a:defRPr sz="1413" b="1"/>
            </a:lvl2pPr>
            <a:lvl3pPr marL="646206" indent="0">
              <a:buNone/>
              <a:defRPr sz="1272" b="1"/>
            </a:lvl3pPr>
            <a:lvl4pPr marL="969310" indent="0">
              <a:buNone/>
              <a:defRPr sz="1131" b="1"/>
            </a:lvl4pPr>
            <a:lvl5pPr marL="1292413" indent="0">
              <a:buNone/>
              <a:defRPr sz="1131" b="1"/>
            </a:lvl5pPr>
            <a:lvl6pPr marL="1615516" indent="0">
              <a:buNone/>
              <a:defRPr sz="1131" b="1"/>
            </a:lvl6pPr>
            <a:lvl7pPr marL="1938619" indent="0">
              <a:buNone/>
              <a:defRPr sz="1131" b="1"/>
            </a:lvl7pPr>
            <a:lvl8pPr marL="2261723" indent="0">
              <a:buNone/>
              <a:defRPr sz="1131" b="1"/>
            </a:lvl8pPr>
            <a:lvl9pPr marL="2584826" indent="0">
              <a:buNone/>
              <a:defRPr sz="113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36728" y="1770369"/>
            <a:ext cx="3809778" cy="26039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279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833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475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23109"/>
            <a:ext cx="2890297" cy="1130882"/>
          </a:xfrm>
        </p:spPr>
        <p:txBody>
          <a:bodyPr anchor="b"/>
          <a:lstStyle>
            <a:lvl1pPr>
              <a:defRPr sz="22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9778" y="697827"/>
            <a:ext cx="4536728" cy="3444254"/>
          </a:xfrm>
        </p:spPr>
        <p:txBody>
          <a:bodyPr/>
          <a:lstStyle>
            <a:lvl1pPr>
              <a:defRPr sz="2261"/>
            </a:lvl1pPr>
            <a:lvl2pPr>
              <a:defRPr sz="1979"/>
            </a:lvl2pPr>
            <a:lvl3pPr>
              <a:defRPr sz="1696"/>
            </a:lvl3pPr>
            <a:lvl4pPr>
              <a:defRPr sz="1413"/>
            </a:lvl4pPr>
            <a:lvl5pPr>
              <a:defRPr sz="1413"/>
            </a:lvl5pPr>
            <a:lvl6pPr>
              <a:defRPr sz="1413"/>
            </a:lvl6pPr>
            <a:lvl7pPr>
              <a:defRPr sz="1413"/>
            </a:lvl7pPr>
            <a:lvl8pPr>
              <a:defRPr sz="1413"/>
            </a:lvl8pPr>
            <a:lvl9pPr>
              <a:defRPr sz="141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1453991"/>
            <a:ext cx="2890297" cy="2693699"/>
          </a:xfrm>
        </p:spPr>
        <p:txBody>
          <a:bodyPr/>
          <a:lstStyle>
            <a:lvl1pPr marL="0" indent="0">
              <a:buNone/>
              <a:defRPr sz="1131"/>
            </a:lvl1pPr>
            <a:lvl2pPr marL="323103" indent="0">
              <a:buNone/>
              <a:defRPr sz="989"/>
            </a:lvl2pPr>
            <a:lvl3pPr marL="646206" indent="0">
              <a:buNone/>
              <a:defRPr sz="848"/>
            </a:lvl3pPr>
            <a:lvl4pPr marL="969310" indent="0">
              <a:buNone/>
              <a:defRPr sz="707"/>
            </a:lvl4pPr>
            <a:lvl5pPr marL="1292413" indent="0">
              <a:buNone/>
              <a:defRPr sz="707"/>
            </a:lvl5pPr>
            <a:lvl6pPr marL="1615516" indent="0">
              <a:buNone/>
              <a:defRPr sz="707"/>
            </a:lvl6pPr>
            <a:lvl7pPr marL="1938619" indent="0">
              <a:buNone/>
              <a:defRPr sz="707"/>
            </a:lvl7pPr>
            <a:lvl8pPr marL="2261723" indent="0">
              <a:buNone/>
              <a:defRPr sz="707"/>
            </a:lvl8pPr>
            <a:lvl9pPr marL="2584826" indent="0">
              <a:buNone/>
              <a:defRPr sz="7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4555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266" y="323109"/>
            <a:ext cx="2890297" cy="1130882"/>
          </a:xfrm>
        </p:spPr>
        <p:txBody>
          <a:bodyPr anchor="b"/>
          <a:lstStyle>
            <a:lvl1pPr>
              <a:defRPr sz="22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09778" y="697827"/>
            <a:ext cx="4536728" cy="3444254"/>
          </a:xfrm>
        </p:spPr>
        <p:txBody>
          <a:bodyPr anchor="t"/>
          <a:lstStyle>
            <a:lvl1pPr marL="0" indent="0">
              <a:buNone/>
              <a:defRPr sz="2261"/>
            </a:lvl1pPr>
            <a:lvl2pPr marL="323103" indent="0">
              <a:buNone/>
              <a:defRPr sz="1979"/>
            </a:lvl2pPr>
            <a:lvl3pPr marL="646206" indent="0">
              <a:buNone/>
              <a:defRPr sz="1696"/>
            </a:lvl3pPr>
            <a:lvl4pPr marL="969310" indent="0">
              <a:buNone/>
              <a:defRPr sz="1413"/>
            </a:lvl4pPr>
            <a:lvl5pPr marL="1292413" indent="0">
              <a:buNone/>
              <a:defRPr sz="1413"/>
            </a:lvl5pPr>
            <a:lvl6pPr marL="1615516" indent="0">
              <a:buNone/>
              <a:defRPr sz="1413"/>
            </a:lvl6pPr>
            <a:lvl7pPr marL="1938619" indent="0">
              <a:buNone/>
              <a:defRPr sz="1413"/>
            </a:lvl7pPr>
            <a:lvl8pPr marL="2261723" indent="0">
              <a:buNone/>
              <a:defRPr sz="1413"/>
            </a:lvl8pPr>
            <a:lvl9pPr marL="2584826" indent="0">
              <a:buNone/>
              <a:defRPr sz="141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7266" y="1453991"/>
            <a:ext cx="2890297" cy="2693699"/>
          </a:xfrm>
        </p:spPr>
        <p:txBody>
          <a:bodyPr/>
          <a:lstStyle>
            <a:lvl1pPr marL="0" indent="0">
              <a:buNone/>
              <a:defRPr sz="1131"/>
            </a:lvl1pPr>
            <a:lvl2pPr marL="323103" indent="0">
              <a:buNone/>
              <a:defRPr sz="989"/>
            </a:lvl2pPr>
            <a:lvl3pPr marL="646206" indent="0">
              <a:buNone/>
              <a:defRPr sz="848"/>
            </a:lvl3pPr>
            <a:lvl4pPr marL="969310" indent="0">
              <a:buNone/>
              <a:defRPr sz="707"/>
            </a:lvl4pPr>
            <a:lvl5pPr marL="1292413" indent="0">
              <a:buNone/>
              <a:defRPr sz="707"/>
            </a:lvl5pPr>
            <a:lvl6pPr marL="1615516" indent="0">
              <a:buNone/>
              <a:defRPr sz="707"/>
            </a:lvl6pPr>
            <a:lvl7pPr marL="1938619" indent="0">
              <a:buNone/>
              <a:defRPr sz="707"/>
            </a:lvl7pPr>
            <a:lvl8pPr marL="2261723" indent="0">
              <a:buNone/>
              <a:defRPr sz="707"/>
            </a:lvl8pPr>
            <a:lvl9pPr marL="2584826" indent="0">
              <a:buNone/>
              <a:defRPr sz="70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5718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689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13029" y="258038"/>
            <a:ext cx="1932310" cy="41073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6099" y="258038"/>
            <a:ext cx="5684912" cy="41073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04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099" y="258039"/>
            <a:ext cx="7729240" cy="936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6099" y="1290193"/>
            <a:ext cx="7729240" cy="3075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6099" y="4492116"/>
            <a:ext cx="201632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11/14/2024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8477" y="4492116"/>
            <a:ext cx="3024485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329015" y="4492116"/>
            <a:ext cx="2016324" cy="2580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281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</p:sldLayoutIdLst>
  <p:txStyles>
    <p:titleStyle>
      <a:lvl1pPr algn="l" defTabSz="646206" rtl="0" eaLnBrk="1" latinLnBrk="0" hangingPunct="1">
        <a:lnSpc>
          <a:spcPct val="90000"/>
        </a:lnSpc>
        <a:spcBef>
          <a:spcPct val="0"/>
        </a:spcBef>
        <a:buNone/>
        <a:defRPr sz="310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552" indent="-161552" algn="l" defTabSz="646206" rtl="0" eaLnBrk="1" latinLnBrk="0" hangingPunct="1">
        <a:lnSpc>
          <a:spcPct val="90000"/>
        </a:lnSpc>
        <a:spcBef>
          <a:spcPts val="707"/>
        </a:spcBef>
        <a:buFont typeface="Arial" panose="020B0604020202020204" pitchFamily="34" charset="0"/>
        <a:buChar char="•"/>
        <a:defRPr sz="1979" kern="1200">
          <a:solidFill>
            <a:schemeClr val="tx1"/>
          </a:solidFill>
          <a:latin typeface="+mn-lt"/>
          <a:ea typeface="+mn-ea"/>
          <a:cs typeface="+mn-cs"/>
        </a:defRPr>
      </a:lvl1pPr>
      <a:lvl2pPr marL="484655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696" kern="1200">
          <a:solidFill>
            <a:schemeClr val="tx1"/>
          </a:solidFill>
          <a:latin typeface="+mn-lt"/>
          <a:ea typeface="+mn-ea"/>
          <a:cs typeface="+mn-cs"/>
        </a:defRPr>
      </a:lvl2pPr>
      <a:lvl3pPr marL="80775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413" kern="1200">
          <a:solidFill>
            <a:schemeClr val="tx1"/>
          </a:solidFill>
          <a:latin typeface="+mn-lt"/>
          <a:ea typeface="+mn-ea"/>
          <a:cs typeface="+mn-cs"/>
        </a:defRPr>
      </a:lvl3pPr>
      <a:lvl4pPr marL="1130861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4pPr>
      <a:lvl5pPr marL="1453965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5pPr>
      <a:lvl6pPr marL="177706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6pPr>
      <a:lvl7pPr marL="2100171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7pPr>
      <a:lvl8pPr marL="2423274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8pPr>
      <a:lvl9pPr marL="2746378" indent="-161552" algn="l" defTabSz="646206" rtl="0" eaLnBrk="1" latinLnBrk="0" hangingPunct="1">
        <a:lnSpc>
          <a:spcPct val="90000"/>
        </a:lnSpc>
        <a:spcBef>
          <a:spcPts val="353"/>
        </a:spcBef>
        <a:buFont typeface="Arial" panose="020B0604020202020204" pitchFamily="34" charset="0"/>
        <a:buChar char="•"/>
        <a:defRPr sz="12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1pPr>
      <a:lvl2pPr marL="32310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2pPr>
      <a:lvl3pPr marL="64620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3pPr>
      <a:lvl4pPr marL="969310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4pPr>
      <a:lvl5pPr marL="129241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5pPr>
      <a:lvl6pPr marL="161551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6pPr>
      <a:lvl7pPr marL="1938619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7pPr>
      <a:lvl8pPr marL="2261723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8pPr>
      <a:lvl9pPr marL="2584826" algn="l" defTabSz="646206" rtl="0" eaLnBrk="1" latinLnBrk="0" hangingPunct="1">
        <a:defRPr sz="12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F2F852-CBA0-87E8-240E-A22E202268E6}"/>
              </a:ext>
            </a:extLst>
          </p:cNvPr>
          <p:cNvSpPr/>
          <p:nvPr/>
        </p:nvSpPr>
        <p:spPr>
          <a:xfrm>
            <a:off x="33000" y="278604"/>
            <a:ext cx="8865704" cy="430951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pPr algn="ctr"/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4BDC9-F7F6-60A9-75A3-8BDAF3993F35}"/>
              </a:ext>
            </a:extLst>
          </p:cNvPr>
          <p:cNvSpPr txBox="1"/>
          <p:nvPr/>
        </p:nvSpPr>
        <p:spPr>
          <a:xfrm>
            <a:off x="2940306" y="407930"/>
            <a:ext cx="30510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altLang="zh-CN" sz="24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BIREN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SUPA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张量库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E1D8FA-F780-D252-ABD4-FC5FF5C2DC3A}"/>
              </a:ext>
            </a:extLst>
          </p:cNvPr>
          <p:cNvSpPr/>
          <p:nvPr/>
        </p:nvSpPr>
        <p:spPr>
          <a:xfrm>
            <a:off x="144096" y="1127198"/>
            <a:ext cx="3042477" cy="213355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主机端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894BA4A-7E7E-B5A6-6A5C-6482A29943F2}"/>
              </a:ext>
            </a:extLst>
          </p:cNvPr>
          <p:cNvSpPr/>
          <p:nvPr/>
        </p:nvSpPr>
        <p:spPr>
          <a:xfrm>
            <a:off x="255856" y="2343045"/>
            <a:ext cx="1375480" cy="785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内存管理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释放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H2D/D2H 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移动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4D37F9-9A69-DF2B-B918-1ABC270EC8F3}"/>
              </a:ext>
            </a:extLst>
          </p:cNvPr>
          <p:cNvSpPr/>
          <p:nvPr/>
        </p:nvSpPr>
        <p:spPr>
          <a:xfrm>
            <a:off x="1710193" y="2352584"/>
            <a:ext cx="1375480" cy="785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数据访问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密集排布转换为块线性排布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元素访问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2EC45B-054A-A1F7-53DA-434894600F70}"/>
              </a:ext>
            </a:extLst>
          </p:cNvPr>
          <p:cNvSpPr/>
          <p:nvPr/>
        </p:nvSpPr>
        <p:spPr>
          <a:xfrm>
            <a:off x="255856" y="1477217"/>
            <a:ext cx="1375480" cy="785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 Table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分配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H2D/D2H 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复制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F35568-2ABC-F43F-C8FA-56ECC8764B23}"/>
              </a:ext>
            </a:extLst>
          </p:cNvPr>
          <p:cNvSpPr/>
          <p:nvPr/>
        </p:nvSpPr>
        <p:spPr>
          <a:xfrm>
            <a:off x="1710193" y="1477217"/>
            <a:ext cx="1375480" cy="7856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填充映射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映射配置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映射规则检查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01778D-2E0F-C0D4-E1DA-5900B954A165}"/>
              </a:ext>
            </a:extLst>
          </p:cNvPr>
          <p:cNvSpPr/>
          <p:nvPr/>
        </p:nvSpPr>
        <p:spPr>
          <a:xfrm>
            <a:off x="3523546" y="1122118"/>
            <a:ext cx="5225545" cy="21335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设备端</a:t>
            </a:r>
            <a:r>
              <a:rPr lang="en-US" altLang="zh-C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69EAB0F-016D-78C2-1469-018377C51A8F}"/>
              </a:ext>
            </a:extLst>
          </p:cNvPr>
          <p:cNvSpPr/>
          <p:nvPr/>
        </p:nvSpPr>
        <p:spPr>
          <a:xfrm>
            <a:off x="3675005" y="1477217"/>
            <a:ext cx="2416569" cy="166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WTI (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线程束张量原语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reduce_buf, dwc_csr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存储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张量归约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矩阵乘向量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深度可分离卷积和池化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交织和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DMRed API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D66EB34-7B03-4931-0ACB-B0A089B8EFDE}"/>
              </a:ext>
            </a:extLst>
          </p:cNvPr>
          <p:cNvSpPr/>
          <p:nvPr/>
        </p:nvSpPr>
        <p:spPr>
          <a:xfrm>
            <a:off x="6179223" y="1477217"/>
            <a:ext cx="2416569" cy="16625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TCI (</a:t>
            </a: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张量核原语）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数据类型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张量计算核缓冲区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累加器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卷积配置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张量计算核缓冲区加载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矩阵乘法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卷积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</a:p>
          <a:p>
            <a:pPr marL="117475" indent="-117475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预加载张量缓冲区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D56C12D-1C35-7A2B-C850-C0327599C870}"/>
              </a:ext>
            </a:extLst>
          </p:cNvPr>
          <p:cNvSpPr/>
          <p:nvPr/>
        </p:nvSpPr>
        <p:spPr>
          <a:xfrm>
            <a:off x="144096" y="3394504"/>
            <a:ext cx="8604995" cy="104640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张量数据类型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类层次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2A5C3F-AC7B-0F55-8B6E-06876EF736C5}"/>
              </a:ext>
            </a:extLst>
          </p:cNvPr>
          <p:cNvSpPr/>
          <p:nvPr/>
        </p:nvSpPr>
        <p:spPr>
          <a:xfrm>
            <a:off x="1430646" y="3737894"/>
            <a:ext cx="831368" cy="553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Matrix &amp; Matrix3D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21B3F0-5F3D-C1D7-F74D-B00289AA83AE}"/>
              </a:ext>
            </a:extLst>
          </p:cNvPr>
          <p:cNvSpPr txBox="1"/>
          <p:nvPr/>
        </p:nvSpPr>
        <p:spPr>
          <a:xfrm>
            <a:off x="144096" y="3856136"/>
            <a:ext cx="12745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zh-CN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BDB62F-7838-BE5B-357C-34A58A897B9D}"/>
              </a:ext>
            </a:extLst>
          </p:cNvPr>
          <p:cNvSpPr txBox="1"/>
          <p:nvPr/>
        </p:nvSpPr>
        <p:spPr>
          <a:xfrm>
            <a:off x="7193168" y="3707068"/>
            <a:ext cx="1594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/ NUMA / UMA4 / VMC 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4DA033-EA3B-4521-7842-DCEB2E76820F}"/>
              </a:ext>
            </a:extLst>
          </p:cNvPr>
          <p:cNvSpPr/>
          <p:nvPr/>
        </p:nvSpPr>
        <p:spPr>
          <a:xfrm>
            <a:off x="2382030" y="3737894"/>
            <a:ext cx="831368" cy="553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1D87D80-D08D-5DC5-28E4-8B6409E69DD3}"/>
              </a:ext>
            </a:extLst>
          </p:cNvPr>
          <p:cNvSpPr/>
          <p:nvPr/>
        </p:nvSpPr>
        <p:spPr>
          <a:xfrm>
            <a:off x="3306948" y="3733480"/>
            <a:ext cx="831368" cy="553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ConvWeight(s)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71008B-162B-2074-70A4-A76FF0FB4696}"/>
              </a:ext>
            </a:extLst>
          </p:cNvPr>
          <p:cNvSpPr/>
          <p:nvPr/>
        </p:nvSpPr>
        <p:spPr>
          <a:xfrm>
            <a:off x="5173089" y="3733480"/>
            <a:ext cx="959883" cy="553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DepthWiseConvWeight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EE36C2-96AA-D88B-8072-D8BD2D7F870B}"/>
              </a:ext>
            </a:extLst>
          </p:cNvPr>
          <p:cNvSpPr/>
          <p:nvPr/>
        </p:nvSpPr>
        <p:spPr>
          <a:xfrm>
            <a:off x="4253131" y="3733480"/>
            <a:ext cx="831368" cy="553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Vector(s)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EE1CE4-1539-9806-523B-FC09688A0B67}"/>
              </a:ext>
            </a:extLst>
          </p:cNvPr>
          <p:cNvSpPr/>
          <p:nvPr/>
        </p:nvSpPr>
        <p:spPr>
          <a:xfrm>
            <a:off x="6257794" y="3728539"/>
            <a:ext cx="831368" cy="553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ByteObject</a:t>
            </a: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465</TotalTime>
  <Words>141</Words>
  <Application>Microsoft Office PowerPoint</Application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46</cp:revision>
  <dcterms:created xsi:type="dcterms:W3CDTF">2020-03-18T02:10:58Z</dcterms:created>
  <dcterms:modified xsi:type="dcterms:W3CDTF">2024-11-14T11:52:47Z</dcterms:modified>
</cp:coreProperties>
</file>