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8137525" cy="9875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61" autoAdjust="0"/>
    <p:restoredTop sz="94660"/>
  </p:normalViewPr>
  <p:slideViewPr>
    <p:cSldViewPr snapToGrid="0">
      <p:cViewPr varScale="1">
        <p:scale>
          <a:sx n="71" d="100"/>
          <a:sy n="71" d="100"/>
        </p:scale>
        <p:origin x="248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0315" y="1616255"/>
            <a:ext cx="6916896" cy="3438255"/>
          </a:xfrm>
        </p:spPr>
        <p:txBody>
          <a:bodyPr anchor="b"/>
          <a:lstStyle>
            <a:lvl1pPr algn="ctr">
              <a:defRPr sz="53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7191" y="5187102"/>
            <a:ext cx="6103144" cy="2384374"/>
          </a:xfrm>
        </p:spPr>
        <p:txBody>
          <a:bodyPr/>
          <a:lstStyle>
            <a:lvl1pPr marL="0" indent="0" algn="ctr">
              <a:buNone/>
              <a:defRPr sz="2136"/>
            </a:lvl1pPr>
            <a:lvl2pPr marL="406862" indent="0" algn="ctr">
              <a:buNone/>
              <a:defRPr sz="1780"/>
            </a:lvl2pPr>
            <a:lvl3pPr marL="813725" indent="0" algn="ctr">
              <a:buNone/>
              <a:defRPr sz="1602"/>
            </a:lvl3pPr>
            <a:lvl4pPr marL="1220587" indent="0" algn="ctr">
              <a:buNone/>
              <a:defRPr sz="1424"/>
            </a:lvl4pPr>
            <a:lvl5pPr marL="1627449" indent="0" algn="ctr">
              <a:buNone/>
              <a:defRPr sz="1424"/>
            </a:lvl5pPr>
            <a:lvl6pPr marL="2034311" indent="0" algn="ctr">
              <a:buNone/>
              <a:defRPr sz="1424"/>
            </a:lvl6pPr>
            <a:lvl7pPr marL="2441174" indent="0" algn="ctr">
              <a:buNone/>
              <a:defRPr sz="1424"/>
            </a:lvl7pPr>
            <a:lvl8pPr marL="2848036" indent="0" algn="ctr">
              <a:buNone/>
              <a:defRPr sz="1424"/>
            </a:lvl8pPr>
            <a:lvl9pPr marL="3254898" indent="0" algn="ctr">
              <a:buNone/>
              <a:defRPr sz="14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E490-BAF7-4E34-A0AF-596BF95A81A1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0B588-2184-4284-8635-0426C8807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05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E490-BAF7-4E34-A0AF-596BF95A81A1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0B588-2184-4284-8635-0426C8807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37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217" y="2462104"/>
            <a:ext cx="7018615" cy="4108074"/>
          </a:xfrm>
        </p:spPr>
        <p:txBody>
          <a:bodyPr anchor="b"/>
          <a:lstStyle>
            <a:lvl1pPr>
              <a:defRPr sz="53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5217" y="6609042"/>
            <a:ext cx="7018615" cy="2160339"/>
          </a:xfrm>
        </p:spPr>
        <p:txBody>
          <a:bodyPr/>
          <a:lstStyle>
            <a:lvl1pPr marL="0" indent="0">
              <a:buNone/>
              <a:defRPr sz="2136">
                <a:solidFill>
                  <a:schemeClr val="tx1"/>
                </a:solidFill>
              </a:defRPr>
            </a:lvl1pPr>
            <a:lvl2pPr marL="406862" indent="0">
              <a:buNone/>
              <a:defRPr sz="1780">
                <a:solidFill>
                  <a:schemeClr val="tx1">
                    <a:tint val="75000"/>
                  </a:schemeClr>
                </a:solidFill>
              </a:defRPr>
            </a:lvl2pPr>
            <a:lvl3pPr marL="813725" indent="0">
              <a:buNone/>
              <a:defRPr sz="1602">
                <a:solidFill>
                  <a:schemeClr val="tx1">
                    <a:tint val="75000"/>
                  </a:schemeClr>
                </a:solidFill>
              </a:defRPr>
            </a:lvl3pPr>
            <a:lvl4pPr marL="1220587" indent="0">
              <a:buNone/>
              <a:defRPr sz="1424">
                <a:solidFill>
                  <a:schemeClr val="tx1">
                    <a:tint val="75000"/>
                  </a:schemeClr>
                </a:solidFill>
              </a:defRPr>
            </a:lvl4pPr>
            <a:lvl5pPr marL="1627449" indent="0">
              <a:buNone/>
              <a:defRPr sz="1424">
                <a:solidFill>
                  <a:schemeClr val="tx1">
                    <a:tint val="75000"/>
                  </a:schemeClr>
                </a:solidFill>
              </a:defRPr>
            </a:lvl5pPr>
            <a:lvl6pPr marL="2034311" indent="0">
              <a:buNone/>
              <a:defRPr sz="1424">
                <a:solidFill>
                  <a:schemeClr val="tx1">
                    <a:tint val="75000"/>
                  </a:schemeClr>
                </a:solidFill>
              </a:defRPr>
            </a:lvl6pPr>
            <a:lvl7pPr marL="2441174" indent="0">
              <a:buNone/>
              <a:defRPr sz="1424">
                <a:solidFill>
                  <a:schemeClr val="tx1">
                    <a:tint val="75000"/>
                  </a:schemeClr>
                </a:solidFill>
              </a:defRPr>
            </a:lvl7pPr>
            <a:lvl8pPr marL="2848036" indent="0">
              <a:buNone/>
              <a:defRPr sz="1424">
                <a:solidFill>
                  <a:schemeClr val="tx1">
                    <a:tint val="75000"/>
                  </a:schemeClr>
                </a:solidFill>
              </a:defRPr>
            </a:lvl8pPr>
            <a:lvl9pPr marL="3254898" indent="0">
              <a:buNone/>
              <a:defRPr sz="14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E490-BAF7-4E34-A0AF-596BF95A81A1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0B588-2184-4284-8635-0426C8807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79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9455" y="2628985"/>
            <a:ext cx="3458448" cy="6266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19622" y="2628985"/>
            <a:ext cx="3458448" cy="6266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E490-BAF7-4E34-A0AF-596BF95A81A1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0B588-2184-4284-8635-0426C8807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35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515" y="525799"/>
            <a:ext cx="7018615" cy="1908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0516" y="2420953"/>
            <a:ext cx="3442554" cy="1186471"/>
          </a:xfrm>
        </p:spPr>
        <p:txBody>
          <a:bodyPr anchor="b"/>
          <a:lstStyle>
            <a:lvl1pPr marL="0" indent="0">
              <a:buNone/>
              <a:defRPr sz="2136" b="1"/>
            </a:lvl1pPr>
            <a:lvl2pPr marL="406862" indent="0">
              <a:buNone/>
              <a:defRPr sz="1780" b="1"/>
            </a:lvl2pPr>
            <a:lvl3pPr marL="813725" indent="0">
              <a:buNone/>
              <a:defRPr sz="1602" b="1"/>
            </a:lvl3pPr>
            <a:lvl4pPr marL="1220587" indent="0">
              <a:buNone/>
              <a:defRPr sz="1424" b="1"/>
            </a:lvl4pPr>
            <a:lvl5pPr marL="1627449" indent="0">
              <a:buNone/>
              <a:defRPr sz="1424" b="1"/>
            </a:lvl5pPr>
            <a:lvl6pPr marL="2034311" indent="0">
              <a:buNone/>
              <a:defRPr sz="1424" b="1"/>
            </a:lvl6pPr>
            <a:lvl7pPr marL="2441174" indent="0">
              <a:buNone/>
              <a:defRPr sz="1424" b="1"/>
            </a:lvl7pPr>
            <a:lvl8pPr marL="2848036" indent="0">
              <a:buNone/>
              <a:defRPr sz="1424" b="1"/>
            </a:lvl8pPr>
            <a:lvl9pPr marL="3254898" indent="0">
              <a:buNone/>
              <a:defRPr sz="14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0516" y="3607424"/>
            <a:ext cx="3442554" cy="53059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119622" y="2420953"/>
            <a:ext cx="3459508" cy="1186471"/>
          </a:xfrm>
        </p:spPr>
        <p:txBody>
          <a:bodyPr anchor="b"/>
          <a:lstStyle>
            <a:lvl1pPr marL="0" indent="0">
              <a:buNone/>
              <a:defRPr sz="2136" b="1"/>
            </a:lvl1pPr>
            <a:lvl2pPr marL="406862" indent="0">
              <a:buNone/>
              <a:defRPr sz="1780" b="1"/>
            </a:lvl2pPr>
            <a:lvl3pPr marL="813725" indent="0">
              <a:buNone/>
              <a:defRPr sz="1602" b="1"/>
            </a:lvl3pPr>
            <a:lvl4pPr marL="1220587" indent="0">
              <a:buNone/>
              <a:defRPr sz="1424" b="1"/>
            </a:lvl4pPr>
            <a:lvl5pPr marL="1627449" indent="0">
              <a:buNone/>
              <a:defRPr sz="1424" b="1"/>
            </a:lvl5pPr>
            <a:lvl6pPr marL="2034311" indent="0">
              <a:buNone/>
              <a:defRPr sz="1424" b="1"/>
            </a:lvl6pPr>
            <a:lvl7pPr marL="2441174" indent="0">
              <a:buNone/>
              <a:defRPr sz="1424" b="1"/>
            </a:lvl7pPr>
            <a:lvl8pPr marL="2848036" indent="0">
              <a:buNone/>
              <a:defRPr sz="1424" b="1"/>
            </a:lvl8pPr>
            <a:lvl9pPr marL="3254898" indent="0">
              <a:buNone/>
              <a:defRPr sz="14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19622" y="3607424"/>
            <a:ext cx="3459508" cy="53059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E490-BAF7-4E34-A0AF-596BF95A81A1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0B588-2184-4284-8635-0426C8807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388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E490-BAF7-4E34-A0AF-596BF95A81A1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0B588-2184-4284-8635-0426C8807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6085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E490-BAF7-4E34-A0AF-596BF95A81A1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0B588-2184-4284-8635-0426C8807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664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515" y="658389"/>
            <a:ext cx="2624564" cy="2304362"/>
          </a:xfrm>
        </p:spPr>
        <p:txBody>
          <a:bodyPr anchor="b"/>
          <a:lstStyle>
            <a:lvl1pPr>
              <a:defRPr sz="28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9508" y="1421940"/>
            <a:ext cx="4119622" cy="7018246"/>
          </a:xfrm>
        </p:spPr>
        <p:txBody>
          <a:bodyPr/>
          <a:lstStyle>
            <a:lvl1pPr>
              <a:defRPr sz="2848"/>
            </a:lvl1pPr>
            <a:lvl2pPr>
              <a:defRPr sz="2492"/>
            </a:lvl2pPr>
            <a:lvl3pPr>
              <a:defRPr sz="2136"/>
            </a:lvl3pPr>
            <a:lvl4pPr>
              <a:defRPr sz="1780"/>
            </a:lvl4pPr>
            <a:lvl5pPr>
              <a:defRPr sz="1780"/>
            </a:lvl5pPr>
            <a:lvl6pPr>
              <a:defRPr sz="1780"/>
            </a:lvl6pPr>
            <a:lvl7pPr>
              <a:defRPr sz="1780"/>
            </a:lvl7pPr>
            <a:lvl8pPr>
              <a:defRPr sz="1780"/>
            </a:lvl8pPr>
            <a:lvl9pPr>
              <a:defRPr sz="17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515" y="2962752"/>
            <a:ext cx="2624564" cy="5488863"/>
          </a:xfrm>
        </p:spPr>
        <p:txBody>
          <a:bodyPr/>
          <a:lstStyle>
            <a:lvl1pPr marL="0" indent="0">
              <a:buNone/>
              <a:defRPr sz="1424"/>
            </a:lvl1pPr>
            <a:lvl2pPr marL="406862" indent="0">
              <a:buNone/>
              <a:defRPr sz="1246"/>
            </a:lvl2pPr>
            <a:lvl3pPr marL="813725" indent="0">
              <a:buNone/>
              <a:defRPr sz="1068"/>
            </a:lvl3pPr>
            <a:lvl4pPr marL="1220587" indent="0">
              <a:buNone/>
              <a:defRPr sz="890"/>
            </a:lvl4pPr>
            <a:lvl5pPr marL="1627449" indent="0">
              <a:buNone/>
              <a:defRPr sz="890"/>
            </a:lvl5pPr>
            <a:lvl6pPr marL="2034311" indent="0">
              <a:buNone/>
              <a:defRPr sz="890"/>
            </a:lvl6pPr>
            <a:lvl7pPr marL="2441174" indent="0">
              <a:buNone/>
              <a:defRPr sz="890"/>
            </a:lvl7pPr>
            <a:lvl8pPr marL="2848036" indent="0">
              <a:buNone/>
              <a:defRPr sz="890"/>
            </a:lvl8pPr>
            <a:lvl9pPr marL="3254898" indent="0">
              <a:buNone/>
              <a:defRPr sz="8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E490-BAF7-4E34-A0AF-596BF95A81A1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0B588-2184-4284-8635-0426C8807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00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515" y="658389"/>
            <a:ext cx="2624564" cy="2304362"/>
          </a:xfrm>
        </p:spPr>
        <p:txBody>
          <a:bodyPr anchor="b"/>
          <a:lstStyle>
            <a:lvl1pPr>
              <a:defRPr sz="284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459508" y="1421940"/>
            <a:ext cx="4119622" cy="7018246"/>
          </a:xfrm>
        </p:spPr>
        <p:txBody>
          <a:bodyPr anchor="t"/>
          <a:lstStyle>
            <a:lvl1pPr marL="0" indent="0">
              <a:buNone/>
              <a:defRPr sz="2848"/>
            </a:lvl1pPr>
            <a:lvl2pPr marL="406862" indent="0">
              <a:buNone/>
              <a:defRPr sz="2492"/>
            </a:lvl2pPr>
            <a:lvl3pPr marL="813725" indent="0">
              <a:buNone/>
              <a:defRPr sz="2136"/>
            </a:lvl3pPr>
            <a:lvl4pPr marL="1220587" indent="0">
              <a:buNone/>
              <a:defRPr sz="1780"/>
            </a:lvl4pPr>
            <a:lvl5pPr marL="1627449" indent="0">
              <a:buNone/>
              <a:defRPr sz="1780"/>
            </a:lvl5pPr>
            <a:lvl6pPr marL="2034311" indent="0">
              <a:buNone/>
              <a:defRPr sz="1780"/>
            </a:lvl6pPr>
            <a:lvl7pPr marL="2441174" indent="0">
              <a:buNone/>
              <a:defRPr sz="1780"/>
            </a:lvl7pPr>
            <a:lvl8pPr marL="2848036" indent="0">
              <a:buNone/>
              <a:defRPr sz="1780"/>
            </a:lvl8pPr>
            <a:lvl9pPr marL="3254898" indent="0">
              <a:buNone/>
              <a:defRPr sz="17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0515" y="2962752"/>
            <a:ext cx="2624564" cy="5488863"/>
          </a:xfrm>
        </p:spPr>
        <p:txBody>
          <a:bodyPr/>
          <a:lstStyle>
            <a:lvl1pPr marL="0" indent="0">
              <a:buNone/>
              <a:defRPr sz="1424"/>
            </a:lvl1pPr>
            <a:lvl2pPr marL="406862" indent="0">
              <a:buNone/>
              <a:defRPr sz="1246"/>
            </a:lvl2pPr>
            <a:lvl3pPr marL="813725" indent="0">
              <a:buNone/>
              <a:defRPr sz="1068"/>
            </a:lvl3pPr>
            <a:lvl4pPr marL="1220587" indent="0">
              <a:buNone/>
              <a:defRPr sz="890"/>
            </a:lvl4pPr>
            <a:lvl5pPr marL="1627449" indent="0">
              <a:buNone/>
              <a:defRPr sz="890"/>
            </a:lvl5pPr>
            <a:lvl6pPr marL="2034311" indent="0">
              <a:buNone/>
              <a:defRPr sz="890"/>
            </a:lvl6pPr>
            <a:lvl7pPr marL="2441174" indent="0">
              <a:buNone/>
              <a:defRPr sz="890"/>
            </a:lvl7pPr>
            <a:lvl8pPr marL="2848036" indent="0">
              <a:buNone/>
              <a:defRPr sz="890"/>
            </a:lvl8pPr>
            <a:lvl9pPr marL="3254898" indent="0">
              <a:buNone/>
              <a:defRPr sz="89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E490-BAF7-4E34-A0AF-596BF95A81A1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0B588-2184-4284-8635-0426C8807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12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E490-BAF7-4E34-A0AF-596BF95A81A1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0B588-2184-4284-8635-0426C8807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8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23417" y="525797"/>
            <a:ext cx="1754654" cy="836931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9455" y="525797"/>
            <a:ext cx="5162242" cy="836931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E490-BAF7-4E34-A0AF-596BF95A81A1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0B588-2184-4284-8635-0426C8807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02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9455" y="525799"/>
            <a:ext cx="7018615" cy="1908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9455" y="2628985"/>
            <a:ext cx="7018615" cy="6266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455" y="9153441"/>
            <a:ext cx="1830943" cy="525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DAE490-BAF7-4E34-A0AF-596BF95A81A1}" type="datetimeFigureOut">
              <a:rPr lang="en-US" smtClean="0"/>
              <a:t>11/25/2022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95555" y="9153441"/>
            <a:ext cx="2746415" cy="525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47127" y="9153441"/>
            <a:ext cx="1830943" cy="525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90B588-2184-4284-8635-0426C8807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43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813725" rtl="0" eaLnBrk="1" latinLnBrk="0" hangingPunct="1">
        <a:lnSpc>
          <a:spcPct val="90000"/>
        </a:lnSpc>
        <a:spcBef>
          <a:spcPct val="0"/>
        </a:spcBef>
        <a:buNone/>
        <a:defRPr sz="39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3431" indent="-203431" algn="l" defTabSz="813725" rtl="0" eaLnBrk="1" latinLnBrk="0" hangingPunct="1">
        <a:lnSpc>
          <a:spcPct val="90000"/>
        </a:lnSpc>
        <a:spcBef>
          <a:spcPts val="890"/>
        </a:spcBef>
        <a:buFont typeface="Arial" panose="020B0604020202020204" pitchFamily="34" charset="0"/>
        <a:buChar char="•"/>
        <a:defRPr sz="2492" kern="1200">
          <a:solidFill>
            <a:schemeClr val="tx1"/>
          </a:solidFill>
          <a:latin typeface="+mn-lt"/>
          <a:ea typeface="+mn-ea"/>
          <a:cs typeface="+mn-cs"/>
        </a:defRPr>
      </a:lvl1pPr>
      <a:lvl2pPr marL="610293" indent="-203431" algn="l" defTabSz="81372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2136" kern="1200">
          <a:solidFill>
            <a:schemeClr val="tx1"/>
          </a:solidFill>
          <a:latin typeface="+mn-lt"/>
          <a:ea typeface="+mn-ea"/>
          <a:cs typeface="+mn-cs"/>
        </a:defRPr>
      </a:lvl2pPr>
      <a:lvl3pPr marL="1017156" indent="-203431" algn="l" defTabSz="81372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780" kern="1200">
          <a:solidFill>
            <a:schemeClr val="tx1"/>
          </a:solidFill>
          <a:latin typeface="+mn-lt"/>
          <a:ea typeface="+mn-ea"/>
          <a:cs typeface="+mn-cs"/>
        </a:defRPr>
      </a:lvl3pPr>
      <a:lvl4pPr marL="1424018" indent="-203431" algn="l" defTabSz="81372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2" kern="1200">
          <a:solidFill>
            <a:schemeClr val="tx1"/>
          </a:solidFill>
          <a:latin typeface="+mn-lt"/>
          <a:ea typeface="+mn-ea"/>
          <a:cs typeface="+mn-cs"/>
        </a:defRPr>
      </a:lvl4pPr>
      <a:lvl5pPr marL="1830880" indent="-203431" algn="l" defTabSz="81372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2" kern="1200">
          <a:solidFill>
            <a:schemeClr val="tx1"/>
          </a:solidFill>
          <a:latin typeface="+mn-lt"/>
          <a:ea typeface="+mn-ea"/>
          <a:cs typeface="+mn-cs"/>
        </a:defRPr>
      </a:lvl5pPr>
      <a:lvl6pPr marL="2237743" indent="-203431" algn="l" defTabSz="81372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2" kern="1200">
          <a:solidFill>
            <a:schemeClr val="tx1"/>
          </a:solidFill>
          <a:latin typeface="+mn-lt"/>
          <a:ea typeface="+mn-ea"/>
          <a:cs typeface="+mn-cs"/>
        </a:defRPr>
      </a:lvl6pPr>
      <a:lvl7pPr marL="2644605" indent="-203431" algn="l" defTabSz="81372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2" kern="1200">
          <a:solidFill>
            <a:schemeClr val="tx1"/>
          </a:solidFill>
          <a:latin typeface="+mn-lt"/>
          <a:ea typeface="+mn-ea"/>
          <a:cs typeface="+mn-cs"/>
        </a:defRPr>
      </a:lvl7pPr>
      <a:lvl8pPr marL="3051467" indent="-203431" algn="l" defTabSz="81372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2" kern="1200">
          <a:solidFill>
            <a:schemeClr val="tx1"/>
          </a:solidFill>
          <a:latin typeface="+mn-lt"/>
          <a:ea typeface="+mn-ea"/>
          <a:cs typeface="+mn-cs"/>
        </a:defRPr>
      </a:lvl8pPr>
      <a:lvl9pPr marL="3458329" indent="-203431" algn="l" defTabSz="813725" rtl="0" eaLnBrk="1" latinLnBrk="0" hangingPunct="1">
        <a:lnSpc>
          <a:spcPct val="90000"/>
        </a:lnSpc>
        <a:spcBef>
          <a:spcPts val="445"/>
        </a:spcBef>
        <a:buFont typeface="Arial" panose="020B0604020202020204" pitchFamily="34" charset="0"/>
        <a:buChar char="•"/>
        <a:defRPr sz="16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3725" rtl="0" eaLnBrk="1" latinLnBrk="0" hangingPunct="1">
        <a:defRPr sz="1602" kern="1200">
          <a:solidFill>
            <a:schemeClr val="tx1"/>
          </a:solidFill>
          <a:latin typeface="+mn-lt"/>
          <a:ea typeface="+mn-ea"/>
          <a:cs typeface="+mn-cs"/>
        </a:defRPr>
      </a:lvl1pPr>
      <a:lvl2pPr marL="406862" algn="l" defTabSz="813725" rtl="0" eaLnBrk="1" latinLnBrk="0" hangingPunct="1">
        <a:defRPr sz="1602" kern="1200">
          <a:solidFill>
            <a:schemeClr val="tx1"/>
          </a:solidFill>
          <a:latin typeface="+mn-lt"/>
          <a:ea typeface="+mn-ea"/>
          <a:cs typeface="+mn-cs"/>
        </a:defRPr>
      </a:lvl2pPr>
      <a:lvl3pPr marL="813725" algn="l" defTabSz="813725" rtl="0" eaLnBrk="1" latinLnBrk="0" hangingPunct="1">
        <a:defRPr sz="1602" kern="1200">
          <a:solidFill>
            <a:schemeClr val="tx1"/>
          </a:solidFill>
          <a:latin typeface="+mn-lt"/>
          <a:ea typeface="+mn-ea"/>
          <a:cs typeface="+mn-cs"/>
        </a:defRPr>
      </a:lvl3pPr>
      <a:lvl4pPr marL="1220587" algn="l" defTabSz="813725" rtl="0" eaLnBrk="1" latinLnBrk="0" hangingPunct="1">
        <a:defRPr sz="1602" kern="1200">
          <a:solidFill>
            <a:schemeClr val="tx1"/>
          </a:solidFill>
          <a:latin typeface="+mn-lt"/>
          <a:ea typeface="+mn-ea"/>
          <a:cs typeface="+mn-cs"/>
        </a:defRPr>
      </a:lvl4pPr>
      <a:lvl5pPr marL="1627449" algn="l" defTabSz="813725" rtl="0" eaLnBrk="1" latinLnBrk="0" hangingPunct="1">
        <a:defRPr sz="1602" kern="1200">
          <a:solidFill>
            <a:schemeClr val="tx1"/>
          </a:solidFill>
          <a:latin typeface="+mn-lt"/>
          <a:ea typeface="+mn-ea"/>
          <a:cs typeface="+mn-cs"/>
        </a:defRPr>
      </a:lvl5pPr>
      <a:lvl6pPr marL="2034311" algn="l" defTabSz="813725" rtl="0" eaLnBrk="1" latinLnBrk="0" hangingPunct="1">
        <a:defRPr sz="1602" kern="1200">
          <a:solidFill>
            <a:schemeClr val="tx1"/>
          </a:solidFill>
          <a:latin typeface="+mn-lt"/>
          <a:ea typeface="+mn-ea"/>
          <a:cs typeface="+mn-cs"/>
        </a:defRPr>
      </a:lvl6pPr>
      <a:lvl7pPr marL="2441174" algn="l" defTabSz="813725" rtl="0" eaLnBrk="1" latinLnBrk="0" hangingPunct="1">
        <a:defRPr sz="1602" kern="1200">
          <a:solidFill>
            <a:schemeClr val="tx1"/>
          </a:solidFill>
          <a:latin typeface="+mn-lt"/>
          <a:ea typeface="+mn-ea"/>
          <a:cs typeface="+mn-cs"/>
        </a:defRPr>
      </a:lvl7pPr>
      <a:lvl8pPr marL="2848036" algn="l" defTabSz="813725" rtl="0" eaLnBrk="1" latinLnBrk="0" hangingPunct="1">
        <a:defRPr sz="1602" kern="1200">
          <a:solidFill>
            <a:schemeClr val="tx1"/>
          </a:solidFill>
          <a:latin typeface="+mn-lt"/>
          <a:ea typeface="+mn-ea"/>
          <a:cs typeface="+mn-cs"/>
        </a:defRPr>
      </a:lvl8pPr>
      <a:lvl9pPr marL="3254898" algn="l" defTabSz="813725" rtl="0" eaLnBrk="1" latinLnBrk="0" hangingPunct="1">
        <a:defRPr sz="16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7" name="Table 4">
            <a:extLst>
              <a:ext uri="{FF2B5EF4-FFF2-40B4-BE49-F238E27FC236}">
                <a16:creationId xmlns:a16="http://schemas.microsoft.com/office/drawing/2014/main" id="{8BA063E1-6D0E-4F8C-BB58-5CC33381A3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51088"/>
              </p:ext>
            </p:extLst>
          </p:nvPr>
        </p:nvGraphicFramePr>
        <p:xfrm>
          <a:off x="544061" y="466219"/>
          <a:ext cx="6952448" cy="3232504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434528">
                  <a:extLst>
                    <a:ext uri="{9D8B030D-6E8A-4147-A177-3AD203B41FA5}">
                      <a16:colId xmlns:a16="http://schemas.microsoft.com/office/drawing/2014/main" val="4199785047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888521544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92909125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215141319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288384305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849464508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548491660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436985400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50879389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241632050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4232815177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1900854115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2884796998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181864093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2866639805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963311038"/>
                    </a:ext>
                  </a:extLst>
                </a:gridCol>
              </a:tblGrid>
              <a:tr h="404063"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566759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379890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833327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290548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267267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9365510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eo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431404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oe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oo</a:t>
                      </a:r>
                      <a:endParaRPr 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074867"/>
                  </a:ext>
                </a:extLst>
              </a:tr>
            </a:tbl>
          </a:graphicData>
        </a:graphic>
      </p:graphicFrame>
      <p:graphicFrame>
        <p:nvGraphicFramePr>
          <p:cNvPr id="108" name="Table 107">
            <a:extLst>
              <a:ext uri="{FF2B5EF4-FFF2-40B4-BE49-F238E27FC236}">
                <a16:creationId xmlns:a16="http://schemas.microsoft.com/office/drawing/2014/main" id="{BD39EAA4-AF5F-4460-B4FC-C16B87F9E4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88634"/>
              </p:ext>
            </p:extLst>
          </p:nvPr>
        </p:nvGraphicFramePr>
        <p:xfrm>
          <a:off x="284186" y="5507617"/>
          <a:ext cx="3476224" cy="161625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434528">
                  <a:extLst>
                    <a:ext uri="{9D8B030D-6E8A-4147-A177-3AD203B41FA5}">
                      <a16:colId xmlns:a16="http://schemas.microsoft.com/office/drawing/2014/main" val="4199785047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888521544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92909125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215141319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288384305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849464508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548491660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436985400"/>
                    </a:ext>
                  </a:extLst>
                </a:gridCol>
              </a:tblGrid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566759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379890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833327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290548"/>
                  </a:ext>
                </a:extLst>
              </a:tr>
            </a:tbl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:a16="http://schemas.microsoft.com/office/drawing/2014/main" id="{602FE984-5CE2-4E25-8830-1B611984AD71}"/>
              </a:ext>
            </a:extLst>
          </p:cNvPr>
          <p:cNvSpPr txBox="1"/>
          <p:nvPr/>
        </p:nvSpPr>
        <p:spPr>
          <a:xfrm>
            <a:off x="3358297" y="3698723"/>
            <a:ext cx="1851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* 16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大数据块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81E4F754-688B-4FDB-8F7A-0A8D0C7885EF}"/>
              </a:ext>
            </a:extLst>
          </p:cNvPr>
          <p:cNvSpPr txBox="1"/>
          <p:nvPr/>
        </p:nvSpPr>
        <p:spPr>
          <a:xfrm>
            <a:off x="284186" y="7123869"/>
            <a:ext cx="347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8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数据块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ee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1" name="Table 110">
            <a:extLst>
              <a:ext uri="{FF2B5EF4-FFF2-40B4-BE49-F238E27FC236}">
                <a16:creationId xmlns:a16="http://schemas.microsoft.com/office/drawing/2014/main" id="{F549AFD4-B04A-4140-B8FA-10D1BF8F6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533375"/>
              </p:ext>
            </p:extLst>
          </p:nvPr>
        </p:nvGraphicFramePr>
        <p:xfrm>
          <a:off x="284186" y="7685844"/>
          <a:ext cx="3476224" cy="161625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434528">
                  <a:extLst>
                    <a:ext uri="{9D8B030D-6E8A-4147-A177-3AD203B41FA5}">
                      <a16:colId xmlns:a16="http://schemas.microsoft.com/office/drawing/2014/main" val="4199785047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888521544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92909125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215141319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288384305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849464508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548491660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436985400"/>
                    </a:ext>
                  </a:extLst>
                </a:gridCol>
              </a:tblGrid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566759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379890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833327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oe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290548"/>
                  </a:ext>
                </a:extLst>
              </a:tr>
            </a:tbl>
          </a:graphicData>
        </a:graphic>
      </p:graphicFrame>
      <p:sp>
        <p:nvSpPr>
          <p:cNvPr id="112" name="TextBox 111">
            <a:extLst>
              <a:ext uri="{FF2B5EF4-FFF2-40B4-BE49-F238E27FC236}">
                <a16:creationId xmlns:a16="http://schemas.microsoft.com/office/drawing/2014/main" id="{138F5FF5-6648-434A-9915-296B60C533B5}"/>
              </a:ext>
            </a:extLst>
          </p:cNvPr>
          <p:cNvSpPr txBox="1"/>
          <p:nvPr/>
        </p:nvSpPr>
        <p:spPr>
          <a:xfrm>
            <a:off x="5553366" y="4410529"/>
            <a:ext cx="1546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knit_split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9FA41AE8-1388-4CCD-9C7C-DD2817E09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804646"/>
              </p:ext>
            </p:extLst>
          </p:nvPr>
        </p:nvGraphicFramePr>
        <p:xfrm>
          <a:off x="4298372" y="5507617"/>
          <a:ext cx="3476224" cy="161625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434528">
                  <a:extLst>
                    <a:ext uri="{9D8B030D-6E8A-4147-A177-3AD203B41FA5}">
                      <a16:colId xmlns:a16="http://schemas.microsoft.com/office/drawing/2014/main" val="4199785047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888521544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92909125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215141319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288384305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849464508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548491660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436985400"/>
                    </a:ext>
                  </a:extLst>
                </a:gridCol>
              </a:tblGrid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566759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379890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833327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eo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290548"/>
                  </a:ext>
                </a:extLst>
              </a:tr>
            </a:tbl>
          </a:graphicData>
        </a:graphic>
      </p:graphicFrame>
      <p:graphicFrame>
        <p:nvGraphicFramePr>
          <p:cNvPr id="115" name="Table 114">
            <a:extLst>
              <a:ext uri="{FF2B5EF4-FFF2-40B4-BE49-F238E27FC236}">
                <a16:creationId xmlns:a16="http://schemas.microsoft.com/office/drawing/2014/main" id="{532ECFCB-AA11-428D-A615-2E3C7C37C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97752"/>
              </p:ext>
            </p:extLst>
          </p:nvPr>
        </p:nvGraphicFramePr>
        <p:xfrm>
          <a:off x="4298372" y="7685844"/>
          <a:ext cx="3476224" cy="161625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434528">
                  <a:extLst>
                    <a:ext uri="{9D8B030D-6E8A-4147-A177-3AD203B41FA5}">
                      <a16:colId xmlns:a16="http://schemas.microsoft.com/office/drawing/2014/main" val="4199785047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888521544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92909125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215141319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2883843052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849464508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3548491660"/>
                    </a:ext>
                  </a:extLst>
                </a:gridCol>
                <a:gridCol w="434528">
                  <a:extLst>
                    <a:ext uri="{9D8B030D-6E8A-4147-A177-3AD203B41FA5}">
                      <a16:colId xmlns:a16="http://schemas.microsoft.com/office/drawing/2014/main" val="436985400"/>
                    </a:ext>
                  </a:extLst>
                </a:gridCol>
              </a:tblGrid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566759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1379890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6833327"/>
                  </a:ext>
                </a:extLst>
              </a:tr>
              <a:tr h="40406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oo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290548"/>
                  </a:ext>
                </a:extLst>
              </a:tr>
            </a:tbl>
          </a:graphicData>
        </a:graphic>
      </p:graphicFrame>
      <p:sp>
        <p:nvSpPr>
          <p:cNvPr id="117" name="TextBox 116">
            <a:extLst>
              <a:ext uri="{FF2B5EF4-FFF2-40B4-BE49-F238E27FC236}">
                <a16:creationId xmlns:a16="http://schemas.microsoft.com/office/drawing/2014/main" id="{A3C2FE53-4EEA-41E8-942A-324D624E2AAA}"/>
              </a:ext>
            </a:extLst>
          </p:cNvPr>
          <p:cNvSpPr txBox="1"/>
          <p:nvPr/>
        </p:nvSpPr>
        <p:spPr>
          <a:xfrm>
            <a:off x="938296" y="4484914"/>
            <a:ext cx="1670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knit_merge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118" name="Arrow: Right 117">
            <a:extLst>
              <a:ext uri="{FF2B5EF4-FFF2-40B4-BE49-F238E27FC236}">
                <a16:creationId xmlns:a16="http://schemas.microsoft.com/office/drawing/2014/main" id="{E2388FB2-40CB-4CAE-8D76-856888CAB252}"/>
              </a:ext>
            </a:extLst>
          </p:cNvPr>
          <p:cNvSpPr/>
          <p:nvPr/>
        </p:nvSpPr>
        <p:spPr>
          <a:xfrm rot="5400000">
            <a:off x="4669536" y="4423171"/>
            <a:ext cx="1423612" cy="344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Arrow: Right 119">
            <a:extLst>
              <a:ext uri="{FF2B5EF4-FFF2-40B4-BE49-F238E27FC236}">
                <a16:creationId xmlns:a16="http://schemas.microsoft.com/office/drawing/2014/main" id="{C0FBE03E-EAB4-4B08-A073-2DFE0A36E6C6}"/>
              </a:ext>
            </a:extLst>
          </p:cNvPr>
          <p:cNvSpPr/>
          <p:nvPr/>
        </p:nvSpPr>
        <p:spPr>
          <a:xfrm rot="5400000" flipH="1">
            <a:off x="1947422" y="4431146"/>
            <a:ext cx="1423609" cy="344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09">
            <a:extLst>
              <a:ext uri="{FF2B5EF4-FFF2-40B4-BE49-F238E27FC236}">
                <a16:creationId xmlns:a16="http://schemas.microsoft.com/office/drawing/2014/main" id="{81E4F754-688B-4FDB-8F7A-0A8D0C7885EF}"/>
              </a:ext>
            </a:extLst>
          </p:cNvPr>
          <p:cNvSpPr txBox="1"/>
          <p:nvPr/>
        </p:nvSpPr>
        <p:spPr>
          <a:xfrm>
            <a:off x="4283807" y="7115893"/>
            <a:ext cx="347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8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数据块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eo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09">
            <a:extLst>
              <a:ext uri="{FF2B5EF4-FFF2-40B4-BE49-F238E27FC236}">
                <a16:creationId xmlns:a16="http://schemas.microsoft.com/office/drawing/2014/main" id="{81E4F754-688B-4FDB-8F7A-0A8D0C7885EF}"/>
              </a:ext>
            </a:extLst>
          </p:cNvPr>
          <p:cNvSpPr txBox="1"/>
          <p:nvPr/>
        </p:nvSpPr>
        <p:spPr>
          <a:xfrm>
            <a:off x="284186" y="9310073"/>
            <a:ext cx="347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8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数据块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oe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09">
            <a:extLst>
              <a:ext uri="{FF2B5EF4-FFF2-40B4-BE49-F238E27FC236}">
                <a16:creationId xmlns:a16="http://schemas.microsoft.com/office/drawing/2014/main" id="{81E4F754-688B-4FDB-8F7A-0A8D0C7885EF}"/>
              </a:ext>
            </a:extLst>
          </p:cNvPr>
          <p:cNvSpPr txBox="1"/>
          <p:nvPr/>
        </p:nvSpPr>
        <p:spPr>
          <a:xfrm>
            <a:off x="4283807" y="9318049"/>
            <a:ext cx="347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8 </a:t>
            </a:r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数据块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oo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517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Words>300</Words>
  <Application>Microsoft Office PowerPoint</Application>
  <PresentationFormat>自定义</PresentationFormat>
  <Paragraphs>263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Amy Zhao(赵明宇)</cp:lastModifiedBy>
  <cp:revision>7</cp:revision>
  <dcterms:created xsi:type="dcterms:W3CDTF">2022-04-10T07:25:04Z</dcterms:created>
  <dcterms:modified xsi:type="dcterms:W3CDTF">2022-11-25T07:43:02Z</dcterms:modified>
</cp:coreProperties>
</file>