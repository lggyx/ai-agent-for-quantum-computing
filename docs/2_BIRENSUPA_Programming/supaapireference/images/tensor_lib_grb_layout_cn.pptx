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3350875" cy="6218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860" y="1017661"/>
            <a:ext cx="10013156" cy="2164868"/>
          </a:xfrm>
        </p:spPr>
        <p:txBody>
          <a:bodyPr anchor="b"/>
          <a:lstStyle>
            <a:lvl1pPr algn="ctr"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8860" y="3266015"/>
            <a:ext cx="10013156" cy="1501301"/>
          </a:xfrm>
        </p:spPr>
        <p:txBody>
          <a:bodyPr/>
          <a:lstStyle>
            <a:lvl1pPr marL="0" indent="0" algn="ctr">
              <a:buNone/>
              <a:defRPr sz="2176"/>
            </a:lvl1pPr>
            <a:lvl2pPr marL="414543" indent="0" algn="ctr">
              <a:buNone/>
              <a:defRPr sz="1813"/>
            </a:lvl2pPr>
            <a:lvl3pPr marL="829086" indent="0" algn="ctr">
              <a:buNone/>
              <a:defRPr sz="1632"/>
            </a:lvl3pPr>
            <a:lvl4pPr marL="1243630" indent="0" algn="ctr">
              <a:buNone/>
              <a:defRPr sz="1451"/>
            </a:lvl4pPr>
            <a:lvl5pPr marL="1658173" indent="0" algn="ctr">
              <a:buNone/>
              <a:defRPr sz="1451"/>
            </a:lvl5pPr>
            <a:lvl6pPr marL="2072716" indent="0" algn="ctr">
              <a:buNone/>
              <a:defRPr sz="1451"/>
            </a:lvl6pPr>
            <a:lvl7pPr marL="2487259" indent="0" algn="ctr">
              <a:buNone/>
              <a:defRPr sz="1451"/>
            </a:lvl7pPr>
            <a:lvl8pPr marL="2901803" indent="0" algn="ctr">
              <a:buNone/>
              <a:defRPr sz="1451"/>
            </a:lvl8pPr>
            <a:lvl9pPr marL="3316346" indent="0" algn="ctr">
              <a:buNone/>
              <a:defRPr sz="145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9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919" y="1550242"/>
            <a:ext cx="11515130" cy="2586614"/>
          </a:xfrm>
        </p:spPr>
        <p:txBody>
          <a:bodyPr anchor="b"/>
          <a:lstStyle>
            <a:lvl1pPr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0919" y="4161326"/>
            <a:ext cx="11515130" cy="1360239"/>
          </a:xfrm>
        </p:spPr>
        <p:txBody>
          <a:bodyPr/>
          <a:lstStyle>
            <a:lvl1pPr marL="0" indent="0">
              <a:buNone/>
              <a:defRPr sz="2176">
                <a:solidFill>
                  <a:schemeClr val="tx1">
                    <a:tint val="75000"/>
                  </a:schemeClr>
                </a:solidFill>
              </a:defRPr>
            </a:lvl1pPr>
            <a:lvl2pPr marL="41454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2pPr>
            <a:lvl3pPr marL="829086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3pPr>
            <a:lvl4pPr marL="1243630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4pPr>
            <a:lvl5pPr marL="165817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5pPr>
            <a:lvl6pPr marL="207271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6pPr>
            <a:lvl7pPr marL="2487259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7pPr>
            <a:lvl8pPr marL="290180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8pPr>
            <a:lvl9pPr marL="331634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7873" y="1655318"/>
            <a:ext cx="5674122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8880" y="1655318"/>
            <a:ext cx="5674122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7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611" y="331064"/>
            <a:ext cx="11515130" cy="12019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9612" y="1524332"/>
            <a:ext cx="5648045" cy="747052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43" indent="0">
              <a:buNone/>
              <a:defRPr sz="1813" b="1"/>
            </a:lvl2pPr>
            <a:lvl3pPr marL="829086" indent="0">
              <a:buNone/>
              <a:defRPr sz="1632" b="1"/>
            </a:lvl3pPr>
            <a:lvl4pPr marL="1243630" indent="0">
              <a:buNone/>
              <a:defRPr sz="1451" b="1"/>
            </a:lvl4pPr>
            <a:lvl5pPr marL="1658173" indent="0">
              <a:buNone/>
              <a:defRPr sz="1451" b="1"/>
            </a:lvl5pPr>
            <a:lvl6pPr marL="2072716" indent="0">
              <a:buNone/>
              <a:defRPr sz="1451" b="1"/>
            </a:lvl6pPr>
            <a:lvl7pPr marL="2487259" indent="0">
              <a:buNone/>
              <a:defRPr sz="1451" b="1"/>
            </a:lvl7pPr>
            <a:lvl8pPr marL="2901803" indent="0">
              <a:buNone/>
              <a:defRPr sz="1451" b="1"/>
            </a:lvl8pPr>
            <a:lvl9pPr marL="3316346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9612" y="2271384"/>
            <a:ext cx="5648045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58880" y="1524332"/>
            <a:ext cx="5675861" cy="747052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43" indent="0">
              <a:buNone/>
              <a:defRPr sz="1813" b="1"/>
            </a:lvl2pPr>
            <a:lvl3pPr marL="829086" indent="0">
              <a:buNone/>
              <a:defRPr sz="1632" b="1"/>
            </a:lvl3pPr>
            <a:lvl4pPr marL="1243630" indent="0">
              <a:buNone/>
              <a:defRPr sz="1451" b="1"/>
            </a:lvl4pPr>
            <a:lvl5pPr marL="1658173" indent="0">
              <a:buNone/>
              <a:defRPr sz="1451" b="1"/>
            </a:lvl5pPr>
            <a:lvl6pPr marL="2072716" indent="0">
              <a:buNone/>
              <a:defRPr sz="1451" b="1"/>
            </a:lvl6pPr>
            <a:lvl7pPr marL="2487259" indent="0">
              <a:buNone/>
              <a:defRPr sz="1451" b="1"/>
            </a:lvl7pPr>
            <a:lvl8pPr marL="2901803" indent="0">
              <a:buNone/>
              <a:defRPr sz="1451" b="1"/>
            </a:lvl8pPr>
            <a:lvl9pPr marL="3316346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58880" y="2271384"/>
            <a:ext cx="5675861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0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7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7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612" y="414549"/>
            <a:ext cx="4306004" cy="1450922"/>
          </a:xfrm>
        </p:spPr>
        <p:txBody>
          <a:bodyPr anchor="b"/>
          <a:lstStyle>
            <a:lvl1pPr>
              <a:defRPr sz="29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861" y="895312"/>
            <a:ext cx="6758880" cy="4418979"/>
          </a:xfrm>
        </p:spPr>
        <p:txBody>
          <a:bodyPr/>
          <a:lstStyle>
            <a:lvl1pPr>
              <a:defRPr sz="2901"/>
            </a:lvl1pPr>
            <a:lvl2pPr>
              <a:defRPr sz="2539"/>
            </a:lvl2pPr>
            <a:lvl3pPr>
              <a:defRPr sz="2176"/>
            </a:lvl3pPr>
            <a:lvl4pPr>
              <a:defRPr sz="1813"/>
            </a:lvl4pPr>
            <a:lvl5pPr>
              <a:defRPr sz="1813"/>
            </a:lvl5pPr>
            <a:lvl6pPr>
              <a:defRPr sz="1813"/>
            </a:lvl6pPr>
            <a:lvl7pPr>
              <a:defRPr sz="1813"/>
            </a:lvl7pPr>
            <a:lvl8pPr>
              <a:defRPr sz="1813"/>
            </a:lvl8pPr>
            <a:lvl9pPr>
              <a:defRPr sz="18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9612" y="1865471"/>
            <a:ext cx="4306004" cy="3456017"/>
          </a:xfrm>
        </p:spPr>
        <p:txBody>
          <a:bodyPr/>
          <a:lstStyle>
            <a:lvl1pPr marL="0" indent="0">
              <a:buNone/>
              <a:defRPr sz="1451"/>
            </a:lvl1pPr>
            <a:lvl2pPr marL="414543" indent="0">
              <a:buNone/>
              <a:defRPr sz="1269"/>
            </a:lvl2pPr>
            <a:lvl3pPr marL="829086" indent="0">
              <a:buNone/>
              <a:defRPr sz="1088"/>
            </a:lvl3pPr>
            <a:lvl4pPr marL="1243630" indent="0">
              <a:buNone/>
              <a:defRPr sz="907"/>
            </a:lvl4pPr>
            <a:lvl5pPr marL="1658173" indent="0">
              <a:buNone/>
              <a:defRPr sz="907"/>
            </a:lvl5pPr>
            <a:lvl6pPr marL="2072716" indent="0">
              <a:buNone/>
              <a:defRPr sz="907"/>
            </a:lvl6pPr>
            <a:lvl7pPr marL="2487259" indent="0">
              <a:buNone/>
              <a:defRPr sz="907"/>
            </a:lvl7pPr>
            <a:lvl8pPr marL="2901803" indent="0">
              <a:buNone/>
              <a:defRPr sz="907"/>
            </a:lvl8pPr>
            <a:lvl9pPr marL="331634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0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612" y="414549"/>
            <a:ext cx="4306004" cy="1450922"/>
          </a:xfrm>
        </p:spPr>
        <p:txBody>
          <a:bodyPr anchor="b"/>
          <a:lstStyle>
            <a:lvl1pPr>
              <a:defRPr sz="29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75861" y="895312"/>
            <a:ext cx="6758880" cy="4418979"/>
          </a:xfrm>
        </p:spPr>
        <p:txBody>
          <a:bodyPr anchor="t"/>
          <a:lstStyle>
            <a:lvl1pPr marL="0" indent="0">
              <a:buNone/>
              <a:defRPr sz="2901"/>
            </a:lvl1pPr>
            <a:lvl2pPr marL="414543" indent="0">
              <a:buNone/>
              <a:defRPr sz="2539"/>
            </a:lvl2pPr>
            <a:lvl3pPr marL="829086" indent="0">
              <a:buNone/>
              <a:defRPr sz="2176"/>
            </a:lvl3pPr>
            <a:lvl4pPr marL="1243630" indent="0">
              <a:buNone/>
              <a:defRPr sz="1813"/>
            </a:lvl4pPr>
            <a:lvl5pPr marL="1658173" indent="0">
              <a:buNone/>
              <a:defRPr sz="1813"/>
            </a:lvl5pPr>
            <a:lvl6pPr marL="2072716" indent="0">
              <a:buNone/>
              <a:defRPr sz="1813"/>
            </a:lvl6pPr>
            <a:lvl7pPr marL="2487259" indent="0">
              <a:buNone/>
              <a:defRPr sz="1813"/>
            </a:lvl7pPr>
            <a:lvl8pPr marL="2901803" indent="0">
              <a:buNone/>
              <a:defRPr sz="1813"/>
            </a:lvl8pPr>
            <a:lvl9pPr marL="3316346" indent="0">
              <a:buNone/>
              <a:defRPr sz="18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9612" y="1865471"/>
            <a:ext cx="4306004" cy="3456017"/>
          </a:xfrm>
        </p:spPr>
        <p:txBody>
          <a:bodyPr/>
          <a:lstStyle>
            <a:lvl1pPr marL="0" indent="0">
              <a:buNone/>
              <a:defRPr sz="1451"/>
            </a:lvl1pPr>
            <a:lvl2pPr marL="414543" indent="0">
              <a:buNone/>
              <a:defRPr sz="1269"/>
            </a:lvl2pPr>
            <a:lvl3pPr marL="829086" indent="0">
              <a:buNone/>
              <a:defRPr sz="1088"/>
            </a:lvl3pPr>
            <a:lvl4pPr marL="1243630" indent="0">
              <a:buNone/>
              <a:defRPr sz="907"/>
            </a:lvl4pPr>
            <a:lvl5pPr marL="1658173" indent="0">
              <a:buNone/>
              <a:defRPr sz="907"/>
            </a:lvl5pPr>
            <a:lvl6pPr marL="2072716" indent="0">
              <a:buNone/>
              <a:defRPr sz="907"/>
            </a:lvl6pPr>
            <a:lvl7pPr marL="2487259" indent="0">
              <a:buNone/>
              <a:defRPr sz="907"/>
            </a:lvl7pPr>
            <a:lvl8pPr marL="2901803" indent="0">
              <a:buNone/>
              <a:defRPr sz="907"/>
            </a:lvl8pPr>
            <a:lvl9pPr marL="331634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8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2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54220" y="331064"/>
            <a:ext cx="2878782" cy="52696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7873" y="331064"/>
            <a:ext cx="8469461" cy="52696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7873" y="331064"/>
            <a:ext cx="11515130" cy="1201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873" y="1655318"/>
            <a:ext cx="11515130" cy="394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7873" y="5763386"/>
            <a:ext cx="3003947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E0A26-0A47-45EA-A778-D888F8287BE3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2478" y="5763386"/>
            <a:ext cx="4505920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29055" y="5763386"/>
            <a:ext cx="3003947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C18D6-0E94-4DEB-ABBA-323E36F68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9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9086" rtl="0" eaLnBrk="1" latinLnBrk="0" hangingPunct="1">
        <a:lnSpc>
          <a:spcPct val="90000"/>
        </a:lnSpc>
        <a:spcBef>
          <a:spcPct val="0"/>
        </a:spcBef>
        <a:buNone/>
        <a:defRPr sz="39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272" indent="-207272" algn="l" defTabSz="829086" rtl="0" eaLnBrk="1" latinLnBrk="0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39" kern="1200">
          <a:solidFill>
            <a:schemeClr val="tx1"/>
          </a:solidFill>
          <a:latin typeface="+mn-lt"/>
          <a:ea typeface="+mn-ea"/>
          <a:cs typeface="+mn-cs"/>
        </a:defRPr>
      </a:lvl1pPr>
      <a:lvl2pPr marL="621815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2pPr>
      <a:lvl3pPr marL="103635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3" kern="1200">
          <a:solidFill>
            <a:schemeClr val="tx1"/>
          </a:solidFill>
          <a:latin typeface="+mn-lt"/>
          <a:ea typeface="+mn-ea"/>
          <a:cs typeface="+mn-cs"/>
        </a:defRPr>
      </a:lvl3pPr>
      <a:lvl4pPr marL="1450901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865445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27998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694531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3109074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523618" indent="-207272" algn="l" defTabSz="829086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4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08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630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17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71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259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1803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346" algn="l" defTabSz="829086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41C6F3-EB4A-4E94-85E5-45962B2B619D}"/>
              </a:ext>
            </a:extLst>
          </p:cNvPr>
          <p:cNvSpPr txBox="1"/>
          <p:nvPr/>
        </p:nvSpPr>
        <p:spPr>
          <a:xfrm>
            <a:off x="0" y="0"/>
            <a:ext cx="23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规约缓存区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SSQ)</a:t>
            </a:r>
          </a:p>
        </p:txBody>
      </p: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62D8AC43-80F2-46FB-8AB9-9895BE864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545693"/>
              </p:ext>
            </p:extLst>
          </p:nvPr>
        </p:nvGraphicFramePr>
        <p:xfrm>
          <a:off x="279918" y="738664"/>
          <a:ext cx="12913572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2398">
                  <a:extLst>
                    <a:ext uri="{9D8B030D-6E8A-4147-A177-3AD203B41FA5}">
                      <a16:colId xmlns:a16="http://schemas.microsoft.com/office/drawing/2014/main" val="79830298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36013700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20021765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14748517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98375232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59380441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40831973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142323565"/>
                    </a:ext>
                  </a:extLst>
                </a:gridCol>
                <a:gridCol w="1844796">
                  <a:extLst>
                    <a:ext uri="{9D8B030D-6E8A-4147-A177-3AD203B41FA5}">
                      <a16:colId xmlns:a16="http://schemas.microsoft.com/office/drawing/2014/main" val="3536699799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7062854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20475718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49161735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668641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SUM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(C-1)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(C-1)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20985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F4AEC3E-6DCD-4440-8972-DF7FF922534D}"/>
              </a:ext>
            </a:extLst>
          </p:cNvPr>
          <p:cNvSpPr txBox="1"/>
          <p:nvPr/>
        </p:nvSpPr>
        <p:spPr>
          <a:xfrm>
            <a:off x="183502" y="369332"/>
            <a:ext cx="15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% 2 == 0 :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DB508CAC-7CE7-4854-88D5-485AF0B03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336686"/>
              </p:ext>
            </p:extLst>
          </p:nvPr>
        </p:nvGraphicFramePr>
        <p:xfrm>
          <a:off x="279918" y="1553481"/>
          <a:ext cx="12913572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2398">
                  <a:extLst>
                    <a:ext uri="{9D8B030D-6E8A-4147-A177-3AD203B41FA5}">
                      <a16:colId xmlns:a16="http://schemas.microsoft.com/office/drawing/2014/main" val="79830298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36013700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20021765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14748517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98375232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59380441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40831973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142323565"/>
                    </a:ext>
                  </a:extLst>
                </a:gridCol>
                <a:gridCol w="1844796">
                  <a:extLst>
                    <a:ext uri="{9D8B030D-6E8A-4147-A177-3AD203B41FA5}">
                      <a16:colId xmlns:a16="http://schemas.microsoft.com/office/drawing/2014/main" val="3536699799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7062854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20475718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49161735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668641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SUM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20985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F840E02-AD46-49FF-999F-7FBAAC41A0BA}"/>
              </a:ext>
            </a:extLst>
          </p:cNvPr>
          <p:cNvSpPr txBox="1"/>
          <p:nvPr/>
        </p:nvSpPr>
        <p:spPr>
          <a:xfrm>
            <a:off x="183502" y="1184149"/>
            <a:ext cx="15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% 2 == 1 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C4B788-EA6C-4F43-AB9A-108422136A49}"/>
              </a:ext>
            </a:extLst>
          </p:cNvPr>
          <p:cNvSpPr txBox="1"/>
          <p:nvPr/>
        </p:nvSpPr>
        <p:spPr>
          <a:xfrm>
            <a:off x="-1" y="2054949"/>
            <a:ext cx="2544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规约缓存区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(C, SUM)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0AC112C4-EDDE-4A92-8178-892D62F77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379847"/>
              </p:ext>
            </p:extLst>
          </p:nvPr>
        </p:nvGraphicFramePr>
        <p:xfrm>
          <a:off x="279918" y="2793613"/>
          <a:ext cx="12913572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2398">
                  <a:extLst>
                    <a:ext uri="{9D8B030D-6E8A-4147-A177-3AD203B41FA5}">
                      <a16:colId xmlns:a16="http://schemas.microsoft.com/office/drawing/2014/main" val="79830298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36013700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20021765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14748517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98375232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59380441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40831973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142323565"/>
                    </a:ext>
                  </a:extLst>
                </a:gridCol>
                <a:gridCol w="1844796">
                  <a:extLst>
                    <a:ext uri="{9D8B030D-6E8A-4147-A177-3AD203B41FA5}">
                      <a16:colId xmlns:a16="http://schemas.microsoft.com/office/drawing/2014/main" val="3536699799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7062854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20475718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49161735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668641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SUM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(C-1)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209852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7D33CA06-08EA-4DB1-AE60-05045B6B93C3}"/>
              </a:ext>
            </a:extLst>
          </p:cNvPr>
          <p:cNvSpPr txBox="1"/>
          <p:nvPr/>
        </p:nvSpPr>
        <p:spPr>
          <a:xfrm>
            <a:off x="183502" y="2424281"/>
            <a:ext cx="15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% 2 == 0 :</a:t>
            </a:r>
          </a:p>
        </p:txBody>
      </p:sp>
      <p:graphicFrame>
        <p:nvGraphicFramePr>
          <p:cNvPr id="42" name="Table 5">
            <a:extLst>
              <a:ext uri="{FF2B5EF4-FFF2-40B4-BE49-F238E27FC236}">
                <a16:creationId xmlns:a16="http://schemas.microsoft.com/office/drawing/2014/main" id="{A134701A-7577-4886-8481-27276F54F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16971"/>
              </p:ext>
            </p:extLst>
          </p:nvPr>
        </p:nvGraphicFramePr>
        <p:xfrm>
          <a:off x="279918" y="3608430"/>
          <a:ext cx="12913572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2398">
                  <a:extLst>
                    <a:ext uri="{9D8B030D-6E8A-4147-A177-3AD203B41FA5}">
                      <a16:colId xmlns:a16="http://schemas.microsoft.com/office/drawing/2014/main" val="79830298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36013700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20021765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14748517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98375232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59380441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40831973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142323565"/>
                    </a:ext>
                  </a:extLst>
                </a:gridCol>
                <a:gridCol w="1844796">
                  <a:extLst>
                    <a:ext uri="{9D8B030D-6E8A-4147-A177-3AD203B41FA5}">
                      <a16:colId xmlns:a16="http://schemas.microsoft.com/office/drawing/2014/main" val="3536699799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7062854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20475718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49161735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668641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SUM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20985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78EE073D-0001-4F0A-A35C-002A376A0C75}"/>
              </a:ext>
            </a:extLst>
          </p:cNvPr>
          <p:cNvSpPr txBox="1"/>
          <p:nvPr/>
        </p:nvSpPr>
        <p:spPr>
          <a:xfrm>
            <a:off x="183502" y="3239098"/>
            <a:ext cx="15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% 2 == 1 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56E1EA-EDFE-425D-A188-9A4C37E3B410}"/>
              </a:ext>
            </a:extLst>
          </p:cNvPr>
          <p:cNvSpPr txBox="1"/>
          <p:nvPr/>
        </p:nvSpPr>
        <p:spPr>
          <a:xfrm>
            <a:off x="0" y="4109898"/>
            <a:ext cx="23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规约缓存区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(C, SQ)</a:t>
            </a:r>
          </a:p>
        </p:txBody>
      </p:sp>
      <p:graphicFrame>
        <p:nvGraphicFramePr>
          <p:cNvPr id="45" name="Table 5">
            <a:extLst>
              <a:ext uri="{FF2B5EF4-FFF2-40B4-BE49-F238E27FC236}">
                <a16:creationId xmlns:a16="http://schemas.microsoft.com/office/drawing/2014/main" id="{62FD6224-ACF9-4219-B13D-967CA407A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044363"/>
              </p:ext>
            </p:extLst>
          </p:nvPr>
        </p:nvGraphicFramePr>
        <p:xfrm>
          <a:off x="279918" y="4848562"/>
          <a:ext cx="12913572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2398">
                  <a:extLst>
                    <a:ext uri="{9D8B030D-6E8A-4147-A177-3AD203B41FA5}">
                      <a16:colId xmlns:a16="http://schemas.microsoft.com/office/drawing/2014/main" val="79830298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36013700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20021765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14748517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98375232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59380441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40831973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142323565"/>
                    </a:ext>
                  </a:extLst>
                </a:gridCol>
                <a:gridCol w="1844796">
                  <a:extLst>
                    <a:ext uri="{9D8B030D-6E8A-4147-A177-3AD203B41FA5}">
                      <a16:colId xmlns:a16="http://schemas.microsoft.com/office/drawing/2014/main" val="3536699799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7062854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20475718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49161735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668641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(C-1)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2098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71AD8D37-BC2D-458B-90AF-4AA86E1E7D0A}"/>
              </a:ext>
            </a:extLst>
          </p:cNvPr>
          <p:cNvSpPr txBox="1"/>
          <p:nvPr/>
        </p:nvSpPr>
        <p:spPr>
          <a:xfrm>
            <a:off x="183502" y="4479230"/>
            <a:ext cx="15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% 2 == 0 :</a:t>
            </a:r>
          </a:p>
        </p:txBody>
      </p:sp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9CF92573-11FD-427D-AF47-9A2B5D0C2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016449"/>
              </p:ext>
            </p:extLst>
          </p:nvPr>
        </p:nvGraphicFramePr>
        <p:xfrm>
          <a:off x="279918" y="5663379"/>
          <a:ext cx="12913572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2398">
                  <a:extLst>
                    <a:ext uri="{9D8B030D-6E8A-4147-A177-3AD203B41FA5}">
                      <a16:colId xmlns:a16="http://schemas.microsoft.com/office/drawing/2014/main" val="79830298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36013700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20021765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14748517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98375232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759380441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408319733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142323565"/>
                    </a:ext>
                  </a:extLst>
                </a:gridCol>
                <a:gridCol w="1844796">
                  <a:extLst>
                    <a:ext uri="{9D8B030D-6E8A-4147-A177-3AD203B41FA5}">
                      <a16:colId xmlns:a16="http://schemas.microsoft.com/office/drawing/2014/main" val="3536699799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157062854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204757185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2491617358"/>
                    </a:ext>
                  </a:extLst>
                </a:gridCol>
                <a:gridCol w="922398">
                  <a:extLst>
                    <a:ext uri="{9D8B030D-6E8A-4147-A177-3AD203B41FA5}">
                      <a16:colId xmlns:a16="http://schemas.microsoft.com/office/drawing/2014/main" val="3668641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SQ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209852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BC6067BF-D875-4BE0-85E2-8365412B05B1}"/>
              </a:ext>
            </a:extLst>
          </p:cNvPr>
          <p:cNvSpPr txBox="1"/>
          <p:nvPr/>
        </p:nvSpPr>
        <p:spPr>
          <a:xfrm>
            <a:off x="183502" y="5294047"/>
            <a:ext cx="15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% 2 == 1 :</a:t>
            </a:r>
          </a:p>
        </p:txBody>
      </p:sp>
    </p:spTree>
    <p:extLst>
      <p:ext uri="{BB962C8B-B14F-4D97-AF65-F5344CB8AC3E}">
        <p14:creationId xmlns:p14="http://schemas.microsoft.com/office/powerpoint/2010/main" val="983579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326</Words>
  <Application>Microsoft Office PowerPoint</Application>
  <PresentationFormat>自定义</PresentationFormat>
  <Paragraphs>87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4</cp:revision>
  <dcterms:created xsi:type="dcterms:W3CDTF">2022-04-18T23:03:08Z</dcterms:created>
  <dcterms:modified xsi:type="dcterms:W3CDTF">2022-11-25T15:12:05Z</dcterms:modified>
</cp:coreProperties>
</file>