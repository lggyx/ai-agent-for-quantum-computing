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0" r:id="rId1"/>
  </p:sldMasterIdLst>
  <p:notesMasterIdLst>
    <p:notesMasterId r:id="rId3"/>
  </p:notesMasterIdLst>
  <p:sldIdLst>
    <p:sldId id="256" r:id="rId2"/>
  </p:sldIdLst>
  <p:sldSz cx="36576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5214" y="263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1pPr>
    <a:lvl2pPr marL="1149682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2pPr>
    <a:lvl3pPr marL="2299365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3pPr>
    <a:lvl4pPr marL="3449047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4pPr>
    <a:lvl5pPr marL="4598731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5pPr>
    <a:lvl6pPr marL="5748413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6pPr>
    <a:lvl7pPr marL="6898096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7pPr>
    <a:lvl8pPr marL="8047778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8pPr>
    <a:lvl9pPr marL="9197461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448945"/>
            <a:ext cx="310896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440815"/>
            <a:ext cx="27432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8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2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683896"/>
            <a:ext cx="315468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1835786"/>
            <a:ext cx="315468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/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3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730250"/>
            <a:ext cx="1554480" cy="17405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730250"/>
            <a:ext cx="1554480" cy="17405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6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46051"/>
            <a:ext cx="3154680" cy="5302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672465"/>
            <a:ext cx="154733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002030"/>
            <a:ext cx="1547336" cy="14738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672465"/>
            <a:ext cx="155495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002030"/>
            <a:ext cx="1554956" cy="14738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98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3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2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82880"/>
            <a:ext cx="1179671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394971"/>
            <a:ext cx="185166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822960"/>
            <a:ext cx="1179671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1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82880"/>
            <a:ext cx="1179671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394971"/>
            <a:ext cx="185166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822960"/>
            <a:ext cx="1179671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1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46050"/>
            <a:ext cx="788670" cy="2324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46050"/>
            <a:ext cx="2320290" cy="23247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44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46051"/>
            <a:ext cx="315468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730250"/>
            <a:ext cx="315468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2542541"/>
            <a:ext cx="8229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2542541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2542541"/>
            <a:ext cx="8229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0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2453CBE1-923D-B2E2-8A78-85BE1C47A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" y="238125"/>
            <a:ext cx="3286125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1683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43</cp:revision>
  <dcterms:created xsi:type="dcterms:W3CDTF">2020-03-18T02:10:58Z</dcterms:created>
  <dcterms:modified xsi:type="dcterms:W3CDTF">2023-08-31T09:44:18Z</dcterms:modified>
</cp:coreProperties>
</file>