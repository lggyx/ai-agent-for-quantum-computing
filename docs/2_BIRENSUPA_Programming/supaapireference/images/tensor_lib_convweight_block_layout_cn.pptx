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18872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6" autoAdjust="0"/>
    <p:restoredTop sz="94660"/>
  </p:normalViewPr>
  <p:slideViewPr>
    <p:cSldViewPr snapToGrid="0">
      <p:cViewPr varScale="1">
        <p:scale>
          <a:sx n="83" d="100"/>
          <a:sy n="83" d="100"/>
        </p:scale>
        <p:origin x="9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598593"/>
            <a:ext cx="89154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1921087"/>
            <a:ext cx="89154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3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5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911860"/>
            <a:ext cx="1025271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2447714"/>
            <a:ext cx="1025271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1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973666"/>
            <a:ext cx="505206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973666"/>
            <a:ext cx="505206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0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194734"/>
            <a:ext cx="1025271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896620"/>
            <a:ext cx="5028842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1336040"/>
            <a:ext cx="5028842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896620"/>
            <a:ext cx="505360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1336040"/>
            <a:ext cx="505360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06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1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243840"/>
            <a:ext cx="3833931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526627"/>
            <a:ext cx="6017895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097280"/>
            <a:ext cx="3833931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8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243840"/>
            <a:ext cx="3833931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526627"/>
            <a:ext cx="6017895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097280"/>
            <a:ext cx="3833931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6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0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194733"/>
            <a:ext cx="2563178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194733"/>
            <a:ext cx="7540943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5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194734"/>
            <a:ext cx="1025271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973666"/>
            <a:ext cx="1025271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3390054"/>
            <a:ext cx="26746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F0A6E-9CB9-44D1-8952-4D5F7D4BC4BF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3390054"/>
            <a:ext cx="401193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3390054"/>
            <a:ext cx="26746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F09AF-F02A-4E29-8CF6-5773DF6A2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2A5306B8-6049-807D-9A37-23D4A8F88B21}"/>
              </a:ext>
            </a:extLst>
          </p:cNvPr>
          <p:cNvSpPr/>
          <p:nvPr/>
        </p:nvSpPr>
        <p:spPr>
          <a:xfrm>
            <a:off x="8892207" y="1547240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3" name="Cube 172">
            <a:extLst>
              <a:ext uri="{FF2B5EF4-FFF2-40B4-BE49-F238E27FC236}">
                <a16:creationId xmlns:a16="http://schemas.microsoft.com/office/drawing/2014/main" id="{0047C8A7-3BF2-B34E-4114-CBE676C638CA}"/>
              </a:ext>
            </a:extLst>
          </p:cNvPr>
          <p:cNvSpPr/>
          <p:nvPr/>
        </p:nvSpPr>
        <p:spPr>
          <a:xfrm flipH="1">
            <a:off x="3726146" y="866557"/>
            <a:ext cx="4246180" cy="2637692"/>
          </a:xfrm>
          <a:prstGeom prst="cube">
            <a:avLst>
              <a:gd name="adj" fmla="val 155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E88948B-2628-D356-65B8-AC91B3B1CAD4}"/>
              </a:ext>
            </a:extLst>
          </p:cNvPr>
          <p:cNvSpPr/>
          <p:nvPr/>
        </p:nvSpPr>
        <p:spPr>
          <a:xfrm>
            <a:off x="9362618" y="2039569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B44950A-5B51-D345-810F-105310E33DFA}"/>
              </a:ext>
            </a:extLst>
          </p:cNvPr>
          <p:cNvSpPr txBox="1"/>
          <p:nvPr/>
        </p:nvSpPr>
        <p:spPr>
          <a:xfrm>
            <a:off x="8771633" y="1588282"/>
            <a:ext cx="2198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数据块：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weight[H*W-1]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BF66E49-E174-660A-79F3-D9A69EF92E93}"/>
              </a:ext>
            </a:extLst>
          </p:cNvPr>
          <p:cNvSpPr/>
          <p:nvPr/>
        </p:nvSpPr>
        <p:spPr>
          <a:xfrm>
            <a:off x="9515018" y="2191969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C96B7B9-FDF8-9E3B-07E8-A320CF9DB9D6}"/>
              </a:ext>
            </a:extLst>
          </p:cNvPr>
          <p:cNvSpPr/>
          <p:nvPr/>
        </p:nvSpPr>
        <p:spPr>
          <a:xfrm>
            <a:off x="9667418" y="2344369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数据块：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weight[0]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FDD4B12-70A6-5BF6-F7B4-70FABBECD032}"/>
              </a:ext>
            </a:extLst>
          </p:cNvPr>
          <p:cNvSpPr txBox="1"/>
          <p:nvPr/>
        </p:nvSpPr>
        <p:spPr>
          <a:xfrm>
            <a:off x="4897501" y="186238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数据块粒度分布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9" name="Table 8">
            <a:extLst>
              <a:ext uri="{FF2B5EF4-FFF2-40B4-BE49-F238E27FC236}">
                <a16:creationId xmlns:a16="http://schemas.microsoft.com/office/drawing/2014/main" id="{41E9B8C2-3CF7-2D23-A8AC-6E9CB0C02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713220"/>
              </p:ext>
            </p:extLst>
          </p:nvPr>
        </p:nvGraphicFramePr>
        <p:xfrm>
          <a:off x="4131908" y="1279208"/>
          <a:ext cx="384048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</a:tbl>
          </a:graphicData>
        </a:graphic>
      </p:graphicFrame>
      <p:sp>
        <p:nvSpPr>
          <p:cNvPr id="180" name="TextBox 179">
            <a:extLst>
              <a:ext uri="{FF2B5EF4-FFF2-40B4-BE49-F238E27FC236}">
                <a16:creationId xmlns:a16="http://schemas.microsoft.com/office/drawing/2014/main" id="{B26087FA-A936-A4B2-AC4E-BA2501164CF9}"/>
              </a:ext>
            </a:extLst>
          </p:cNvPr>
          <p:cNvSpPr txBox="1"/>
          <p:nvPr/>
        </p:nvSpPr>
        <p:spPr>
          <a:xfrm>
            <a:off x="4977009" y="2063780"/>
            <a:ext cx="200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实际数据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AD7559F-6A29-1724-F998-215823A92B86}"/>
              </a:ext>
            </a:extLst>
          </p:cNvPr>
          <p:cNvCxnSpPr>
            <a:cxnSpLocks/>
          </p:cNvCxnSpPr>
          <p:nvPr/>
        </p:nvCxnSpPr>
        <p:spPr>
          <a:xfrm>
            <a:off x="4434560" y="1469521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69B26CE-85B3-E62E-852C-80DC192658A2}"/>
              </a:ext>
            </a:extLst>
          </p:cNvPr>
          <p:cNvCxnSpPr>
            <a:cxnSpLocks/>
          </p:cNvCxnSpPr>
          <p:nvPr/>
        </p:nvCxnSpPr>
        <p:spPr>
          <a:xfrm flipH="1">
            <a:off x="4434560" y="1469521"/>
            <a:ext cx="3291840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29F4DE5D-33D5-AA20-BD7C-E1D2C5B45AA6}"/>
              </a:ext>
            </a:extLst>
          </p:cNvPr>
          <p:cNvCxnSpPr>
            <a:cxnSpLocks/>
          </p:cNvCxnSpPr>
          <p:nvPr/>
        </p:nvCxnSpPr>
        <p:spPr>
          <a:xfrm>
            <a:off x="4434560" y="1858016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D35E2EA-1748-77CF-AEC2-88D87A929607}"/>
              </a:ext>
            </a:extLst>
          </p:cNvPr>
          <p:cNvCxnSpPr>
            <a:cxnSpLocks/>
          </p:cNvCxnSpPr>
          <p:nvPr/>
        </p:nvCxnSpPr>
        <p:spPr>
          <a:xfrm flipH="1">
            <a:off x="4434560" y="1858016"/>
            <a:ext cx="3291840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67D6680-C164-E382-CE9D-FAF058FFF814}"/>
              </a:ext>
            </a:extLst>
          </p:cNvPr>
          <p:cNvCxnSpPr>
            <a:cxnSpLocks/>
          </p:cNvCxnSpPr>
          <p:nvPr/>
        </p:nvCxnSpPr>
        <p:spPr>
          <a:xfrm>
            <a:off x="4434560" y="2233148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FD0B6DB-F239-60DC-77F9-A13C2CAB9C29}"/>
              </a:ext>
            </a:extLst>
          </p:cNvPr>
          <p:cNvCxnSpPr>
            <a:cxnSpLocks/>
          </p:cNvCxnSpPr>
          <p:nvPr/>
        </p:nvCxnSpPr>
        <p:spPr>
          <a:xfrm flipH="1">
            <a:off x="4434560" y="2233148"/>
            <a:ext cx="3291840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BA75C98-F8D4-F1FF-1208-DB3711F64539}"/>
              </a:ext>
            </a:extLst>
          </p:cNvPr>
          <p:cNvCxnSpPr>
            <a:cxnSpLocks/>
          </p:cNvCxnSpPr>
          <p:nvPr/>
        </p:nvCxnSpPr>
        <p:spPr>
          <a:xfrm>
            <a:off x="4434560" y="2595069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1D60A1D8-C72E-0B7C-1415-C2224C2539CF}"/>
              </a:ext>
            </a:extLst>
          </p:cNvPr>
          <p:cNvCxnSpPr>
            <a:cxnSpLocks/>
          </p:cNvCxnSpPr>
          <p:nvPr/>
        </p:nvCxnSpPr>
        <p:spPr>
          <a:xfrm flipH="1">
            <a:off x="4434560" y="2595069"/>
            <a:ext cx="3291840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14BF6C21-FB15-8F79-08AB-ED3D62985B63}"/>
              </a:ext>
            </a:extLst>
          </p:cNvPr>
          <p:cNvCxnSpPr>
            <a:cxnSpLocks/>
          </p:cNvCxnSpPr>
          <p:nvPr/>
        </p:nvCxnSpPr>
        <p:spPr>
          <a:xfrm>
            <a:off x="4434560" y="2965963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2F862C2-4E79-5C74-7BC2-2F73CA3A7C70}"/>
              </a:ext>
            </a:extLst>
          </p:cNvPr>
          <p:cNvCxnSpPr>
            <a:cxnSpLocks/>
          </p:cNvCxnSpPr>
          <p:nvPr/>
        </p:nvCxnSpPr>
        <p:spPr>
          <a:xfrm flipH="1">
            <a:off x="4434560" y="2965963"/>
            <a:ext cx="3291840" cy="375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43FC45A-D6E3-323D-6111-F018D3CCBFFB}"/>
              </a:ext>
            </a:extLst>
          </p:cNvPr>
          <p:cNvCxnSpPr>
            <a:cxnSpLocks/>
          </p:cNvCxnSpPr>
          <p:nvPr/>
        </p:nvCxnSpPr>
        <p:spPr>
          <a:xfrm>
            <a:off x="4434560" y="3336454"/>
            <a:ext cx="329184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A9FAD5C-7FA4-24DE-2FF9-0B43C3389AED}"/>
              </a:ext>
            </a:extLst>
          </p:cNvPr>
          <p:cNvCxnSpPr>
            <a:cxnSpLocks/>
          </p:cNvCxnSpPr>
          <p:nvPr/>
        </p:nvCxnSpPr>
        <p:spPr>
          <a:xfrm flipH="1" flipV="1">
            <a:off x="4366336" y="875270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4AC9056-3FE4-1EE3-FD90-DFAFF86A5CAC}"/>
              </a:ext>
            </a:extLst>
          </p:cNvPr>
          <p:cNvCxnSpPr>
            <a:cxnSpLocks/>
          </p:cNvCxnSpPr>
          <p:nvPr/>
        </p:nvCxnSpPr>
        <p:spPr>
          <a:xfrm flipH="1" flipV="1">
            <a:off x="4996955" y="859424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F1BC5D99-6E13-9097-9338-170696520D18}"/>
              </a:ext>
            </a:extLst>
          </p:cNvPr>
          <p:cNvCxnSpPr>
            <a:cxnSpLocks/>
          </p:cNvCxnSpPr>
          <p:nvPr/>
        </p:nvCxnSpPr>
        <p:spPr>
          <a:xfrm flipH="1" flipV="1">
            <a:off x="5643661" y="865722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804A481-2E5A-BCF4-24E3-6ADC02627651}"/>
              </a:ext>
            </a:extLst>
          </p:cNvPr>
          <p:cNvCxnSpPr>
            <a:cxnSpLocks/>
          </p:cNvCxnSpPr>
          <p:nvPr/>
        </p:nvCxnSpPr>
        <p:spPr>
          <a:xfrm flipH="1" flipV="1">
            <a:off x="6297738" y="870222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C24827D-85E8-EE9A-648F-0A2C2C1DC552}"/>
              </a:ext>
            </a:extLst>
          </p:cNvPr>
          <p:cNvCxnSpPr>
            <a:cxnSpLocks/>
          </p:cNvCxnSpPr>
          <p:nvPr/>
        </p:nvCxnSpPr>
        <p:spPr>
          <a:xfrm flipH="1" flipV="1">
            <a:off x="6928510" y="869072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B813E51-64F2-D3CE-BCEC-F65F1691483A}"/>
              </a:ext>
            </a:extLst>
          </p:cNvPr>
          <p:cNvCxnSpPr>
            <a:cxnSpLocks/>
          </p:cNvCxnSpPr>
          <p:nvPr/>
        </p:nvCxnSpPr>
        <p:spPr>
          <a:xfrm flipH="1" flipV="1">
            <a:off x="3717798" y="1237593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C658D7FD-2160-01DC-9893-31DAB4B715EF}"/>
              </a:ext>
            </a:extLst>
          </p:cNvPr>
          <p:cNvCxnSpPr>
            <a:cxnSpLocks/>
          </p:cNvCxnSpPr>
          <p:nvPr/>
        </p:nvCxnSpPr>
        <p:spPr>
          <a:xfrm flipH="1" flipV="1">
            <a:off x="3722324" y="1622998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EDDD8AE6-A18F-6F22-B5F3-CD246DA41F37}"/>
              </a:ext>
            </a:extLst>
          </p:cNvPr>
          <p:cNvCxnSpPr>
            <a:cxnSpLocks/>
          </p:cNvCxnSpPr>
          <p:nvPr/>
        </p:nvCxnSpPr>
        <p:spPr>
          <a:xfrm flipH="1" flipV="1">
            <a:off x="3736143" y="1983434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405CA0A-DE7C-8CD4-DBD9-D7AA1070D61E}"/>
              </a:ext>
            </a:extLst>
          </p:cNvPr>
          <p:cNvCxnSpPr>
            <a:cxnSpLocks/>
          </p:cNvCxnSpPr>
          <p:nvPr/>
        </p:nvCxnSpPr>
        <p:spPr>
          <a:xfrm flipH="1" flipV="1">
            <a:off x="3726084" y="2362638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04E53EB-8E55-959D-8D0C-B47FB43BDDD9}"/>
              </a:ext>
            </a:extLst>
          </p:cNvPr>
          <p:cNvCxnSpPr>
            <a:cxnSpLocks/>
          </p:cNvCxnSpPr>
          <p:nvPr/>
        </p:nvCxnSpPr>
        <p:spPr>
          <a:xfrm flipH="1" flipV="1">
            <a:off x="3736143" y="2727582"/>
            <a:ext cx="411149" cy="4039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ube 201">
            <a:extLst>
              <a:ext uri="{FF2B5EF4-FFF2-40B4-BE49-F238E27FC236}">
                <a16:creationId xmlns:a16="http://schemas.microsoft.com/office/drawing/2014/main" id="{D6A976CF-407B-1D28-7F37-E1152384853B}"/>
              </a:ext>
            </a:extLst>
          </p:cNvPr>
          <p:cNvSpPr/>
          <p:nvPr/>
        </p:nvSpPr>
        <p:spPr>
          <a:xfrm flipH="1">
            <a:off x="3727967" y="872554"/>
            <a:ext cx="4099400" cy="2576728"/>
          </a:xfrm>
          <a:prstGeom prst="cube">
            <a:avLst>
              <a:gd name="adj" fmla="val 15956"/>
            </a:avLst>
          </a:prstGeom>
          <a:solidFill>
            <a:schemeClr val="accent2">
              <a:lumMod val="75000"/>
              <a:alpha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3" name="Cube 202">
            <a:extLst>
              <a:ext uri="{FF2B5EF4-FFF2-40B4-BE49-F238E27FC236}">
                <a16:creationId xmlns:a16="http://schemas.microsoft.com/office/drawing/2014/main" id="{837B6826-A727-694A-124F-D567273CF31E}"/>
              </a:ext>
            </a:extLst>
          </p:cNvPr>
          <p:cNvSpPr/>
          <p:nvPr/>
        </p:nvSpPr>
        <p:spPr>
          <a:xfrm flipH="1">
            <a:off x="9162128" y="406778"/>
            <a:ext cx="1049825" cy="800125"/>
          </a:xfrm>
          <a:prstGeom prst="cube">
            <a:avLst>
              <a:gd name="adj" fmla="val 5254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C51F1E07-DEEF-AEB3-0ED5-926FB8C96D13}"/>
              </a:ext>
            </a:extLst>
          </p:cNvPr>
          <p:cNvCxnSpPr>
            <a:cxnSpLocks/>
          </p:cNvCxnSpPr>
          <p:nvPr/>
        </p:nvCxnSpPr>
        <p:spPr>
          <a:xfrm>
            <a:off x="3751931" y="739984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12D10061-F033-57C3-49D3-E418C007B61F}"/>
              </a:ext>
            </a:extLst>
          </p:cNvPr>
          <p:cNvCxnSpPr>
            <a:cxnSpLocks/>
          </p:cNvCxnSpPr>
          <p:nvPr/>
        </p:nvCxnSpPr>
        <p:spPr>
          <a:xfrm>
            <a:off x="3617196" y="867452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8650DD59-519A-CA0E-4286-5ABC9FB4223D}"/>
              </a:ext>
            </a:extLst>
          </p:cNvPr>
          <p:cNvSpPr txBox="1"/>
          <p:nvPr/>
        </p:nvSpPr>
        <p:spPr>
          <a:xfrm>
            <a:off x="4180317" y="613251"/>
            <a:ext cx="83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79D87EF-01FE-6548-DF13-AE4C6BCBBE6A}"/>
              </a:ext>
            </a:extLst>
          </p:cNvPr>
          <p:cNvSpPr txBox="1"/>
          <p:nvPr/>
        </p:nvSpPr>
        <p:spPr>
          <a:xfrm>
            <a:off x="3366426" y="1148624"/>
            <a:ext cx="45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2F4E5165-B5A1-C698-C9D1-75B01F2D232C}"/>
              </a:ext>
            </a:extLst>
          </p:cNvPr>
          <p:cNvCxnSpPr>
            <a:cxnSpLocks/>
          </p:cNvCxnSpPr>
          <p:nvPr/>
        </p:nvCxnSpPr>
        <p:spPr>
          <a:xfrm flipH="1" flipV="1">
            <a:off x="3477867" y="596771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08096A06-F1D1-DFDF-C301-661278488990}"/>
              </a:ext>
            </a:extLst>
          </p:cNvPr>
          <p:cNvSpPr txBox="1"/>
          <p:nvPr/>
        </p:nvSpPr>
        <p:spPr>
          <a:xfrm>
            <a:off x="3514751" y="435386"/>
            <a:ext cx="15028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卷积核的线性顺序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404B7FD-2D7B-5A91-CC48-F8F9F64568C2}"/>
              </a:ext>
            </a:extLst>
          </p:cNvPr>
          <p:cNvSpPr txBox="1"/>
          <p:nvPr/>
        </p:nvSpPr>
        <p:spPr>
          <a:xfrm rot="3020358">
            <a:off x="8974870" y="2845052"/>
            <a:ext cx="479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883EB3F-C14B-22DD-0645-FB39D00D036D}"/>
              </a:ext>
            </a:extLst>
          </p:cNvPr>
          <p:cNvSpPr txBox="1"/>
          <p:nvPr/>
        </p:nvSpPr>
        <p:spPr>
          <a:xfrm rot="3020358">
            <a:off x="10850574" y="1683650"/>
            <a:ext cx="479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8C0547EA-85C7-1101-542C-C37E6ECD12C2}"/>
              </a:ext>
            </a:extLst>
          </p:cNvPr>
          <p:cNvCxnSpPr>
            <a:cxnSpLocks/>
          </p:cNvCxnSpPr>
          <p:nvPr/>
        </p:nvCxnSpPr>
        <p:spPr>
          <a:xfrm flipH="1" flipV="1">
            <a:off x="10782235" y="1612761"/>
            <a:ext cx="358491" cy="42680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8EEC583-7633-7377-10D2-BA9CBA4F2E2A}"/>
              </a:ext>
            </a:extLst>
          </p:cNvPr>
          <p:cNvCxnSpPr>
            <a:cxnSpLocks/>
          </p:cNvCxnSpPr>
          <p:nvPr/>
        </p:nvCxnSpPr>
        <p:spPr>
          <a:xfrm>
            <a:off x="11216929" y="2127962"/>
            <a:ext cx="53926" cy="62552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6AAE2C48-4F9C-775A-C03C-7F3E4A076D72}"/>
              </a:ext>
            </a:extLst>
          </p:cNvPr>
          <p:cNvCxnSpPr>
            <a:cxnSpLocks/>
          </p:cNvCxnSpPr>
          <p:nvPr/>
        </p:nvCxnSpPr>
        <p:spPr>
          <a:xfrm>
            <a:off x="11369329" y="2280362"/>
            <a:ext cx="53926" cy="62552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D48D1D5-58E4-5DB1-5722-AF414B11D330}"/>
              </a:ext>
            </a:extLst>
          </p:cNvPr>
          <p:cNvCxnSpPr>
            <a:cxnSpLocks/>
          </p:cNvCxnSpPr>
          <p:nvPr/>
        </p:nvCxnSpPr>
        <p:spPr>
          <a:xfrm>
            <a:off x="11521729" y="2432762"/>
            <a:ext cx="251628" cy="29187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5FC0858F-F600-D9C3-07EB-2C15C7EEE734}"/>
              </a:ext>
            </a:extLst>
          </p:cNvPr>
          <p:cNvCxnSpPr>
            <a:cxnSpLocks/>
          </p:cNvCxnSpPr>
          <p:nvPr/>
        </p:nvCxnSpPr>
        <p:spPr>
          <a:xfrm flipV="1">
            <a:off x="7926975" y="1055014"/>
            <a:ext cx="1347905" cy="4601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105D7EC8-FE7A-3BDF-4A34-84393158FB75}"/>
              </a:ext>
            </a:extLst>
          </p:cNvPr>
          <p:cNvCxnSpPr>
            <a:cxnSpLocks/>
          </p:cNvCxnSpPr>
          <p:nvPr/>
        </p:nvCxnSpPr>
        <p:spPr>
          <a:xfrm>
            <a:off x="9883649" y="1107982"/>
            <a:ext cx="0" cy="2886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DB7B27E-2456-84E5-804C-C007DC78C8F0}"/>
              </a:ext>
            </a:extLst>
          </p:cNvPr>
          <p:cNvCxnSpPr>
            <a:cxnSpLocks/>
          </p:cNvCxnSpPr>
          <p:nvPr/>
        </p:nvCxnSpPr>
        <p:spPr>
          <a:xfrm>
            <a:off x="9163065" y="304598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E28CA90-336B-5E9E-B2F9-0F03B4AA8BEF}"/>
              </a:ext>
            </a:extLst>
          </p:cNvPr>
          <p:cNvCxnSpPr>
            <a:cxnSpLocks/>
          </p:cNvCxnSpPr>
          <p:nvPr/>
        </p:nvCxnSpPr>
        <p:spPr>
          <a:xfrm>
            <a:off x="9028330" y="432066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8B89F90A-540E-E91E-3A06-EA7390DE4CED}"/>
              </a:ext>
            </a:extLst>
          </p:cNvPr>
          <p:cNvSpPr txBox="1"/>
          <p:nvPr/>
        </p:nvSpPr>
        <p:spPr>
          <a:xfrm>
            <a:off x="9591451" y="177865"/>
            <a:ext cx="83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i-ch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2FCB4AA-14E6-0EC8-D58B-91E19EA6394E}"/>
              </a:ext>
            </a:extLst>
          </p:cNvPr>
          <p:cNvSpPr txBox="1"/>
          <p:nvPr/>
        </p:nvSpPr>
        <p:spPr>
          <a:xfrm>
            <a:off x="8802278" y="715043"/>
            <a:ext cx="45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o-</a:t>
            </a:r>
            <a:r>
              <a:rPr lang="en-US" sz="1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177F3178-9E65-2D0A-587A-FC4FFBBE41A0}"/>
              </a:ext>
            </a:extLst>
          </p:cNvPr>
          <p:cNvCxnSpPr>
            <a:cxnSpLocks/>
          </p:cNvCxnSpPr>
          <p:nvPr/>
        </p:nvCxnSpPr>
        <p:spPr>
          <a:xfrm flipH="1" flipV="1">
            <a:off x="8889001" y="161385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6CEE25F-34B4-A872-7505-AC6AF43F108A}"/>
              </a:ext>
            </a:extLst>
          </p:cNvPr>
          <p:cNvSpPr txBox="1"/>
          <p:nvPr/>
        </p:nvSpPr>
        <p:spPr>
          <a:xfrm>
            <a:off x="8925885" y="0"/>
            <a:ext cx="15028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卷积核的线性顺序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83EC0A18-3F4C-967E-483B-6A4C79538930}"/>
              </a:ext>
            </a:extLst>
          </p:cNvPr>
          <p:cNvSpPr/>
          <p:nvPr/>
        </p:nvSpPr>
        <p:spPr>
          <a:xfrm>
            <a:off x="623202" y="1336730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61CB371-0C66-B5F5-AD64-772EC2C116A5}"/>
              </a:ext>
            </a:extLst>
          </p:cNvPr>
          <p:cNvSpPr txBox="1"/>
          <p:nvPr/>
        </p:nvSpPr>
        <p:spPr>
          <a:xfrm>
            <a:off x="656210" y="636866"/>
            <a:ext cx="35432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ConvWeights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(N, KC_OUT, KC_IN, H, W)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1E14D6F-DBF0-0FC4-E9E8-3E713B76A335}"/>
              </a:ext>
            </a:extLst>
          </p:cNvPr>
          <p:cNvSpPr/>
          <p:nvPr/>
        </p:nvSpPr>
        <p:spPr>
          <a:xfrm>
            <a:off x="775602" y="1489130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3944A99-BBAD-97BF-3D32-A832A557CEA6}"/>
              </a:ext>
            </a:extLst>
          </p:cNvPr>
          <p:cNvSpPr/>
          <p:nvPr/>
        </p:nvSpPr>
        <p:spPr>
          <a:xfrm>
            <a:off x="928002" y="1641530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ConvWeight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KC_OUT, KC_IN, H, W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C926C92D-0367-838D-2593-A9EE90B1D824}"/>
              </a:ext>
            </a:extLst>
          </p:cNvPr>
          <p:cNvCxnSpPr>
            <a:cxnSpLocks/>
          </p:cNvCxnSpPr>
          <p:nvPr/>
        </p:nvCxnSpPr>
        <p:spPr>
          <a:xfrm flipH="1" flipV="1">
            <a:off x="332149" y="1098648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7EE8DD9A-BFCB-C44F-FF35-8DCF09EA74EE}"/>
              </a:ext>
            </a:extLst>
          </p:cNvPr>
          <p:cNvSpPr txBox="1"/>
          <p:nvPr/>
        </p:nvSpPr>
        <p:spPr>
          <a:xfrm>
            <a:off x="83820" y="104800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1C4B61A9-99C3-BCF0-D3A7-9D394C7DE91A}"/>
              </a:ext>
            </a:extLst>
          </p:cNvPr>
          <p:cNvCxnSpPr>
            <a:cxnSpLocks/>
          </p:cNvCxnSpPr>
          <p:nvPr/>
        </p:nvCxnSpPr>
        <p:spPr>
          <a:xfrm>
            <a:off x="2728527" y="2330481"/>
            <a:ext cx="87029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59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66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7</cp:revision>
  <dcterms:created xsi:type="dcterms:W3CDTF">2022-04-07T12:17:45Z</dcterms:created>
  <dcterms:modified xsi:type="dcterms:W3CDTF">2022-11-25T14:58:03Z</dcterms:modified>
</cp:coreProperties>
</file>