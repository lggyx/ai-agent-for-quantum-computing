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794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>
            <a:extLst>
              <a:ext uri="{FF2B5EF4-FFF2-40B4-BE49-F238E27FC236}">
                <a16:creationId xmlns:a16="http://schemas.microsoft.com/office/drawing/2014/main" id="{8AE22646-A54B-9180-BDC9-790F01C9C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138112"/>
            <a:ext cx="47720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50</cp:revision>
  <dcterms:created xsi:type="dcterms:W3CDTF">2020-03-18T02:10:58Z</dcterms:created>
  <dcterms:modified xsi:type="dcterms:W3CDTF">2023-08-31T09:54:36Z</dcterms:modified>
</cp:coreProperties>
</file>