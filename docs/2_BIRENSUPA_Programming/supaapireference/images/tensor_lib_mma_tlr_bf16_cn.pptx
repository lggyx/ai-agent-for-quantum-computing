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7407275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699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08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29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5546" y="823066"/>
            <a:ext cx="6296184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5910" y="2641495"/>
            <a:ext cx="5555456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62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39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392" y="1253809"/>
            <a:ext cx="6388775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392" y="3365607"/>
            <a:ext cx="6388775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/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75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329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9250" y="1338792"/>
            <a:ext cx="3148092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49933" y="1338792"/>
            <a:ext cx="3148092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178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15" y="267759"/>
            <a:ext cx="6388775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16" y="1232853"/>
            <a:ext cx="3133624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16" y="1837055"/>
            <a:ext cx="3133624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49933" y="1232853"/>
            <a:ext cx="314905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49933" y="1837055"/>
            <a:ext cx="314905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12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118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15" y="335280"/>
            <a:ext cx="2389039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9057" y="724113"/>
            <a:ext cx="3749933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15" y="1508760"/>
            <a:ext cx="2389039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6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15" y="335280"/>
            <a:ext cx="2389039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49057" y="724113"/>
            <a:ext cx="3749933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15" y="1508760"/>
            <a:ext cx="2389039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4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32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00831" y="267758"/>
            <a:ext cx="1597194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9251" y="267758"/>
            <a:ext cx="469899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4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9250" y="267759"/>
            <a:ext cx="6388775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9250" y="1338792"/>
            <a:ext cx="6388775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9250" y="4661325"/>
            <a:ext cx="1666637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E5199-20DA-4F47-A9DC-2590F2984856}" type="datetimeFigureOut">
              <a:rPr lang="en-US" smtClean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53660" y="4661325"/>
            <a:ext cx="2499955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31388" y="4661325"/>
            <a:ext cx="1666637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AC1A0-7B6F-4C76-B704-EE7F3F5B66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19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Rectangle 207">
            <a:extLst>
              <a:ext uri="{FF2B5EF4-FFF2-40B4-BE49-F238E27FC236}">
                <a16:creationId xmlns:a16="http://schemas.microsoft.com/office/drawing/2014/main" id="{EF7B342C-E02D-80C3-E7C0-F29D6C43DD1C}"/>
              </a:ext>
            </a:extLst>
          </p:cNvPr>
          <p:cNvSpPr/>
          <p:nvPr/>
        </p:nvSpPr>
        <p:spPr>
          <a:xfrm>
            <a:off x="2364706" y="1528605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3B4F6F73-9738-575C-456D-D73637DB79EE}"/>
              </a:ext>
            </a:extLst>
          </p:cNvPr>
          <p:cNvSpPr/>
          <p:nvPr/>
        </p:nvSpPr>
        <p:spPr>
          <a:xfrm>
            <a:off x="3497527" y="1528605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18CE3202-92D2-2D44-33A0-B93E30F2FA7C}"/>
              </a:ext>
            </a:extLst>
          </p:cNvPr>
          <p:cNvSpPr/>
          <p:nvPr/>
        </p:nvSpPr>
        <p:spPr>
          <a:xfrm>
            <a:off x="2364706" y="264137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BB9E590E-C85B-CD71-B794-4E1F49B4B5C9}"/>
              </a:ext>
            </a:extLst>
          </p:cNvPr>
          <p:cNvSpPr/>
          <p:nvPr/>
        </p:nvSpPr>
        <p:spPr>
          <a:xfrm>
            <a:off x="3497527" y="2641377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7B83FB09-C6ED-3B1A-7DD4-6DCD8EE83B10}"/>
              </a:ext>
            </a:extLst>
          </p:cNvPr>
          <p:cNvSpPr/>
          <p:nvPr/>
        </p:nvSpPr>
        <p:spPr>
          <a:xfrm>
            <a:off x="5012083" y="420228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5E9B75F0-64E8-C8C3-0312-C2D0C8C2C687}"/>
              </a:ext>
            </a:extLst>
          </p:cNvPr>
          <p:cNvSpPr/>
          <p:nvPr/>
        </p:nvSpPr>
        <p:spPr>
          <a:xfrm>
            <a:off x="6144904" y="420228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6A085E5-0CFA-82DD-8A8B-C9D006939135}"/>
              </a:ext>
            </a:extLst>
          </p:cNvPr>
          <p:cNvSpPr/>
          <p:nvPr/>
        </p:nvSpPr>
        <p:spPr>
          <a:xfrm>
            <a:off x="5012083" y="1533000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4198DD92-13B0-3A3F-E961-969833FB008F}"/>
              </a:ext>
            </a:extLst>
          </p:cNvPr>
          <p:cNvSpPr/>
          <p:nvPr/>
        </p:nvSpPr>
        <p:spPr>
          <a:xfrm>
            <a:off x="6144904" y="1533000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C6594FE5-6ED1-778E-D8FA-990F71FD3A0F}"/>
              </a:ext>
            </a:extLst>
          </p:cNvPr>
          <p:cNvSpPr/>
          <p:nvPr/>
        </p:nvSpPr>
        <p:spPr>
          <a:xfrm>
            <a:off x="2364705" y="1529858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d4, d5: 2x32</a:t>
            </a:r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D4188FE7-E956-AAFA-C04F-1FDABA7052F2}"/>
              </a:ext>
            </a:extLst>
          </p:cNvPr>
          <p:cNvSpPr/>
          <p:nvPr/>
        </p:nvSpPr>
        <p:spPr>
          <a:xfrm>
            <a:off x="2360561" y="2640034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d12, d13: 2x32</a:t>
            </a:r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9E80ADD9-00A4-D375-E99C-6E7303F148D6}"/>
              </a:ext>
            </a:extLst>
          </p:cNvPr>
          <p:cNvSpPr/>
          <p:nvPr/>
        </p:nvSpPr>
        <p:spPr>
          <a:xfrm>
            <a:off x="3493382" y="1530639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d6, d7: 2x32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F9B629FE-2CB4-7168-5390-3C8D1D4D6BE2}"/>
              </a:ext>
            </a:extLst>
          </p:cNvPr>
          <p:cNvSpPr/>
          <p:nvPr/>
        </p:nvSpPr>
        <p:spPr>
          <a:xfrm>
            <a:off x="3489238" y="2640815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d14, d15: 2x32</a:t>
            </a:r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4CEB151C-F726-15A6-8B35-9E15D11779AE}"/>
              </a:ext>
            </a:extLst>
          </p:cNvPr>
          <p:cNvSpPr/>
          <p:nvPr/>
        </p:nvSpPr>
        <p:spPr>
          <a:xfrm>
            <a:off x="5010862" y="419447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d0, d1: 2x32</a:t>
            </a: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5E280C81-EE6D-AFD9-195B-75519DEA0A98}"/>
              </a:ext>
            </a:extLst>
          </p:cNvPr>
          <p:cNvSpPr/>
          <p:nvPr/>
        </p:nvSpPr>
        <p:spPr>
          <a:xfrm>
            <a:off x="6147760" y="419447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d8, d9: 2x32</a:t>
            </a:r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BAC3A3D3-1EB5-9888-F511-56F7587BCF65}"/>
              </a:ext>
            </a:extLst>
          </p:cNvPr>
          <p:cNvSpPr/>
          <p:nvPr/>
        </p:nvSpPr>
        <p:spPr>
          <a:xfrm>
            <a:off x="5012084" y="1532219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d2, d3: 2x32</a:t>
            </a:r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EE1D64A6-23B6-E096-9026-B9F2DCABFA79}"/>
              </a:ext>
            </a:extLst>
          </p:cNvPr>
          <p:cNvSpPr/>
          <p:nvPr/>
        </p:nvSpPr>
        <p:spPr>
          <a:xfrm>
            <a:off x="6143617" y="1532219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d10, d11: 2x32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10B88F29-C2CC-9AFC-7D3B-8946685ABCE4}"/>
              </a:ext>
            </a:extLst>
          </p:cNvPr>
          <p:cNvSpPr txBox="1"/>
          <p:nvPr/>
        </p:nvSpPr>
        <p:spPr>
          <a:xfrm>
            <a:off x="5613076" y="68580"/>
            <a:ext cx="10102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atin typeface="Arial "/>
                <a:ea typeface="Microsoft YaHei" panose="020B0503020204020204" pitchFamily="34" charset="-122"/>
              </a:rPr>
              <a:t>Col-Major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F770C40C-8AB6-AC4F-F710-BD214BC2BE2F}"/>
              </a:ext>
            </a:extLst>
          </p:cNvPr>
          <p:cNvSpPr txBox="1"/>
          <p:nvPr/>
        </p:nvSpPr>
        <p:spPr>
          <a:xfrm>
            <a:off x="1810567" y="1093772"/>
            <a:ext cx="1099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b="1" dirty="0">
                <a:latin typeface="Arial "/>
                <a:ea typeface="Microsoft YaHei" panose="020B0503020204020204" pitchFamily="34" charset="-122"/>
              </a:rPr>
              <a:t>Row-Major</a:t>
            </a:r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D57F0089-799D-2FD3-D3E5-1106B02A9D2E}"/>
              </a:ext>
            </a:extLst>
          </p:cNvPr>
          <p:cNvSpPr/>
          <p:nvPr/>
        </p:nvSpPr>
        <p:spPr>
          <a:xfrm>
            <a:off x="103205" y="1529012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175545ED-BA38-8292-08C1-C2EC31967092}"/>
              </a:ext>
            </a:extLst>
          </p:cNvPr>
          <p:cNvSpPr/>
          <p:nvPr/>
        </p:nvSpPr>
        <p:spPr>
          <a:xfrm>
            <a:off x="1236026" y="1529012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57A7F477-B087-5B3D-3600-2BA7B740542E}"/>
              </a:ext>
            </a:extLst>
          </p:cNvPr>
          <p:cNvSpPr/>
          <p:nvPr/>
        </p:nvSpPr>
        <p:spPr>
          <a:xfrm>
            <a:off x="103205" y="2641784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187C2D19-6C68-76B0-D011-5FE07515DE7C}"/>
              </a:ext>
            </a:extLst>
          </p:cNvPr>
          <p:cNvSpPr/>
          <p:nvPr/>
        </p:nvSpPr>
        <p:spPr>
          <a:xfrm>
            <a:off x="1236026" y="2641784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289EA4DA-99DB-E096-F7C4-3C09B07F4733}"/>
              </a:ext>
            </a:extLst>
          </p:cNvPr>
          <p:cNvSpPr/>
          <p:nvPr/>
        </p:nvSpPr>
        <p:spPr>
          <a:xfrm>
            <a:off x="103204" y="1530265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d0, d1: 2x32</a:t>
            </a:r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44C4A770-4572-358E-E104-59F3E99B4C65}"/>
              </a:ext>
            </a:extLst>
          </p:cNvPr>
          <p:cNvSpPr/>
          <p:nvPr/>
        </p:nvSpPr>
        <p:spPr>
          <a:xfrm>
            <a:off x="99060" y="2640441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d8, d9: 2x32</a:t>
            </a:r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AC51167-1F97-CE42-68D3-E496A35E82E3}"/>
              </a:ext>
            </a:extLst>
          </p:cNvPr>
          <p:cNvSpPr/>
          <p:nvPr/>
        </p:nvSpPr>
        <p:spPr>
          <a:xfrm>
            <a:off x="1231881" y="1531046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d2, d3: 2x32</a:t>
            </a:r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48C022AC-A649-48F6-3445-D5FF735A3E70}"/>
              </a:ext>
            </a:extLst>
          </p:cNvPr>
          <p:cNvSpPr/>
          <p:nvPr/>
        </p:nvSpPr>
        <p:spPr>
          <a:xfrm>
            <a:off x="1227737" y="2641222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d10, d11: 2x32</a:t>
            </a:r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5D5035BA-6F19-F98D-0112-A183A32E4D2F}"/>
              </a:ext>
            </a:extLst>
          </p:cNvPr>
          <p:cNvSpPr/>
          <p:nvPr/>
        </p:nvSpPr>
        <p:spPr>
          <a:xfrm>
            <a:off x="5015712" y="2642158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1AE595C8-3C8C-E5B4-A31A-4CE305FE69D0}"/>
              </a:ext>
            </a:extLst>
          </p:cNvPr>
          <p:cNvSpPr/>
          <p:nvPr/>
        </p:nvSpPr>
        <p:spPr>
          <a:xfrm>
            <a:off x="6148533" y="2642158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708826A2-2F7A-E001-521A-0A30895ADDBD}"/>
              </a:ext>
            </a:extLst>
          </p:cNvPr>
          <p:cNvSpPr/>
          <p:nvPr/>
        </p:nvSpPr>
        <p:spPr>
          <a:xfrm>
            <a:off x="5015712" y="3754930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676F68A-46D7-9880-111F-9FF93E43E0D6}"/>
              </a:ext>
            </a:extLst>
          </p:cNvPr>
          <p:cNvSpPr/>
          <p:nvPr/>
        </p:nvSpPr>
        <p:spPr>
          <a:xfrm>
            <a:off x="6148533" y="3754930"/>
            <a:ext cx="1132821" cy="11127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32x32</a:t>
            </a: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5842BBF7-BA7C-7530-9191-6E1872385903}"/>
              </a:ext>
            </a:extLst>
          </p:cNvPr>
          <p:cNvSpPr/>
          <p:nvPr/>
        </p:nvSpPr>
        <p:spPr>
          <a:xfrm>
            <a:off x="5014491" y="2641377"/>
            <a:ext cx="1132821" cy="1245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d4, d5: 2x32</a:t>
            </a:r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98DDD54F-DA86-DA65-ED66-700EF9EACFE9}"/>
              </a:ext>
            </a:extLst>
          </p:cNvPr>
          <p:cNvSpPr/>
          <p:nvPr/>
        </p:nvSpPr>
        <p:spPr>
          <a:xfrm>
            <a:off x="6151389" y="2641377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d12, d13: 2x32</a:t>
            </a:r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28E5E2E-7B45-2E28-8DC1-1CE7265A0F9D}"/>
              </a:ext>
            </a:extLst>
          </p:cNvPr>
          <p:cNvSpPr/>
          <p:nvPr/>
        </p:nvSpPr>
        <p:spPr>
          <a:xfrm>
            <a:off x="5015713" y="3754149"/>
            <a:ext cx="1132821" cy="1245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d6, d7: 2x32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CDE753DE-6A06-7C0E-3DF5-14734A0C2F59}"/>
              </a:ext>
            </a:extLst>
          </p:cNvPr>
          <p:cNvSpPr/>
          <p:nvPr/>
        </p:nvSpPr>
        <p:spPr>
          <a:xfrm>
            <a:off x="6147246" y="3754149"/>
            <a:ext cx="1132821" cy="1245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  <a:latin typeface="Arial "/>
                <a:ea typeface="Microsoft YaHei" panose="020B0503020204020204" pitchFamily="34" charset="-122"/>
              </a:rPr>
              <a:t>d14, d15: 2x32</a:t>
            </a:r>
          </a:p>
        </p:txBody>
      </p:sp>
      <p:sp>
        <p:nvSpPr>
          <p:cNvPr id="3" name="TextBox 224">
            <a:extLst>
              <a:ext uri="{FF2B5EF4-FFF2-40B4-BE49-F238E27FC236}">
                <a16:creationId xmlns:a16="http://schemas.microsoft.com/office/drawing/2014/main" id="{685F96DD-610B-9278-7893-8A1B22DF4F36}"/>
              </a:ext>
            </a:extLst>
          </p:cNvPr>
          <p:cNvSpPr txBox="1"/>
          <p:nvPr/>
        </p:nvSpPr>
        <p:spPr>
          <a:xfrm>
            <a:off x="52685" y="111670"/>
            <a:ext cx="377802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Arial "/>
                <a:ea typeface="Microsoft YaHei" panose="020B0503020204020204" pitchFamily="34" charset="-122"/>
              </a:rPr>
              <a:t>bf1616 </a:t>
            </a:r>
            <a:r>
              <a:rPr lang="en-US" sz="1400" dirty="0" err="1">
                <a:latin typeface="Arial "/>
                <a:ea typeface="Microsoft YaHei" panose="020B0503020204020204" pitchFamily="34" charset="-122"/>
              </a:rPr>
              <a:t>sv</a:t>
            </a:r>
            <a:r>
              <a:rPr lang="en-US" sz="1400" dirty="0">
                <a:latin typeface="Arial "/>
                <a:ea typeface="Microsoft YaHei" panose="020B0503020204020204" pitchFamily="34" charset="-122"/>
              </a:rPr>
              <a:t>;</a:t>
            </a:r>
          </a:p>
          <a:p>
            <a:pPr algn="l"/>
            <a:r>
              <a:rPr lang="en-US" sz="14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__</a:t>
            </a:r>
            <a:r>
              <a:rPr lang="en-US" sz="1400" dirty="0" err="1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mma_to_short_vector</a:t>
            </a:r>
            <a:r>
              <a:rPr lang="en-US" sz="14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(&amp;</a:t>
            </a:r>
            <a:r>
              <a:rPr lang="en-US" sz="1400" dirty="0" err="1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sv</a:t>
            </a:r>
            <a:r>
              <a:rPr lang="en-US" sz="14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, ….);</a:t>
            </a:r>
          </a:p>
          <a:p>
            <a:pPr algn="l"/>
            <a:r>
              <a:rPr lang="en-US" sz="14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__mma_to_short_vector_offset_2tlr(&amp;</a:t>
            </a:r>
            <a:r>
              <a:rPr lang="en-US" sz="1400" dirty="0" err="1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sv</a:t>
            </a:r>
            <a:r>
              <a:rPr lang="en-US" sz="14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, ….);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B8DFAF0-2A2B-77AA-052B-3CCC0AFBD66A}"/>
              </a:ext>
            </a:extLst>
          </p:cNvPr>
          <p:cNvSpPr/>
          <p:nvPr/>
        </p:nvSpPr>
        <p:spPr>
          <a:xfrm>
            <a:off x="38429" y="1306758"/>
            <a:ext cx="2372098" cy="16654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224">
            <a:extLst>
              <a:ext uri="{FF2B5EF4-FFF2-40B4-BE49-F238E27FC236}">
                <a16:creationId xmlns:a16="http://schemas.microsoft.com/office/drawing/2014/main" id="{553C74F0-7BD0-425A-B10F-7555C93F2819}"/>
              </a:ext>
            </a:extLst>
          </p:cNvPr>
          <p:cNvSpPr txBox="1"/>
          <p:nvPr/>
        </p:nvSpPr>
        <p:spPr>
          <a:xfrm>
            <a:off x="718626" y="1286133"/>
            <a:ext cx="10182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第一次</a:t>
            </a:r>
            <a:r>
              <a:rPr lang="en-US" altLang="zh-CN" sz="900" dirty="0" err="1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mma</a:t>
            </a:r>
            <a:r>
              <a:rPr lang="zh-CN" alt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输出</a:t>
            </a:r>
            <a:endParaRPr lang="en-US" sz="900" dirty="0">
              <a:solidFill>
                <a:srgbClr val="FF0000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FDDEC8B-187F-8A63-32E1-AC484C5C4FB7}"/>
              </a:ext>
            </a:extLst>
          </p:cNvPr>
          <p:cNvSpPr/>
          <p:nvPr/>
        </p:nvSpPr>
        <p:spPr>
          <a:xfrm>
            <a:off x="2307852" y="1286133"/>
            <a:ext cx="2395192" cy="1686042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B0F0"/>
              </a:solidFill>
            </a:endParaRPr>
          </a:p>
        </p:txBody>
      </p:sp>
      <p:sp>
        <p:nvSpPr>
          <p:cNvPr id="13" name="TextBox 224">
            <a:extLst>
              <a:ext uri="{FF2B5EF4-FFF2-40B4-BE49-F238E27FC236}">
                <a16:creationId xmlns:a16="http://schemas.microsoft.com/office/drawing/2014/main" id="{FC48AD83-2B6F-E656-ECD9-CE26200FD710}"/>
              </a:ext>
            </a:extLst>
          </p:cNvPr>
          <p:cNvSpPr txBox="1"/>
          <p:nvPr/>
        </p:nvSpPr>
        <p:spPr>
          <a:xfrm>
            <a:off x="2987789" y="1287888"/>
            <a:ext cx="1018227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第二次</a:t>
            </a:r>
            <a:r>
              <a:rPr lang="en-US" altLang="zh-CN" sz="900" dirty="0" err="1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mma</a:t>
            </a:r>
            <a:r>
              <a:rPr lang="zh-CN" alt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输出</a:t>
            </a:r>
            <a:endParaRPr lang="en-US" sz="900" dirty="0">
              <a:solidFill>
                <a:srgbClr val="00B0F0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5BD5399A-C3F9-E39C-932A-B3EE5A16E2AC}"/>
              </a:ext>
            </a:extLst>
          </p:cNvPr>
          <p:cNvSpPr/>
          <p:nvPr/>
        </p:nvSpPr>
        <p:spPr>
          <a:xfrm>
            <a:off x="4934093" y="264453"/>
            <a:ext cx="2432829" cy="1584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7186B5C-166A-9C70-3D34-54AB640B3782}"/>
              </a:ext>
            </a:extLst>
          </p:cNvPr>
          <p:cNvSpPr/>
          <p:nvPr/>
        </p:nvSpPr>
        <p:spPr>
          <a:xfrm>
            <a:off x="4951252" y="2452314"/>
            <a:ext cx="2352817" cy="1584356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4">
            <a:extLst>
              <a:ext uri="{FF2B5EF4-FFF2-40B4-BE49-F238E27FC236}">
                <a16:creationId xmlns:a16="http://schemas.microsoft.com/office/drawing/2014/main" id="{2FC48400-8F82-34FD-31E2-73D877B16852}"/>
              </a:ext>
            </a:extLst>
          </p:cNvPr>
          <p:cNvSpPr txBox="1"/>
          <p:nvPr/>
        </p:nvSpPr>
        <p:spPr>
          <a:xfrm>
            <a:off x="5714691" y="525088"/>
            <a:ext cx="10182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第一次</a:t>
            </a:r>
            <a:r>
              <a:rPr lang="en-US" altLang="zh-CN" sz="900" dirty="0" err="1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mma</a:t>
            </a:r>
            <a:r>
              <a:rPr lang="zh-CN" altLang="en-US" sz="900" dirty="0">
                <a:solidFill>
                  <a:srgbClr val="FF0000"/>
                </a:solidFill>
                <a:latin typeface="Arial "/>
                <a:ea typeface="Microsoft YaHei" panose="020B0503020204020204" pitchFamily="34" charset="-122"/>
              </a:rPr>
              <a:t>输出</a:t>
            </a:r>
            <a:endParaRPr lang="en-US" sz="900" dirty="0">
              <a:solidFill>
                <a:srgbClr val="FF0000"/>
              </a:solidFill>
              <a:latin typeface="Arial "/>
              <a:ea typeface="Microsoft YaHei" panose="020B0503020204020204" pitchFamily="34" charset="-122"/>
            </a:endParaRPr>
          </a:p>
        </p:txBody>
      </p:sp>
      <p:sp>
        <p:nvSpPr>
          <p:cNvPr id="25" name="TextBox 224">
            <a:extLst>
              <a:ext uri="{FF2B5EF4-FFF2-40B4-BE49-F238E27FC236}">
                <a16:creationId xmlns:a16="http://schemas.microsoft.com/office/drawing/2014/main" id="{B8E5A51C-9327-7501-A4FC-53613BEA90C6}"/>
              </a:ext>
            </a:extLst>
          </p:cNvPr>
          <p:cNvSpPr txBox="1"/>
          <p:nvPr/>
        </p:nvSpPr>
        <p:spPr>
          <a:xfrm>
            <a:off x="5616639" y="2744850"/>
            <a:ext cx="10182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第二次</a:t>
            </a:r>
            <a:r>
              <a:rPr lang="en-US" altLang="zh-CN" sz="900" dirty="0" err="1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mma</a:t>
            </a:r>
            <a:r>
              <a:rPr lang="zh-CN" altLang="en-US" sz="900" dirty="0">
                <a:solidFill>
                  <a:srgbClr val="00B0F0"/>
                </a:solidFill>
                <a:latin typeface="Arial "/>
                <a:ea typeface="Microsoft YaHei" panose="020B0503020204020204" pitchFamily="34" charset="-122"/>
              </a:rPr>
              <a:t>输出</a:t>
            </a:r>
            <a:endParaRPr lang="en-US" sz="900" dirty="0">
              <a:solidFill>
                <a:srgbClr val="00B0F0"/>
              </a:solidFill>
              <a:latin typeface="Arial "/>
              <a:ea typeface="Microsoft YaHei" panose="020B0503020204020204" pitchFamily="34" charset="-122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0FD7FC2-E196-0C21-1EC7-C28C8C4B8887}"/>
              </a:ext>
            </a:extLst>
          </p:cNvPr>
          <p:cNvGrpSpPr/>
          <p:nvPr/>
        </p:nvGrpSpPr>
        <p:grpSpPr>
          <a:xfrm>
            <a:off x="816507" y="3969632"/>
            <a:ext cx="3189510" cy="701793"/>
            <a:chOff x="816507" y="3969632"/>
            <a:chExt cx="3189510" cy="70179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10DCEF2-2556-CDD5-F4C0-F04218B7D79C}"/>
                </a:ext>
              </a:extLst>
            </p:cNvPr>
            <p:cNvSpPr txBox="1"/>
            <p:nvPr/>
          </p:nvSpPr>
          <p:spPr>
            <a:xfrm>
              <a:off x="1629854" y="4000410"/>
              <a:ext cx="2376162" cy="276999"/>
            </a:xfrm>
            <a:prstGeom prst="rect">
              <a:avLst/>
            </a:prstGeom>
            <a:solidFill>
              <a:srgbClr val="DAE3F3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第一次</a:t>
              </a:r>
              <a:r>
                <a:rPr lang="en-US" altLang="zh-CN" sz="1200" dirty="0"/>
                <a:t>burst 4 __</a:t>
              </a:r>
              <a:r>
                <a:rPr lang="en-US" altLang="zh-CN" sz="1200" dirty="0" err="1"/>
                <a:t>store_matrix</a:t>
              </a:r>
              <a:r>
                <a:rPr lang="zh-CN" altLang="en-US" sz="1200" dirty="0"/>
                <a:t>输出</a:t>
              </a:r>
              <a:endParaRPr lang="en-US" sz="12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B60A17-731A-FEAB-C339-672258B185F4}"/>
                </a:ext>
              </a:extLst>
            </p:cNvPr>
            <p:cNvSpPr txBox="1"/>
            <p:nvPr/>
          </p:nvSpPr>
          <p:spPr>
            <a:xfrm>
              <a:off x="1629854" y="4384763"/>
              <a:ext cx="2376163" cy="276999"/>
            </a:xfrm>
            <a:prstGeom prst="rect">
              <a:avLst/>
            </a:prstGeom>
            <a:solidFill>
              <a:srgbClr val="FFE699"/>
            </a:solidFill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200" dirty="0"/>
                <a:t>第二次</a:t>
              </a:r>
              <a:r>
                <a:rPr lang="en-US" altLang="zh-CN" sz="1200" dirty="0"/>
                <a:t>burst 4 __</a:t>
              </a:r>
              <a:r>
                <a:rPr lang="en-US" altLang="zh-CN" sz="1200" dirty="0" err="1"/>
                <a:t>store_matrix</a:t>
              </a:r>
              <a:r>
                <a:rPr lang="zh-CN" altLang="en-US" sz="1200" dirty="0"/>
                <a:t>输出</a:t>
              </a:r>
              <a:endParaRPr lang="en-US" sz="12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0EEFB69-F599-149F-6203-E05A35F7D752}"/>
                </a:ext>
              </a:extLst>
            </p:cNvPr>
            <p:cNvSpPr txBox="1"/>
            <p:nvPr/>
          </p:nvSpPr>
          <p:spPr>
            <a:xfrm>
              <a:off x="899493" y="3969632"/>
              <a:ext cx="8146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d0 ~ d7: </a:t>
              </a:r>
              <a:endParaRPr lang="en-US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B87252D-4222-3A48-FEED-027E73E1D574}"/>
                </a:ext>
              </a:extLst>
            </p:cNvPr>
            <p:cNvSpPr txBox="1"/>
            <p:nvPr/>
          </p:nvSpPr>
          <p:spPr>
            <a:xfrm>
              <a:off x="816507" y="4363648"/>
              <a:ext cx="90601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/>
                <a:t>d8 ~ d15: 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15207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183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 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Wenyuan Gu(顾文渊)</cp:lastModifiedBy>
  <cp:revision>6</cp:revision>
  <dcterms:created xsi:type="dcterms:W3CDTF">2022-06-08T06:37:01Z</dcterms:created>
  <dcterms:modified xsi:type="dcterms:W3CDTF">2023-11-17T02:25:35Z</dcterms:modified>
</cp:coreProperties>
</file>