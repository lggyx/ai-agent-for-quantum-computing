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743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60" autoAdjust="0"/>
    <p:restoredTop sz="94660"/>
  </p:normalViewPr>
  <p:slideViewPr>
    <p:cSldViewPr snapToGrid="0">
      <p:cViewPr varScale="1">
        <p:scale>
          <a:sx n="167" d="100"/>
          <a:sy n="167" d="100"/>
        </p:scale>
        <p:origin x="20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86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6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6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8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2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3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91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8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2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25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3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79F67-1AE4-4C6D-9036-1531B602FBD6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C2FC6-5B94-43BE-AB39-410AFA23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0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DE6E15-CD80-9F1C-38C2-E0ACD2436E85}"/>
              </a:ext>
            </a:extLst>
          </p:cNvPr>
          <p:cNvSpPr/>
          <p:nvPr/>
        </p:nvSpPr>
        <p:spPr>
          <a:xfrm>
            <a:off x="238779" y="37045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32x32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439C2-590C-6C75-B37C-2FDA8BA32624}"/>
              </a:ext>
            </a:extLst>
          </p:cNvPr>
          <p:cNvSpPr/>
          <p:nvPr/>
        </p:nvSpPr>
        <p:spPr>
          <a:xfrm>
            <a:off x="1371600" y="37045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32x32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FE5684-066C-1B28-48E5-1A95DFBCC32F}"/>
              </a:ext>
            </a:extLst>
          </p:cNvPr>
          <p:cNvSpPr/>
          <p:nvPr/>
        </p:nvSpPr>
        <p:spPr>
          <a:xfrm>
            <a:off x="238779" y="1483229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32x32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846225-B755-B51F-3EE2-7B41AB6B845D}"/>
              </a:ext>
            </a:extLst>
          </p:cNvPr>
          <p:cNvSpPr/>
          <p:nvPr/>
        </p:nvSpPr>
        <p:spPr>
          <a:xfrm>
            <a:off x="1371600" y="1483229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32x32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F4873F-A55F-B4F9-42F8-99006DBAC72E}"/>
              </a:ext>
            </a:extLst>
          </p:cNvPr>
          <p:cNvSpPr/>
          <p:nvPr/>
        </p:nvSpPr>
        <p:spPr>
          <a:xfrm>
            <a:off x="238778" y="371710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d0: 1x32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x1x1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90BC75-C016-356E-9320-2C840786E78A}"/>
              </a:ext>
            </a:extLst>
          </p:cNvPr>
          <p:cNvSpPr/>
          <p:nvPr/>
        </p:nvSpPr>
        <p:spPr>
          <a:xfrm>
            <a:off x="238777" y="496285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d1: 1x32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x1x1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CA7936-7798-BA6D-56A3-52ED3AAA1CCD}"/>
              </a:ext>
            </a:extLst>
          </p:cNvPr>
          <p:cNvSpPr/>
          <p:nvPr/>
        </p:nvSpPr>
        <p:spPr>
          <a:xfrm>
            <a:off x="1367455" y="372491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d2: 1x32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x1x1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70864A-6FD6-F63D-0446-EF97C9952855}"/>
              </a:ext>
            </a:extLst>
          </p:cNvPr>
          <p:cNvSpPr/>
          <p:nvPr/>
        </p:nvSpPr>
        <p:spPr>
          <a:xfrm>
            <a:off x="1367454" y="497066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d3: 1x32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x1x1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F6E598-35E8-24B6-1DAA-CD4A3C7637C5}"/>
              </a:ext>
            </a:extLst>
          </p:cNvPr>
          <p:cNvSpPr txBox="1"/>
          <p:nvPr/>
        </p:nvSpPr>
        <p:spPr>
          <a:xfrm>
            <a:off x="463486" y="34649"/>
            <a:ext cx="1500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 err="1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ConvWeight</a:t>
            </a:r>
            <a:r>
              <a:rPr lang="zh-CN" altLang="en-US" sz="1400" b="1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张量</a:t>
            </a:r>
            <a:endParaRPr 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E53079-F857-28DD-CBEE-A320F7310300}"/>
              </a:ext>
            </a:extLst>
          </p:cNvPr>
          <p:cNvSpPr/>
          <p:nvPr/>
        </p:nvSpPr>
        <p:spPr>
          <a:xfrm>
            <a:off x="238776" y="1478048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d4: 1x32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x1x1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7876F9-75B5-DA4E-D673-8934EA566624}"/>
              </a:ext>
            </a:extLst>
          </p:cNvPr>
          <p:cNvSpPr/>
          <p:nvPr/>
        </p:nvSpPr>
        <p:spPr>
          <a:xfrm>
            <a:off x="238775" y="1602623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d5: 1x32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x1x1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0D62EF-8DFF-27FC-C3BE-A39EB14B710F}"/>
              </a:ext>
            </a:extLst>
          </p:cNvPr>
          <p:cNvSpPr/>
          <p:nvPr/>
        </p:nvSpPr>
        <p:spPr>
          <a:xfrm>
            <a:off x="1367453" y="1478829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d6: 1x32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x1x1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E8F742-E04C-6503-AE39-3EF4DDA5384B}"/>
              </a:ext>
            </a:extLst>
          </p:cNvPr>
          <p:cNvSpPr/>
          <p:nvPr/>
        </p:nvSpPr>
        <p:spPr>
          <a:xfrm>
            <a:off x="1367452" y="1603404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d7: 1x32</a:t>
            </a:r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x1x1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73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30</Words>
  <Application>Microsoft Office PowerPoint</Application>
  <PresentationFormat>自定义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4</cp:revision>
  <dcterms:created xsi:type="dcterms:W3CDTF">2022-06-07T08:52:39Z</dcterms:created>
  <dcterms:modified xsi:type="dcterms:W3CDTF">2022-11-25T07:37:12Z</dcterms:modified>
</cp:coreProperties>
</file>