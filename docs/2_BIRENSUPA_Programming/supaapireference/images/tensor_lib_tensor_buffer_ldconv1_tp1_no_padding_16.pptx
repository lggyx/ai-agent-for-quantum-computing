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08" r:id="rId1"/>
  </p:sldMasterIdLst>
  <p:notesMasterIdLst>
    <p:notesMasterId r:id="rId3"/>
  </p:notesMasterIdLst>
  <p:sldIdLst>
    <p:sldId id="256" r:id="rId2"/>
  </p:sldIdLst>
  <p:sldSz cx="6035675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424" autoAdjust="0"/>
    <p:restoredTop sz="93758" autoAdjust="0"/>
  </p:normalViewPr>
  <p:slideViewPr>
    <p:cSldViewPr snapToGrid="0">
      <p:cViewPr>
        <p:scale>
          <a:sx n="100" d="100"/>
          <a:sy n="100" d="100"/>
        </p:scale>
        <p:origin x="5292" y="277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44525" y="1143000"/>
            <a:ext cx="8147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1pPr>
    <a:lvl2pPr marL="66130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2pPr>
    <a:lvl3pPr marL="132260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3pPr>
    <a:lvl4pPr marL="198391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4pPr>
    <a:lvl5pPr marL="2645219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5pPr>
    <a:lvl6pPr marL="3306524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6pPr>
    <a:lvl7pPr marL="396782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7pPr>
    <a:lvl8pPr marL="4629133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8pPr>
    <a:lvl9pPr marL="5290438" algn="l" defTabSz="1322609" rtl="0" eaLnBrk="1" latinLnBrk="0" hangingPunct="1">
      <a:defRPr sz="17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44525" y="1143000"/>
            <a:ext cx="814705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460" y="374121"/>
            <a:ext cx="4526756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4460" y="1200679"/>
            <a:ext cx="4526756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347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6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809" y="569913"/>
            <a:ext cx="5205770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1809" y="1529821"/>
            <a:ext cx="5205770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52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4953" y="608542"/>
            <a:ext cx="2565162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55560" y="608542"/>
            <a:ext cx="2565162" cy="14504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44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121709"/>
            <a:ext cx="5205770" cy="44185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5739" y="560388"/>
            <a:ext cx="2553373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739" y="835025"/>
            <a:ext cx="2553373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55560" y="560388"/>
            <a:ext cx="2565948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55560" y="835025"/>
            <a:ext cx="2565948" cy="122819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904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3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05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152400"/>
            <a:ext cx="1946662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5948" y="329142"/>
            <a:ext cx="3055560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5739" y="685800"/>
            <a:ext cx="1946662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606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739" y="152400"/>
            <a:ext cx="1946662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65948" y="329142"/>
            <a:ext cx="3055560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5739" y="685800"/>
            <a:ext cx="1946662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305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84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19280" y="121709"/>
            <a:ext cx="1301442" cy="19372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4953" y="121709"/>
            <a:ext cx="3828881" cy="19372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16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4953" y="121709"/>
            <a:ext cx="5205770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953" y="608542"/>
            <a:ext cx="5205770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4953" y="2118784"/>
            <a:ext cx="1358027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9318" y="2118784"/>
            <a:ext cx="203704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62695" y="2118784"/>
            <a:ext cx="1358027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41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09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图片 96">
            <a:extLst>
              <a:ext uri="{FF2B5EF4-FFF2-40B4-BE49-F238E27FC236}">
                <a16:creationId xmlns:a16="http://schemas.microsoft.com/office/drawing/2014/main" id="{AA8E82FC-47C8-45DA-3557-B378B92A5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87" y="100012"/>
            <a:ext cx="560070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1705</TotalTime>
  <Words>1</Words>
  <Application>Microsoft Office PowerPoint</Application>
  <PresentationFormat>自定义</PresentationFormat>
  <Paragraphs>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Xi Zhang(张熙-Peter)</cp:lastModifiedBy>
  <cp:revision>62</cp:revision>
  <dcterms:created xsi:type="dcterms:W3CDTF">2020-03-18T02:10:58Z</dcterms:created>
  <dcterms:modified xsi:type="dcterms:W3CDTF">2023-08-31T10:06:35Z</dcterms:modified>
</cp:coreProperties>
</file>