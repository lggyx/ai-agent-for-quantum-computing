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72" r:id="rId1"/>
  </p:sldMasterIdLst>
  <p:notesMasterIdLst>
    <p:notesMasterId r:id="rId3"/>
  </p:notesMasterIdLst>
  <p:sldIdLst>
    <p:sldId id="256" r:id="rId2"/>
  </p:sldIdLst>
  <p:sldSz cx="6035675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476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44525" y="1143000"/>
            <a:ext cx="8147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44525" y="1143000"/>
            <a:ext cx="8147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460" y="374121"/>
            <a:ext cx="4526756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60" y="1200679"/>
            <a:ext cx="4526756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3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09" y="569913"/>
            <a:ext cx="520577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09" y="1529821"/>
            <a:ext cx="520577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1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53" y="608542"/>
            <a:ext cx="2565162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5560" y="608542"/>
            <a:ext cx="2565162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0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21709"/>
            <a:ext cx="5205770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739" y="560388"/>
            <a:ext cx="2553373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739" y="835025"/>
            <a:ext cx="2553373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5560" y="560388"/>
            <a:ext cx="2565948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5560" y="835025"/>
            <a:ext cx="2565948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59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4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5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52400"/>
            <a:ext cx="194666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948" y="329142"/>
            <a:ext cx="305556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685800"/>
            <a:ext cx="194666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0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52400"/>
            <a:ext cx="194666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65948" y="329142"/>
            <a:ext cx="305556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685800"/>
            <a:ext cx="194666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2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7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9280" y="121709"/>
            <a:ext cx="1301442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53" y="121709"/>
            <a:ext cx="3828881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1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53" y="121709"/>
            <a:ext cx="520577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53" y="608542"/>
            <a:ext cx="520577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53" y="2118784"/>
            <a:ext cx="1358027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9318" y="2118784"/>
            <a:ext cx="20370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695" y="2118784"/>
            <a:ext cx="1358027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3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80">
            <a:extLst>
              <a:ext uri="{FF2B5EF4-FFF2-40B4-BE49-F238E27FC236}">
                <a16:creationId xmlns:a16="http://schemas.microsoft.com/office/drawing/2014/main" id="{51A29E20-84F7-0D4F-4B94-7A5F31C1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2" y="147637"/>
            <a:ext cx="55435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1700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56</cp:revision>
  <dcterms:created xsi:type="dcterms:W3CDTF">2020-03-18T02:10:58Z</dcterms:created>
  <dcterms:modified xsi:type="dcterms:W3CDTF">2023-08-31T10:01:38Z</dcterms:modified>
</cp:coreProperties>
</file>