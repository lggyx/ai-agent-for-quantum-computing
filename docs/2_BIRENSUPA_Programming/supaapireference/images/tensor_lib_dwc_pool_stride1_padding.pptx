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486400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89" autoAdjust="0"/>
    <p:restoredTop sz="94660"/>
  </p:normalViewPr>
  <p:slideViewPr>
    <p:cSldViewPr snapToGrid="0">
      <p:cViewPr>
        <p:scale>
          <a:sx n="200" d="100"/>
          <a:sy n="200" d="100"/>
        </p:scale>
        <p:origin x="3258" y="1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23770"/>
            <a:ext cx="4114800" cy="1114213"/>
          </a:xfrm>
        </p:spPr>
        <p:txBody>
          <a:bodyPr anchor="b"/>
          <a:lstStyle>
            <a:lvl1pPr algn="ctr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680951"/>
            <a:ext cx="4114800" cy="772689"/>
          </a:xfrm>
        </p:spPr>
        <p:txBody>
          <a:bodyPr/>
          <a:lstStyle>
            <a:lvl1pPr marL="0" indent="0" algn="ctr">
              <a:buNone/>
              <a:defRPr sz="1080"/>
            </a:lvl1pPr>
            <a:lvl2pPr marL="205740" indent="0" algn="ctr">
              <a:buNone/>
              <a:defRPr sz="900"/>
            </a:lvl2pPr>
            <a:lvl3pPr marL="411480" indent="0" algn="ctr">
              <a:buNone/>
              <a:defRPr sz="810"/>
            </a:lvl3pPr>
            <a:lvl4pPr marL="617220" indent="0" algn="ctr">
              <a:buNone/>
              <a:defRPr sz="720"/>
            </a:lvl4pPr>
            <a:lvl5pPr marL="822960" indent="0" algn="ctr">
              <a:buNone/>
              <a:defRPr sz="720"/>
            </a:lvl5pPr>
            <a:lvl6pPr marL="1028700" indent="0" algn="ctr">
              <a:buNone/>
              <a:defRPr sz="720"/>
            </a:lvl6pPr>
            <a:lvl7pPr marL="1234440" indent="0" algn="ctr">
              <a:buNone/>
              <a:defRPr sz="720"/>
            </a:lvl7pPr>
            <a:lvl8pPr marL="1440180" indent="0" algn="ctr">
              <a:buNone/>
              <a:defRPr sz="720"/>
            </a:lvl8pPr>
            <a:lvl9pPr marL="1645920" indent="0" algn="ctr">
              <a:buNone/>
              <a:defRPr sz="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1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7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797878"/>
            <a:ext cx="4732020" cy="1331277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2141750"/>
            <a:ext cx="4732020" cy="700087"/>
          </a:xfrm>
        </p:spPr>
        <p:txBody>
          <a:bodyPr/>
          <a:lstStyle>
            <a:lvl1pPr marL="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1pPr>
            <a:lvl2pPr marL="20574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11480" indent="0">
              <a:buNone/>
              <a:defRPr sz="810">
                <a:solidFill>
                  <a:schemeClr val="tx1">
                    <a:tint val="75000"/>
                  </a:schemeClr>
                </a:solidFill>
              </a:defRPr>
            </a:lvl3pPr>
            <a:lvl4pPr marL="6172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4pPr>
            <a:lvl5pPr marL="8229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5pPr>
            <a:lvl6pPr marL="102870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6pPr>
            <a:lvl7pPr marL="123444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7pPr>
            <a:lvl8pPr marL="144018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8pPr>
            <a:lvl9pPr marL="164592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90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851959"/>
            <a:ext cx="233172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851959"/>
            <a:ext cx="2331720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5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70392"/>
            <a:ext cx="4732020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784543"/>
            <a:ext cx="2321004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169035"/>
            <a:ext cx="2321004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784543"/>
            <a:ext cx="2332435" cy="384492"/>
          </a:xfrm>
        </p:spPr>
        <p:txBody>
          <a:bodyPr anchor="b"/>
          <a:lstStyle>
            <a:lvl1pPr marL="0" indent="0">
              <a:buNone/>
              <a:defRPr sz="1080" b="1"/>
            </a:lvl1pPr>
            <a:lvl2pPr marL="205740" indent="0">
              <a:buNone/>
              <a:defRPr sz="900" b="1"/>
            </a:lvl2pPr>
            <a:lvl3pPr marL="411480" indent="0">
              <a:buNone/>
              <a:defRPr sz="810" b="1"/>
            </a:lvl3pPr>
            <a:lvl4pPr marL="617220" indent="0">
              <a:buNone/>
              <a:defRPr sz="720" b="1"/>
            </a:lvl4pPr>
            <a:lvl5pPr marL="822960" indent="0">
              <a:buNone/>
              <a:defRPr sz="720" b="1"/>
            </a:lvl5pPr>
            <a:lvl6pPr marL="1028700" indent="0">
              <a:buNone/>
              <a:defRPr sz="720" b="1"/>
            </a:lvl6pPr>
            <a:lvl7pPr marL="1234440" indent="0">
              <a:buNone/>
              <a:defRPr sz="720" b="1"/>
            </a:lvl7pPr>
            <a:lvl8pPr marL="1440180" indent="0">
              <a:buNone/>
              <a:defRPr sz="720" b="1"/>
            </a:lvl8pPr>
            <a:lvl9pPr marL="1645920" indent="0">
              <a:buNone/>
              <a:defRPr sz="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169035"/>
            <a:ext cx="2332435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02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4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034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13360"/>
            <a:ext cx="1769507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460799"/>
            <a:ext cx="2777490" cy="2274358"/>
          </a:xfrm>
        </p:spPr>
        <p:txBody>
          <a:bodyPr/>
          <a:lstStyle>
            <a:lvl1pPr>
              <a:defRPr sz="1440"/>
            </a:lvl1pPr>
            <a:lvl2pPr>
              <a:defRPr sz="1260"/>
            </a:lvl2pPr>
            <a:lvl3pPr>
              <a:defRPr sz="108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960120"/>
            <a:ext cx="1769507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0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213360"/>
            <a:ext cx="1769507" cy="746760"/>
          </a:xfrm>
        </p:spPr>
        <p:txBody>
          <a:bodyPr anchor="b"/>
          <a:lstStyle>
            <a:lvl1pPr>
              <a:defRPr sz="1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460799"/>
            <a:ext cx="2777490" cy="2274358"/>
          </a:xfrm>
        </p:spPr>
        <p:txBody>
          <a:bodyPr anchor="t"/>
          <a:lstStyle>
            <a:lvl1pPr marL="0" indent="0">
              <a:buNone/>
              <a:defRPr sz="1440"/>
            </a:lvl1pPr>
            <a:lvl2pPr marL="205740" indent="0">
              <a:buNone/>
              <a:defRPr sz="1260"/>
            </a:lvl2pPr>
            <a:lvl3pPr marL="411480" indent="0">
              <a:buNone/>
              <a:defRPr sz="1080"/>
            </a:lvl3pPr>
            <a:lvl4pPr marL="617220" indent="0">
              <a:buNone/>
              <a:defRPr sz="900"/>
            </a:lvl4pPr>
            <a:lvl5pPr marL="822960" indent="0">
              <a:buNone/>
              <a:defRPr sz="900"/>
            </a:lvl5pPr>
            <a:lvl6pPr marL="1028700" indent="0">
              <a:buNone/>
              <a:defRPr sz="900"/>
            </a:lvl6pPr>
            <a:lvl7pPr marL="1234440" indent="0">
              <a:buNone/>
              <a:defRPr sz="900"/>
            </a:lvl7pPr>
            <a:lvl8pPr marL="1440180" indent="0">
              <a:buNone/>
              <a:defRPr sz="900"/>
            </a:lvl8pPr>
            <a:lvl9pPr marL="164592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960120"/>
            <a:ext cx="1769507" cy="1778741"/>
          </a:xfrm>
        </p:spPr>
        <p:txBody>
          <a:bodyPr/>
          <a:lstStyle>
            <a:lvl1pPr marL="0" indent="0">
              <a:buNone/>
              <a:defRPr sz="720"/>
            </a:lvl1pPr>
            <a:lvl2pPr marL="205740" indent="0">
              <a:buNone/>
              <a:defRPr sz="630"/>
            </a:lvl2pPr>
            <a:lvl3pPr marL="411480" indent="0">
              <a:buNone/>
              <a:defRPr sz="540"/>
            </a:lvl3pPr>
            <a:lvl4pPr marL="617220" indent="0">
              <a:buNone/>
              <a:defRPr sz="450"/>
            </a:lvl4pPr>
            <a:lvl5pPr marL="822960" indent="0">
              <a:buNone/>
              <a:defRPr sz="450"/>
            </a:lvl5pPr>
            <a:lvl6pPr marL="1028700" indent="0">
              <a:buNone/>
              <a:defRPr sz="450"/>
            </a:lvl6pPr>
            <a:lvl7pPr marL="1234440" indent="0">
              <a:buNone/>
              <a:defRPr sz="450"/>
            </a:lvl7pPr>
            <a:lvl8pPr marL="1440180" indent="0">
              <a:buNone/>
              <a:defRPr sz="450"/>
            </a:lvl8pPr>
            <a:lvl9pPr marL="164592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7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87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70392"/>
            <a:ext cx="1183005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70392"/>
            <a:ext cx="3480435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70392"/>
            <a:ext cx="4732020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851959"/>
            <a:ext cx="4732020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966297"/>
            <a:ext cx="123444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DE09D-7C12-46D2-91A0-602EFE6DAF8B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966297"/>
            <a:ext cx="185166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966297"/>
            <a:ext cx="1234440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7AF8B-A140-4AF0-8E6E-2B04EDF94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0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11480" rtl="0" eaLnBrk="1" latinLnBrk="0" hangingPunct="1">
        <a:lnSpc>
          <a:spcPct val="90000"/>
        </a:lnSpc>
        <a:spcBef>
          <a:spcPct val="0"/>
        </a:spcBef>
        <a:buNone/>
        <a:defRPr sz="19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2870" indent="-102870" algn="l" defTabSz="41148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92583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13157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33731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54305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748790" indent="-102870" algn="l" defTabSz="411480" rtl="0" eaLnBrk="1" latinLnBrk="0" hangingPunct="1">
        <a:lnSpc>
          <a:spcPct val="90000"/>
        </a:lnSpc>
        <a:spcBef>
          <a:spcPts val="225"/>
        </a:spcBef>
        <a:buFont typeface="Arial" panose="020B0604020202020204" pitchFamily="34" charset="0"/>
        <a:buChar char="•"/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3pPr>
      <a:lvl4pPr marL="6172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6pPr>
      <a:lvl7pPr marL="123444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algn="l" defTabSz="411480" rtl="0" eaLnBrk="1" latinLnBrk="0" hangingPunct="1">
        <a:defRPr sz="8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2EE705-F86F-4AD1-A126-1E3D9023CDD2}"/>
              </a:ext>
            </a:extLst>
          </p:cNvPr>
          <p:cNvSpPr/>
          <p:nvPr/>
        </p:nvSpPr>
        <p:spPr>
          <a:xfrm>
            <a:off x="77758" y="287946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441E6A5-4C6C-4206-9CA3-DF35CA9A023E}"/>
              </a:ext>
            </a:extLst>
          </p:cNvPr>
          <p:cNvSpPr/>
          <p:nvPr/>
        </p:nvSpPr>
        <p:spPr>
          <a:xfrm>
            <a:off x="1859493" y="287945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8BE544-B84B-470B-866E-9BC89DF0D063}"/>
              </a:ext>
            </a:extLst>
          </p:cNvPr>
          <p:cNvSpPr/>
          <p:nvPr/>
        </p:nvSpPr>
        <p:spPr>
          <a:xfrm>
            <a:off x="3641228" y="287945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D77DD5-C0C6-4230-8061-DF8B55CAC41A}"/>
              </a:ext>
            </a:extLst>
          </p:cNvPr>
          <p:cNvSpPr/>
          <p:nvPr/>
        </p:nvSpPr>
        <p:spPr>
          <a:xfrm>
            <a:off x="77758" y="1242687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6E0340-1C2A-4A5C-A4BF-F5F8B86BB6C4}"/>
              </a:ext>
            </a:extLst>
          </p:cNvPr>
          <p:cNvSpPr/>
          <p:nvPr/>
        </p:nvSpPr>
        <p:spPr>
          <a:xfrm>
            <a:off x="1859493" y="1242686"/>
            <a:ext cx="1781735" cy="9547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37943B-8F75-4719-864A-0544E6B4D13E}"/>
              </a:ext>
            </a:extLst>
          </p:cNvPr>
          <p:cNvSpPr/>
          <p:nvPr/>
        </p:nvSpPr>
        <p:spPr>
          <a:xfrm>
            <a:off x="3641228" y="1242686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0351B1-B0CF-4B5B-B2D9-F53C68AA74BC}"/>
              </a:ext>
            </a:extLst>
          </p:cNvPr>
          <p:cNvSpPr/>
          <p:nvPr/>
        </p:nvSpPr>
        <p:spPr>
          <a:xfrm>
            <a:off x="77758" y="2197428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8FE326-0D93-4DBD-97B3-87ACE20EB5F8}"/>
              </a:ext>
            </a:extLst>
          </p:cNvPr>
          <p:cNvSpPr/>
          <p:nvPr/>
        </p:nvSpPr>
        <p:spPr>
          <a:xfrm>
            <a:off x="1859493" y="2197427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9DBBD4-32F7-4C4E-9094-0F8EE1E69026}"/>
              </a:ext>
            </a:extLst>
          </p:cNvPr>
          <p:cNvSpPr/>
          <p:nvPr/>
        </p:nvSpPr>
        <p:spPr>
          <a:xfrm>
            <a:off x="3641228" y="2197427"/>
            <a:ext cx="1781735" cy="9547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 * 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8D364-5515-432A-A105-E4EBF9E89FA8}"/>
              </a:ext>
            </a:extLst>
          </p:cNvPr>
          <p:cNvSpPr txBox="1"/>
          <p:nvPr/>
        </p:nvSpPr>
        <p:spPr>
          <a:xfrm>
            <a:off x="401277" y="-19513"/>
            <a:ext cx="1134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left_padding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609DD2-7FEE-4664-A1BD-8260CB6BEF9B}"/>
              </a:ext>
            </a:extLst>
          </p:cNvPr>
          <p:cNvSpPr txBox="1"/>
          <p:nvPr/>
        </p:nvSpPr>
        <p:spPr>
          <a:xfrm>
            <a:off x="3939476" y="-23813"/>
            <a:ext cx="11852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</a:t>
            </a:r>
            <a:r>
              <a:rPr lang="en-US" sz="1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right_padding</a:t>
            </a:r>
            <a:endParaRPr lang="en-US" sz="1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onsolas" panose="020B0609020204030204" pitchFamily="49" charset="0"/>
            </a:endParaRPr>
          </a:p>
          <a:p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102257-2AAF-4204-8FCE-A687753FC39D}"/>
              </a:ext>
            </a:extLst>
          </p:cNvPr>
          <p:cNvSpPr txBox="1"/>
          <p:nvPr/>
        </p:nvSpPr>
        <p:spPr>
          <a:xfrm>
            <a:off x="2528963" y="-23813"/>
            <a:ext cx="4427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nsolas" panose="020B0609020204030204" pitchFamily="49" charset="0"/>
              </a:rPr>
              <a:t>*in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565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Words>37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1</cp:revision>
  <dcterms:created xsi:type="dcterms:W3CDTF">2022-05-02T12:35:00Z</dcterms:created>
  <dcterms:modified xsi:type="dcterms:W3CDTF">2022-05-02T12:43:32Z</dcterms:modified>
</cp:coreProperties>
</file>