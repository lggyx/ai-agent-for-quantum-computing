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950075" cy="256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0" autoAdjust="0"/>
    <p:restoredTop sz="94660"/>
  </p:normalViewPr>
  <p:slideViewPr>
    <p:cSldViewPr snapToGrid="0">
      <p:cViewPr varScale="1">
        <p:scale>
          <a:sx n="196" d="100"/>
          <a:sy n="196" d="100"/>
        </p:scale>
        <p:origin x="1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8760" y="419068"/>
            <a:ext cx="5212556" cy="891481"/>
          </a:xfrm>
        </p:spPr>
        <p:txBody>
          <a:bodyPr anchor="b"/>
          <a:lstStyle>
            <a:lvl1pPr algn="ctr"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760" y="1344928"/>
            <a:ext cx="5212556" cy="618228"/>
          </a:xfrm>
        </p:spPr>
        <p:txBody>
          <a:bodyPr/>
          <a:lstStyle>
            <a:lvl1pPr marL="0" indent="0" algn="ctr">
              <a:buNone/>
              <a:defRPr sz="896"/>
            </a:lvl1pPr>
            <a:lvl2pPr marL="170718" indent="0" algn="ctr">
              <a:buNone/>
              <a:defRPr sz="747"/>
            </a:lvl2pPr>
            <a:lvl3pPr marL="341437" indent="0" algn="ctr">
              <a:buNone/>
              <a:defRPr sz="672"/>
            </a:lvl3pPr>
            <a:lvl4pPr marL="512155" indent="0" algn="ctr">
              <a:buNone/>
              <a:defRPr sz="597"/>
            </a:lvl4pPr>
            <a:lvl5pPr marL="682874" indent="0" algn="ctr">
              <a:buNone/>
              <a:defRPr sz="597"/>
            </a:lvl5pPr>
            <a:lvl6pPr marL="853592" indent="0" algn="ctr">
              <a:buNone/>
              <a:defRPr sz="597"/>
            </a:lvl6pPr>
            <a:lvl7pPr marL="1024311" indent="0" algn="ctr">
              <a:buNone/>
              <a:defRPr sz="597"/>
            </a:lvl7pPr>
            <a:lvl8pPr marL="1195029" indent="0" algn="ctr">
              <a:buNone/>
              <a:defRPr sz="597"/>
            </a:lvl8pPr>
            <a:lvl9pPr marL="1365748" indent="0" algn="ctr">
              <a:buNone/>
              <a:defRPr sz="5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0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6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198" y="638382"/>
            <a:ext cx="5994440" cy="1065154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198" y="1713613"/>
            <a:ext cx="5994440" cy="560139"/>
          </a:xfrm>
        </p:spPr>
        <p:txBody>
          <a:bodyPr/>
          <a:lstStyle>
            <a:lvl1pPr marL="0" indent="0">
              <a:buNone/>
              <a:defRPr sz="896">
                <a:solidFill>
                  <a:schemeClr val="tx1">
                    <a:tint val="75000"/>
                  </a:schemeClr>
                </a:solidFill>
              </a:defRPr>
            </a:lvl1pPr>
            <a:lvl2pPr marL="170718" indent="0">
              <a:buNone/>
              <a:defRPr sz="747">
                <a:solidFill>
                  <a:schemeClr val="tx1">
                    <a:tint val="75000"/>
                  </a:schemeClr>
                </a:solidFill>
              </a:defRPr>
            </a:lvl2pPr>
            <a:lvl3pPr marL="341437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3pPr>
            <a:lvl4pPr marL="512155" indent="0">
              <a:buNone/>
              <a:defRPr sz="597">
                <a:solidFill>
                  <a:schemeClr val="tx1">
                    <a:tint val="75000"/>
                  </a:schemeClr>
                </a:solidFill>
              </a:defRPr>
            </a:lvl4pPr>
            <a:lvl5pPr marL="682874" indent="0">
              <a:buNone/>
              <a:defRPr sz="597">
                <a:solidFill>
                  <a:schemeClr val="tx1">
                    <a:tint val="75000"/>
                  </a:schemeClr>
                </a:solidFill>
              </a:defRPr>
            </a:lvl5pPr>
            <a:lvl6pPr marL="853592" indent="0">
              <a:buNone/>
              <a:defRPr sz="597">
                <a:solidFill>
                  <a:schemeClr val="tx1">
                    <a:tint val="75000"/>
                  </a:schemeClr>
                </a:solidFill>
              </a:defRPr>
            </a:lvl6pPr>
            <a:lvl7pPr marL="1024311" indent="0">
              <a:buNone/>
              <a:defRPr sz="597">
                <a:solidFill>
                  <a:schemeClr val="tx1">
                    <a:tint val="75000"/>
                  </a:schemeClr>
                </a:solidFill>
              </a:defRPr>
            </a:lvl7pPr>
            <a:lvl8pPr marL="1195029" indent="0">
              <a:buNone/>
              <a:defRPr sz="597">
                <a:solidFill>
                  <a:schemeClr val="tx1">
                    <a:tint val="75000"/>
                  </a:schemeClr>
                </a:solidFill>
              </a:defRPr>
            </a:lvl8pPr>
            <a:lvl9pPr marL="1365748" indent="0">
              <a:buNone/>
              <a:defRPr sz="5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6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7818" y="681651"/>
            <a:ext cx="2953782" cy="1624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18475" y="681651"/>
            <a:ext cx="2953782" cy="16247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1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136331"/>
            <a:ext cx="5994440" cy="494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8723" y="627712"/>
            <a:ext cx="2940207" cy="307632"/>
          </a:xfrm>
        </p:spPr>
        <p:txBody>
          <a:bodyPr anchor="b"/>
          <a:lstStyle>
            <a:lvl1pPr marL="0" indent="0">
              <a:buNone/>
              <a:defRPr sz="896" b="1"/>
            </a:lvl1pPr>
            <a:lvl2pPr marL="170718" indent="0">
              <a:buNone/>
              <a:defRPr sz="747" b="1"/>
            </a:lvl2pPr>
            <a:lvl3pPr marL="341437" indent="0">
              <a:buNone/>
              <a:defRPr sz="672" b="1"/>
            </a:lvl3pPr>
            <a:lvl4pPr marL="512155" indent="0">
              <a:buNone/>
              <a:defRPr sz="597" b="1"/>
            </a:lvl4pPr>
            <a:lvl5pPr marL="682874" indent="0">
              <a:buNone/>
              <a:defRPr sz="597" b="1"/>
            </a:lvl5pPr>
            <a:lvl6pPr marL="853592" indent="0">
              <a:buNone/>
              <a:defRPr sz="597" b="1"/>
            </a:lvl6pPr>
            <a:lvl7pPr marL="1024311" indent="0">
              <a:buNone/>
              <a:defRPr sz="597" b="1"/>
            </a:lvl7pPr>
            <a:lvl8pPr marL="1195029" indent="0">
              <a:buNone/>
              <a:defRPr sz="597" b="1"/>
            </a:lvl8pPr>
            <a:lvl9pPr marL="1365748" indent="0">
              <a:buNone/>
              <a:defRPr sz="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723" y="935344"/>
            <a:ext cx="2940207" cy="137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18476" y="627712"/>
            <a:ext cx="2954687" cy="307632"/>
          </a:xfrm>
        </p:spPr>
        <p:txBody>
          <a:bodyPr anchor="b"/>
          <a:lstStyle>
            <a:lvl1pPr marL="0" indent="0">
              <a:buNone/>
              <a:defRPr sz="896" b="1"/>
            </a:lvl1pPr>
            <a:lvl2pPr marL="170718" indent="0">
              <a:buNone/>
              <a:defRPr sz="747" b="1"/>
            </a:lvl2pPr>
            <a:lvl3pPr marL="341437" indent="0">
              <a:buNone/>
              <a:defRPr sz="672" b="1"/>
            </a:lvl3pPr>
            <a:lvl4pPr marL="512155" indent="0">
              <a:buNone/>
              <a:defRPr sz="597" b="1"/>
            </a:lvl4pPr>
            <a:lvl5pPr marL="682874" indent="0">
              <a:buNone/>
              <a:defRPr sz="597" b="1"/>
            </a:lvl5pPr>
            <a:lvl6pPr marL="853592" indent="0">
              <a:buNone/>
              <a:defRPr sz="597" b="1"/>
            </a:lvl6pPr>
            <a:lvl7pPr marL="1024311" indent="0">
              <a:buNone/>
              <a:defRPr sz="597" b="1"/>
            </a:lvl7pPr>
            <a:lvl8pPr marL="1195029" indent="0">
              <a:buNone/>
              <a:defRPr sz="597" b="1"/>
            </a:lvl8pPr>
            <a:lvl9pPr marL="1365748" indent="0">
              <a:buNone/>
              <a:defRPr sz="5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18476" y="935344"/>
            <a:ext cx="2954687" cy="137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0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4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1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170709"/>
            <a:ext cx="2241580" cy="597482"/>
          </a:xfrm>
        </p:spPr>
        <p:txBody>
          <a:bodyPr anchor="b"/>
          <a:lstStyle>
            <a:lvl1pPr>
              <a:defRPr sz="11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4687" y="368684"/>
            <a:ext cx="3518475" cy="1819713"/>
          </a:xfrm>
        </p:spPr>
        <p:txBody>
          <a:bodyPr/>
          <a:lstStyle>
            <a:lvl1pPr>
              <a:defRPr sz="1195"/>
            </a:lvl1pPr>
            <a:lvl2pPr>
              <a:defRPr sz="1046"/>
            </a:lvl2pPr>
            <a:lvl3pPr>
              <a:defRPr sz="896"/>
            </a:lvl3pPr>
            <a:lvl4pPr>
              <a:defRPr sz="747"/>
            </a:lvl4pPr>
            <a:lvl5pPr>
              <a:defRPr sz="747"/>
            </a:lvl5pPr>
            <a:lvl6pPr>
              <a:defRPr sz="747"/>
            </a:lvl6pPr>
            <a:lvl7pPr>
              <a:defRPr sz="747"/>
            </a:lvl7pPr>
            <a:lvl8pPr>
              <a:defRPr sz="747"/>
            </a:lvl8pPr>
            <a:lvl9pPr>
              <a:defRPr sz="7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723" y="768191"/>
            <a:ext cx="2241580" cy="1423170"/>
          </a:xfrm>
        </p:spPr>
        <p:txBody>
          <a:bodyPr/>
          <a:lstStyle>
            <a:lvl1pPr marL="0" indent="0">
              <a:buNone/>
              <a:defRPr sz="597"/>
            </a:lvl1pPr>
            <a:lvl2pPr marL="170718" indent="0">
              <a:buNone/>
              <a:defRPr sz="523"/>
            </a:lvl2pPr>
            <a:lvl3pPr marL="341437" indent="0">
              <a:buNone/>
              <a:defRPr sz="448"/>
            </a:lvl3pPr>
            <a:lvl4pPr marL="512155" indent="0">
              <a:buNone/>
              <a:defRPr sz="373"/>
            </a:lvl4pPr>
            <a:lvl5pPr marL="682874" indent="0">
              <a:buNone/>
              <a:defRPr sz="373"/>
            </a:lvl5pPr>
            <a:lvl6pPr marL="853592" indent="0">
              <a:buNone/>
              <a:defRPr sz="373"/>
            </a:lvl6pPr>
            <a:lvl7pPr marL="1024311" indent="0">
              <a:buNone/>
              <a:defRPr sz="373"/>
            </a:lvl7pPr>
            <a:lvl8pPr marL="1195029" indent="0">
              <a:buNone/>
              <a:defRPr sz="373"/>
            </a:lvl8pPr>
            <a:lvl9pPr marL="1365748" indent="0">
              <a:buNone/>
              <a:defRPr sz="3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2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723" y="170709"/>
            <a:ext cx="2241580" cy="597482"/>
          </a:xfrm>
        </p:spPr>
        <p:txBody>
          <a:bodyPr anchor="b"/>
          <a:lstStyle>
            <a:lvl1pPr>
              <a:defRPr sz="11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54687" y="368684"/>
            <a:ext cx="3518475" cy="1819713"/>
          </a:xfrm>
        </p:spPr>
        <p:txBody>
          <a:bodyPr anchor="t"/>
          <a:lstStyle>
            <a:lvl1pPr marL="0" indent="0">
              <a:buNone/>
              <a:defRPr sz="1195"/>
            </a:lvl1pPr>
            <a:lvl2pPr marL="170718" indent="0">
              <a:buNone/>
              <a:defRPr sz="1046"/>
            </a:lvl2pPr>
            <a:lvl3pPr marL="341437" indent="0">
              <a:buNone/>
              <a:defRPr sz="896"/>
            </a:lvl3pPr>
            <a:lvl4pPr marL="512155" indent="0">
              <a:buNone/>
              <a:defRPr sz="747"/>
            </a:lvl4pPr>
            <a:lvl5pPr marL="682874" indent="0">
              <a:buNone/>
              <a:defRPr sz="747"/>
            </a:lvl5pPr>
            <a:lvl6pPr marL="853592" indent="0">
              <a:buNone/>
              <a:defRPr sz="747"/>
            </a:lvl6pPr>
            <a:lvl7pPr marL="1024311" indent="0">
              <a:buNone/>
              <a:defRPr sz="747"/>
            </a:lvl7pPr>
            <a:lvl8pPr marL="1195029" indent="0">
              <a:buNone/>
              <a:defRPr sz="747"/>
            </a:lvl8pPr>
            <a:lvl9pPr marL="1365748" indent="0">
              <a:buNone/>
              <a:defRPr sz="7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8723" y="768191"/>
            <a:ext cx="2241580" cy="1423170"/>
          </a:xfrm>
        </p:spPr>
        <p:txBody>
          <a:bodyPr/>
          <a:lstStyle>
            <a:lvl1pPr marL="0" indent="0">
              <a:buNone/>
              <a:defRPr sz="597"/>
            </a:lvl1pPr>
            <a:lvl2pPr marL="170718" indent="0">
              <a:buNone/>
              <a:defRPr sz="523"/>
            </a:lvl2pPr>
            <a:lvl3pPr marL="341437" indent="0">
              <a:buNone/>
              <a:defRPr sz="448"/>
            </a:lvl3pPr>
            <a:lvl4pPr marL="512155" indent="0">
              <a:buNone/>
              <a:defRPr sz="373"/>
            </a:lvl4pPr>
            <a:lvl5pPr marL="682874" indent="0">
              <a:buNone/>
              <a:defRPr sz="373"/>
            </a:lvl5pPr>
            <a:lvl6pPr marL="853592" indent="0">
              <a:buNone/>
              <a:defRPr sz="373"/>
            </a:lvl6pPr>
            <a:lvl7pPr marL="1024311" indent="0">
              <a:buNone/>
              <a:defRPr sz="373"/>
            </a:lvl7pPr>
            <a:lvl8pPr marL="1195029" indent="0">
              <a:buNone/>
              <a:defRPr sz="373"/>
            </a:lvl8pPr>
            <a:lvl9pPr marL="1365748" indent="0">
              <a:buNone/>
              <a:defRPr sz="3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4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647" y="136330"/>
            <a:ext cx="1498610" cy="21700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818" y="136330"/>
            <a:ext cx="4408954" cy="21700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2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7818" y="136331"/>
            <a:ext cx="5994440" cy="494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818" y="681651"/>
            <a:ext cx="5994440" cy="1624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7818" y="2373332"/>
            <a:ext cx="1563767" cy="1363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205A4-2D09-4B75-817B-E33EC906ECFA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02213" y="2373332"/>
            <a:ext cx="2345650" cy="1363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08490" y="2373332"/>
            <a:ext cx="1563767" cy="1363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6D7BB-0014-454C-A762-29C9D9990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41437" rtl="0" eaLnBrk="1" latinLnBrk="0" hangingPunct="1">
        <a:lnSpc>
          <a:spcPct val="90000"/>
        </a:lnSpc>
        <a:spcBef>
          <a:spcPct val="0"/>
        </a:spcBef>
        <a:buNone/>
        <a:defRPr sz="164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359" indent="-85359" algn="l" defTabSz="341437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046" kern="1200">
          <a:solidFill>
            <a:schemeClr val="tx1"/>
          </a:solidFill>
          <a:latin typeface="+mn-lt"/>
          <a:ea typeface="+mn-ea"/>
          <a:cs typeface="+mn-cs"/>
        </a:defRPr>
      </a:lvl1pPr>
      <a:lvl2pPr marL="256078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896" kern="1200">
          <a:solidFill>
            <a:schemeClr val="tx1"/>
          </a:solidFill>
          <a:latin typeface="+mn-lt"/>
          <a:ea typeface="+mn-ea"/>
          <a:cs typeface="+mn-cs"/>
        </a:defRPr>
      </a:lvl2pPr>
      <a:lvl3pPr marL="426796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3pPr>
      <a:lvl4pPr marL="597515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4pPr>
      <a:lvl5pPr marL="768233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5pPr>
      <a:lvl6pPr marL="938952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6pPr>
      <a:lvl7pPr marL="1109670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7pPr>
      <a:lvl8pPr marL="1280389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8pPr>
      <a:lvl9pPr marL="1451107" indent="-85359" algn="l" defTabSz="341437" rtl="0" eaLnBrk="1" latinLnBrk="0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1pPr>
      <a:lvl2pPr marL="170718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2pPr>
      <a:lvl3pPr marL="341437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3pPr>
      <a:lvl4pPr marL="512155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4pPr>
      <a:lvl5pPr marL="682874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5pPr>
      <a:lvl6pPr marL="853592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6pPr>
      <a:lvl7pPr marL="1024311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7pPr>
      <a:lvl8pPr marL="1195029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8pPr>
      <a:lvl9pPr marL="1365748" algn="l" defTabSz="341437" rtl="0" eaLnBrk="1" latinLnBrk="0" hangingPunct="1">
        <a:defRPr sz="6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A360A2E-DC73-45BA-8DA4-E443000D3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771315"/>
              </p:ext>
            </p:extLst>
          </p:nvPr>
        </p:nvGraphicFramePr>
        <p:xfrm>
          <a:off x="967200" y="727856"/>
          <a:ext cx="5881851" cy="131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5435967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03599038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9682303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8775831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55393628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93309602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445056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58621285"/>
                    </a:ext>
                  </a:extLst>
                </a:gridCol>
                <a:gridCol w="852651">
                  <a:extLst>
                    <a:ext uri="{9D8B030D-6E8A-4147-A177-3AD203B41FA5}">
                      <a16:colId xmlns:a16="http://schemas.microsoft.com/office/drawing/2014/main" val="230446025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(1, 0, 0),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(2, 0, 0),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 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(31, 0, 0)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(1, 0, 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(2, 0, 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 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(31, 0, 1)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(1, 2, 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(2, 2, 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(31, 2, 2)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(32, 0, 0),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(33, 0, 0),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(47, 0, 0), 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(32, 0, 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(33, 0, 1),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(47, 0, 1), 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(32, 2, 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(33, 2, 2),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… 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(47, 2, 2), 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0, 0, 0, 0,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0,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855547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1606E9-2EA6-4669-9F6D-2CC93861A963}"/>
              </a:ext>
            </a:extLst>
          </p:cNvPr>
          <p:cNvCxnSpPr>
            <a:cxnSpLocks/>
          </p:cNvCxnSpPr>
          <p:nvPr/>
        </p:nvCxnSpPr>
        <p:spPr>
          <a:xfrm>
            <a:off x="3013907" y="547824"/>
            <a:ext cx="47197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EBD0FD-5648-47DC-8EBE-FAA6D622CCBC}"/>
              </a:ext>
            </a:extLst>
          </p:cNvPr>
          <p:cNvCxnSpPr>
            <a:cxnSpLocks/>
          </p:cNvCxnSpPr>
          <p:nvPr/>
        </p:nvCxnSpPr>
        <p:spPr>
          <a:xfrm flipH="1">
            <a:off x="967204" y="547824"/>
            <a:ext cx="44650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DD4990E-163A-4A71-8B17-AC7AF030B49B}"/>
              </a:ext>
            </a:extLst>
          </p:cNvPr>
          <p:cNvSpPr txBox="1"/>
          <p:nvPr/>
        </p:nvSpPr>
        <p:spPr>
          <a:xfrm>
            <a:off x="1726529" y="420307"/>
            <a:ext cx="1149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32*3*3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元素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B5A362-B1A0-4E2B-BC80-EFCAD702A50A}"/>
              </a:ext>
            </a:extLst>
          </p:cNvPr>
          <p:cNvCxnSpPr>
            <a:cxnSpLocks/>
          </p:cNvCxnSpPr>
          <p:nvPr/>
        </p:nvCxnSpPr>
        <p:spPr>
          <a:xfrm>
            <a:off x="6377077" y="2222934"/>
            <a:ext cx="47197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A0778-B3A7-4F46-A8A9-94C9EC62BB20}"/>
              </a:ext>
            </a:extLst>
          </p:cNvPr>
          <p:cNvCxnSpPr>
            <a:cxnSpLocks/>
          </p:cNvCxnSpPr>
          <p:nvPr/>
        </p:nvCxnSpPr>
        <p:spPr>
          <a:xfrm flipH="1">
            <a:off x="925763" y="2222934"/>
            <a:ext cx="44650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1C7D38B-5EF4-4C2E-9ECD-AB3D7BCB9E24}"/>
              </a:ext>
            </a:extLst>
          </p:cNvPr>
          <p:cNvSpPr txBox="1"/>
          <p:nvPr/>
        </p:nvSpPr>
        <p:spPr>
          <a:xfrm>
            <a:off x="3249894" y="2099824"/>
            <a:ext cx="1149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512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字节对齐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8A81C5-19DD-4D7C-B94B-0E318F9F5829}"/>
              </a:ext>
            </a:extLst>
          </p:cNvPr>
          <p:cNvSpPr txBox="1"/>
          <p:nvPr/>
        </p:nvSpPr>
        <p:spPr>
          <a:xfrm>
            <a:off x="2653507" y="112644"/>
            <a:ext cx="2509235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 48*3*3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DepthWiseConvWeight</a:t>
            </a:r>
            <a:endParaRPr lang="en-US" sz="1200" b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02282F5-D49B-4196-81E6-312281C0B445}"/>
              </a:ext>
            </a:extLst>
          </p:cNvPr>
          <p:cNvSpPr/>
          <p:nvPr/>
        </p:nvSpPr>
        <p:spPr>
          <a:xfrm>
            <a:off x="864609" y="617422"/>
            <a:ext cx="861920" cy="16055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0F69CC-47BB-4920-A2EA-AEC4C5E5F353}"/>
              </a:ext>
            </a:extLst>
          </p:cNvPr>
          <p:cNvSpPr txBox="1"/>
          <p:nvPr/>
        </p:nvSpPr>
        <p:spPr>
          <a:xfrm>
            <a:off x="0" y="1183121"/>
            <a:ext cx="11490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过滤器</a:t>
            </a:r>
            <a:r>
              <a:rPr lang="en-US" altLang="zh-CN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/>
            </a:r>
            <a:br>
              <a:rPr lang="en-US" altLang="zh-CN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通道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64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字节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3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249</Words>
  <Application>Microsoft Office PowerPoint</Application>
  <PresentationFormat>自定义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6</cp:revision>
  <dcterms:created xsi:type="dcterms:W3CDTF">2022-04-07T22:36:25Z</dcterms:created>
  <dcterms:modified xsi:type="dcterms:W3CDTF">2022-11-25T07:41:48Z</dcterms:modified>
</cp:coreProperties>
</file>