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7497763" cy="43894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82" autoAdjust="0"/>
    <p:restoredTop sz="94660"/>
  </p:normalViewPr>
  <p:slideViewPr>
    <p:cSldViewPr snapToGrid="0">
      <p:cViewPr>
        <p:scale>
          <a:sx n="200" d="100"/>
          <a:sy n="200" d="100"/>
        </p:scale>
        <p:origin x="1752" y="7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7221" y="718364"/>
            <a:ext cx="5623322" cy="1528175"/>
          </a:xfrm>
        </p:spPr>
        <p:txBody>
          <a:bodyPr anchor="b"/>
          <a:lstStyle>
            <a:lvl1pPr algn="ctr">
              <a:defRPr sz="369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7221" y="2305472"/>
            <a:ext cx="5623322" cy="1059764"/>
          </a:xfrm>
        </p:spPr>
        <p:txBody>
          <a:bodyPr/>
          <a:lstStyle>
            <a:lvl1pPr marL="0" indent="0" algn="ctr">
              <a:buNone/>
              <a:defRPr sz="1476"/>
            </a:lvl1pPr>
            <a:lvl2pPr marL="281178" indent="0" algn="ctr">
              <a:buNone/>
              <a:defRPr sz="1230"/>
            </a:lvl2pPr>
            <a:lvl3pPr marL="562356" indent="0" algn="ctr">
              <a:buNone/>
              <a:defRPr sz="1107"/>
            </a:lvl3pPr>
            <a:lvl4pPr marL="843534" indent="0" algn="ctr">
              <a:buNone/>
              <a:defRPr sz="984"/>
            </a:lvl4pPr>
            <a:lvl5pPr marL="1124712" indent="0" algn="ctr">
              <a:buNone/>
              <a:defRPr sz="984"/>
            </a:lvl5pPr>
            <a:lvl6pPr marL="1405890" indent="0" algn="ctr">
              <a:buNone/>
              <a:defRPr sz="984"/>
            </a:lvl6pPr>
            <a:lvl7pPr marL="1687068" indent="0" algn="ctr">
              <a:buNone/>
              <a:defRPr sz="984"/>
            </a:lvl7pPr>
            <a:lvl8pPr marL="1968246" indent="0" algn="ctr">
              <a:buNone/>
              <a:defRPr sz="984"/>
            </a:lvl8pPr>
            <a:lvl9pPr marL="2249424" indent="0" algn="ctr">
              <a:buNone/>
              <a:defRPr sz="98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7A474-C5EB-4BCD-B0FC-E82C1A02DFEE}" type="datetimeFigureOut">
              <a:rPr lang="en-US" smtClean="0"/>
              <a:t>5/2/2022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34CA6-867A-4628-9B4D-174FB0AD93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522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7A474-C5EB-4BCD-B0FC-E82C1A02DFEE}" type="datetimeFigureOut">
              <a:rPr lang="en-US" smtClean="0"/>
              <a:t>5/2/2022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34CA6-867A-4628-9B4D-174FB0AD93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6828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1566" y="1094312"/>
            <a:ext cx="6466821" cy="1825884"/>
          </a:xfrm>
        </p:spPr>
        <p:txBody>
          <a:bodyPr anchor="b"/>
          <a:lstStyle>
            <a:lvl1pPr>
              <a:defRPr sz="369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566" y="2937470"/>
            <a:ext cx="6466821" cy="960189"/>
          </a:xfrm>
        </p:spPr>
        <p:txBody>
          <a:bodyPr/>
          <a:lstStyle>
            <a:lvl1pPr marL="0" indent="0">
              <a:buNone/>
              <a:defRPr sz="1476">
                <a:solidFill>
                  <a:schemeClr val="tx1">
                    <a:tint val="75000"/>
                  </a:schemeClr>
                </a:solidFill>
              </a:defRPr>
            </a:lvl1pPr>
            <a:lvl2pPr marL="281178" indent="0">
              <a:buNone/>
              <a:defRPr sz="1230">
                <a:solidFill>
                  <a:schemeClr val="tx1">
                    <a:tint val="75000"/>
                  </a:schemeClr>
                </a:solidFill>
              </a:defRPr>
            </a:lvl2pPr>
            <a:lvl3pPr marL="562356" indent="0">
              <a:buNone/>
              <a:defRPr sz="1107">
                <a:solidFill>
                  <a:schemeClr val="tx1">
                    <a:tint val="75000"/>
                  </a:schemeClr>
                </a:solidFill>
              </a:defRPr>
            </a:lvl3pPr>
            <a:lvl4pPr marL="843534" indent="0">
              <a:buNone/>
              <a:defRPr sz="984">
                <a:solidFill>
                  <a:schemeClr val="tx1">
                    <a:tint val="75000"/>
                  </a:schemeClr>
                </a:solidFill>
              </a:defRPr>
            </a:lvl4pPr>
            <a:lvl5pPr marL="1124712" indent="0">
              <a:buNone/>
              <a:defRPr sz="984">
                <a:solidFill>
                  <a:schemeClr val="tx1">
                    <a:tint val="75000"/>
                  </a:schemeClr>
                </a:solidFill>
              </a:defRPr>
            </a:lvl5pPr>
            <a:lvl6pPr marL="1405890" indent="0">
              <a:buNone/>
              <a:defRPr sz="984">
                <a:solidFill>
                  <a:schemeClr val="tx1">
                    <a:tint val="75000"/>
                  </a:schemeClr>
                </a:solidFill>
              </a:defRPr>
            </a:lvl6pPr>
            <a:lvl7pPr marL="1687068" indent="0">
              <a:buNone/>
              <a:defRPr sz="984">
                <a:solidFill>
                  <a:schemeClr val="tx1">
                    <a:tint val="75000"/>
                  </a:schemeClr>
                </a:solidFill>
              </a:defRPr>
            </a:lvl7pPr>
            <a:lvl8pPr marL="1968246" indent="0">
              <a:buNone/>
              <a:defRPr sz="984">
                <a:solidFill>
                  <a:schemeClr val="tx1">
                    <a:tint val="75000"/>
                  </a:schemeClr>
                </a:solidFill>
              </a:defRPr>
            </a:lvl8pPr>
            <a:lvl9pPr marL="2249424" indent="0">
              <a:buNone/>
              <a:defRPr sz="98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7A474-C5EB-4BCD-B0FC-E82C1A02DFEE}" type="datetimeFigureOut">
              <a:rPr lang="en-US" smtClean="0"/>
              <a:t>5/2/2022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34CA6-867A-4628-9B4D-174FB0AD93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9877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5471" y="1168485"/>
            <a:ext cx="3186549" cy="27850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95743" y="1168485"/>
            <a:ext cx="3186549" cy="27850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7A474-C5EB-4BCD-B0FC-E82C1A02DFEE}" type="datetimeFigureOut">
              <a:rPr lang="en-US" smtClean="0"/>
              <a:t>5/2/2022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34CA6-867A-4628-9B4D-174FB0AD93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301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6448" y="233697"/>
            <a:ext cx="6466821" cy="8484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6448" y="1076022"/>
            <a:ext cx="3171905" cy="527342"/>
          </a:xfrm>
        </p:spPr>
        <p:txBody>
          <a:bodyPr anchor="b"/>
          <a:lstStyle>
            <a:lvl1pPr marL="0" indent="0">
              <a:buNone/>
              <a:defRPr sz="1476" b="1"/>
            </a:lvl1pPr>
            <a:lvl2pPr marL="281178" indent="0">
              <a:buNone/>
              <a:defRPr sz="1230" b="1"/>
            </a:lvl2pPr>
            <a:lvl3pPr marL="562356" indent="0">
              <a:buNone/>
              <a:defRPr sz="1107" b="1"/>
            </a:lvl3pPr>
            <a:lvl4pPr marL="843534" indent="0">
              <a:buNone/>
              <a:defRPr sz="984" b="1"/>
            </a:lvl4pPr>
            <a:lvl5pPr marL="1124712" indent="0">
              <a:buNone/>
              <a:defRPr sz="984" b="1"/>
            </a:lvl5pPr>
            <a:lvl6pPr marL="1405890" indent="0">
              <a:buNone/>
              <a:defRPr sz="984" b="1"/>
            </a:lvl6pPr>
            <a:lvl7pPr marL="1687068" indent="0">
              <a:buNone/>
              <a:defRPr sz="984" b="1"/>
            </a:lvl7pPr>
            <a:lvl8pPr marL="1968246" indent="0">
              <a:buNone/>
              <a:defRPr sz="984" b="1"/>
            </a:lvl8pPr>
            <a:lvl9pPr marL="2249424" indent="0">
              <a:buNone/>
              <a:defRPr sz="98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6448" y="1603364"/>
            <a:ext cx="3171905" cy="23583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795742" y="1076022"/>
            <a:ext cx="3187526" cy="527342"/>
          </a:xfrm>
        </p:spPr>
        <p:txBody>
          <a:bodyPr anchor="b"/>
          <a:lstStyle>
            <a:lvl1pPr marL="0" indent="0">
              <a:buNone/>
              <a:defRPr sz="1476" b="1"/>
            </a:lvl1pPr>
            <a:lvl2pPr marL="281178" indent="0">
              <a:buNone/>
              <a:defRPr sz="1230" b="1"/>
            </a:lvl2pPr>
            <a:lvl3pPr marL="562356" indent="0">
              <a:buNone/>
              <a:defRPr sz="1107" b="1"/>
            </a:lvl3pPr>
            <a:lvl4pPr marL="843534" indent="0">
              <a:buNone/>
              <a:defRPr sz="984" b="1"/>
            </a:lvl4pPr>
            <a:lvl5pPr marL="1124712" indent="0">
              <a:buNone/>
              <a:defRPr sz="984" b="1"/>
            </a:lvl5pPr>
            <a:lvl6pPr marL="1405890" indent="0">
              <a:buNone/>
              <a:defRPr sz="984" b="1"/>
            </a:lvl6pPr>
            <a:lvl7pPr marL="1687068" indent="0">
              <a:buNone/>
              <a:defRPr sz="984" b="1"/>
            </a:lvl7pPr>
            <a:lvl8pPr marL="1968246" indent="0">
              <a:buNone/>
              <a:defRPr sz="984" b="1"/>
            </a:lvl8pPr>
            <a:lvl9pPr marL="2249424" indent="0">
              <a:buNone/>
              <a:defRPr sz="98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795742" y="1603364"/>
            <a:ext cx="3187526" cy="23583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7A474-C5EB-4BCD-B0FC-E82C1A02DFEE}" type="datetimeFigureOut">
              <a:rPr lang="en-US" smtClean="0"/>
              <a:t>5/2/2022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34CA6-867A-4628-9B4D-174FB0AD93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881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7A474-C5EB-4BCD-B0FC-E82C1A02DFEE}" type="datetimeFigureOut">
              <a:rPr lang="en-US" smtClean="0"/>
              <a:t>5/2/2022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34CA6-867A-4628-9B4D-174FB0AD93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4926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7A474-C5EB-4BCD-B0FC-E82C1A02DFEE}" type="datetimeFigureOut">
              <a:rPr lang="en-US" smtClean="0"/>
              <a:t>5/2/2022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34CA6-867A-4628-9B4D-174FB0AD93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127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6448" y="292629"/>
            <a:ext cx="2418224" cy="1024202"/>
          </a:xfrm>
        </p:spPr>
        <p:txBody>
          <a:bodyPr anchor="b"/>
          <a:lstStyle>
            <a:lvl1pPr>
              <a:defRPr sz="196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87526" y="631998"/>
            <a:ext cx="3795743" cy="3119346"/>
          </a:xfrm>
        </p:spPr>
        <p:txBody>
          <a:bodyPr/>
          <a:lstStyle>
            <a:lvl1pPr>
              <a:defRPr sz="1968"/>
            </a:lvl1pPr>
            <a:lvl2pPr>
              <a:defRPr sz="1722"/>
            </a:lvl2pPr>
            <a:lvl3pPr>
              <a:defRPr sz="1476"/>
            </a:lvl3pPr>
            <a:lvl4pPr>
              <a:defRPr sz="1230"/>
            </a:lvl4pPr>
            <a:lvl5pPr>
              <a:defRPr sz="1230"/>
            </a:lvl5pPr>
            <a:lvl6pPr>
              <a:defRPr sz="1230"/>
            </a:lvl6pPr>
            <a:lvl7pPr>
              <a:defRPr sz="1230"/>
            </a:lvl7pPr>
            <a:lvl8pPr>
              <a:defRPr sz="1230"/>
            </a:lvl8pPr>
            <a:lvl9pPr>
              <a:defRPr sz="123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6448" y="1316831"/>
            <a:ext cx="2418224" cy="2439593"/>
          </a:xfrm>
        </p:spPr>
        <p:txBody>
          <a:bodyPr/>
          <a:lstStyle>
            <a:lvl1pPr marL="0" indent="0">
              <a:buNone/>
              <a:defRPr sz="984"/>
            </a:lvl1pPr>
            <a:lvl2pPr marL="281178" indent="0">
              <a:buNone/>
              <a:defRPr sz="861"/>
            </a:lvl2pPr>
            <a:lvl3pPr marL="562356" indent="0">
              <a:buNone/>
              <a:defRPr sz="738"/>
            </a:lvl3pPr>
            <a:lvl4pPr marL="843534" indent="0">
              <a:buNone/>
              <a:defRPr sz="615"/>
            </a:lvl4pPr>
            <a:lvl5pPr marL="1124712" indent="0">
              <a:buNone/>
              <a:defRPr sz="615"/>
            </a:lvl5pPr>
            <a:lvl6pPr marL="1405890" indent="0">
              <a:buNone/>
              <a:defRPr sz="615"/>
            </a:lvl6pPr>
            <a:lvl7pPr marL="1687068" indent="0">
              <a:buNone/>
              <a:defRPr sz="615"/>
            </a:lvl7pPr>
            <a:lvl8pPr marL="1968246" indent="0">
              <a:buNone/>
              <a:defRPr sz="615"/>
            </a:lvl8pPr>
            <a:lvl9pPr marL="2249424" indent="0">
              <a:buNone/>
              <a:defRPr sz="61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7A474-C5EB-4BCD-B0FC-E82C1A02DFEE}" type="datetimeFigureOut">
              <a:rPr lang="en-US" smtClean="0"/>
              <a:t>5/2/2022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34CA6-867A-4628-9B4D-174FB0AD93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491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6448" y="292629"/>
            <a:ext cx="2418224" cy="1024202"/>
          </a:xfrm>
        </p:spPr>
        <p:txBody>
          <a:bodyPr anchor="b"/>
          <a:lstStyle>
            <a:lvl1pPr>
              <a:defRPr sz="196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187526" y="631998"/>
            <a:ext cx="3795743" cy="3119346"/>
          </a:xfrm>
        </p:spPr>
        <p:txBody>
          <a:bodyPr anchor="t"/>
          <a:lstStyle>
            <a:lvl1pPr marL="0" indent="0">
              <a:buNone/>
              <a:defRPr sz="1968"/>
            </a:lvl1pPr>
            <a:lvl2pPr marL="281178" indent="0">
              <a:buNone/>
              <a:defRPr sz="1722"/>
            </a:lvl2pPr>
            <a:lvl3pPr marL="562356" indent="0">
              <a:buNone/>
              <a:defRPr sz="1476"/>
            </a:lvl3pPr>
            <a:lvl4pPr marL="843534" indent="0">
              <a:buNone/>
              <a:defRPr sz="1230"/>
            </a:lvl4pPr>
            <a:lvl5pPr marL="1124712" indent="0">
              <a:buNone/>
              <a:defRPr sz="1230"/>
            </a:lvl5pPr>
            <a:lvl6pPr marL="1405890" indent="0">
              <a:buNone/>
              <a:defRPr sz="1230"/>
            </a:lvl6pPr>
            <a:lvl7pPr marL="1687068" indent="0">
              <a:buNone/>
              <a:defRPr sz="1230"/>
            </a:lvl7pPr>
            <a:lvl8pPr marL="1968246" indent="0">
              <a:buNone/>
              <a:defRPr sz="1230"/>
            </a:lvl8pPr>
            <a:lvl9pPr marL="2249424" indent="0">
              <a:buNone/>
              <a:defRPr sz="123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6448" y="1316831"/>
            <a:ext cx="2418224" cy="2439593"/>
          </a:xfrm>
        </p:spPr>
        <p:txBody>
          <a:bodyPr/>
          <a:lstStyle>
            <a:lvl1pPr marL="0" indent="0">
              <a:buNone/>
              <a:defRPr sz="984"/>
            </a:lvl1pPr>
            <a:lvl2pPr marL="281178" indent="0">
              <a:buNone/>
              <a:defRPr sz="861"/>
            </a:lvl2pPr>
            <a:lvl3pPr marL="562356" indent="0">
              <a:buNone/>
              <a:defRPr sz="738"/>
            </a:lvl3pPr>
            <a:lvl4pPr marL="843534" indent="0">
              <a:buNone/>
              <a:defRPr sz="615"/>
            </a:lvl4pPr>
            <a:lvl5pPr marL="1124712" indent="0">
              <a:buNone/>
              <a:defRPr sz="615"/>
            </a:lvl5pPr>
            <a:lvl6pPr marL="1405890" indent="0">
              <a:buNone/>
              <a:defRPr sz="615"/>
            </a:lvl6pPr>
            <a:lvl7pPr marL="1687068" indent="0">
              <a:buNone/>
              <a:defRPr sz="615"/>
            </a:lvl7pPr>
            <a:lvl8pPr marL="1968246" indent="0">
              <a:buNone/>
              <a:defRPr sz="615"/>
            </a:lvl8pPr>
            <a:lvl9pPr marL="2249424" indent="0">
              <a:buNone/>
              <a:defRPr sz="61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7A474-C5EB-4BCD-B0FC-E82C1A02DFEE}" type="datetimeFigureOut">
              <a:rPr lang="en-US" smtClean="0"/>
              <a:t>5/2/2022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34CA6-867A-4628-9B4D-174FB0AD93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5307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7A474-C5EB-4BCD-B0FC-E82C1A02DFEE}" type="datetimeFigureOut">
              <a:rPr lang="en-US" smtClean="0"/>
              <a:t>5/2/2022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34CA6-867A-4628-9B4D-174FB0AD93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7759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365587" y="233697"/>
            <a:ext cx="1616705" cy="371984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5471" y="233697"/>
            <a:ext cx="4756393" cy="371984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7A474-C5EB-4BCD-B0FC-E82C1A02DFEE}" type="datetimeFigureOut">
              <a:rPr lang="en-US" smtClean="0"/>
              <a:t>5/2/2022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34CA6-867A-4628-9B4D-174FB0AD93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23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5471" y="233697"/>
            <a:ext cx="6466821" cy="8484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471" y="1168485"/>
            <a:ext cx="6466821" cy="27850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5471" y="4068359"/>
            <a:ext cx="1686997" cy="2336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3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67A474-C5EB-4BCD-B0FC-E82C1A02DFEE}" type="datetimeFigureOut">
              <a:rPr lang="en-US" smtClean="0"/>
              <a:t>5/2/2022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83634" y="4068359"/>
            <a:ext cx="2530495" cy="2336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3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295295" y="4068359"/>
            <a:ext cx="1686997" cy="2336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3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E34CA6-867A-4628-9B4D-174FB0AD93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993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562356" rtl="0" eaLnBrk="1" latinLnBrk="0" hangingPunct="1">
        <a:lnSpc>
          <a:spcPct val="90000"/>
        </a:lnSpc>
        <a:spcBef>
          <a:spcPct val="0"/>
        </a:spcBef>
        <a:buNone/>
        <a:defRPr sz="270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0589" indent="-140589" algn="l" defTabSz="562356" rtl="0" eaLnBrk="1" latinLnBrk="0" hangingPunct="1">
        <a:lnSpc>
          <a:spcPct val="90000"/>
        </a:lnSpc>
        <a:spcBef>
          <a:spcPts val="615"/>
        </a:spcBef>
        <a:buFont typeface="Arial" panose="020B0604020202020204" pitchFamily="34" charset="0"/>
        <a:buChar char="•"/>
        <a:defRPr sz="1722" kern="1200">
          <a:solidFill>
            <a:schemeClr val="tx1"/>
          </a:solidFill>
          <a:latin typeface="+mn-lt"/>
          <a:ea typeface="+mn-ea"/>
          <a:cs typeface="+mn-cs"/>
        </a:defRPr>
      </a:lvl1pPr>
      <a:lvl2pPr marL="421767" indent="-140589" algn="l" defTabSz="562356" rtl="0" eaLnBrk="1" latinLnBrk="0" hangingPunct="1">
        <a:lnSpc>
          <a:spcPct val="90000"/>
        </a:lnSpc>
        <a:spcBef>
          <a:spcPts val="308"/>
        </a:spcBef>
        <a:buFont typeface="Arial" panose="020B0604020202020204" pitchFamily="34" charset="0"/>
        <a:buChar char="•"/>
        <a:defRPr sz="1476" kern="1200">
          <a:solidFill>
            <a:schemeClr val="tx1"/>
          </a:solidFill>
          <a:latin typeface="+mn-lt"/>
          <a:ea typeface="+mn-ea"/>
          <a:cs typeface="+mn-cs"/>
        </a:defRPr>
      </a:lvl2pPr>
      <a:lvl3pPr marL="702945" indent="-140589" algn="l" defTabSz="562356" rtl="0" eaLnBrk="1" latinLnBrk="0" hangingPunct="1">
        <a:lnSpc>
          <a:spcPct val="90000"/>
        </a:lnSpc>
        <a:spcBef>
          <a:spcPts val="308"/>
        </a:spcBef>
        <a:buFont typeface="Arial" panose="020B0604020202020204" pitchFamily="34" charset="0"/>
        <a:buChar char="•"/>
        <a:defRPr sz="1230" kern="1200">
          <a:solidFill>
            <a:schemeClr val="tx1"/>
          </a:solidFill>
          <a:latin typeface="+mn-lt"/>
          <a:ea typeface="+mn-ea"/>
          <a:cs typeface="+mn-cs"/>
        </a:defRPr>
      </a:lvl3pPr>
      <a:lvl4pPr marL="984123" indent="-140589" algn="l" defTabSz="562356" rtl="0" eaLnBrk="1" latinLnBrk="0" hangingPunct="1">
        <a:lnSpc>
          <a:spcPct val="90000"/>
        </a:lnSpc>
        <a:spcBef>
          <a:spcPts val="308"/>
        </a:spcBef>
        <a:buFont typeface="Arial" panose="020B0604020202020204" pitchFamily="34" charset="0"/>
        <a:buChar char="•"/>
        <a:defRPr sz="1107" kern="1200">
          <a:solidFill>
            <a:schemeClr val="tx1"/>
          </a:solidFill>
          <a:latin typeface="+mn-lt"/>
          <a:ea typeface="+mn-ea"/>
          <a:cs typeface="+mn-cs"/>
        </a:defRPr>
      </a:lvl4pPr>
      <a:lvl5pPr marL="1265301" indent="-140589" algn="l" defTabSz="562356" rtl="0" eaLnBrk="1" latinLnBrk="0" hangingPunct="1">
        <a:lnSpc>
          <a:spcPct val="90000"/>
        </a:lnSpc>
        <a:spcBef>
          <a:spcPts val="308"/>
        </a:spcBef>
        <a:buFont typeface="Arial" panose="020B0604020202020204" pitchFamily="34" charset="0"/>
        <a:buChar char="•"/>
        <a:defRPr sz="1107" kern="1200">
          <a:solidFill>
            <a:schemeClr val="tx1"/>
          </a:solidFill>
          <a:latin typeface="+mn-lt"/>
          <a:ea typeface="+mn-ea"/>
          <a:cs typeface="+mn-cs"/>
        </a:defRPr>
      </a:lvl5pPr>
      <a:lvl6pPr marL="1546479" indent="-140589" algn="l" defTabSz="562356" rtl="0" eaLnBrk="1" latinLnBrk="0" hangingPunct="1">
        <a:lnSpc>
          <a:spcPct val="90000"/>
        </a:lnSpc>
        <a:spcBef>
          <a:spcPts val="308"/>
        </a:spcBef>
        <a:buFont typeface="Arial" panose="020B0604020202020204" pitchFamily="34" charset="0"/>
        <a:buChar char="•"/>
        <a:defRPr sz="1107" kern="1200">
          <a:solidFill>
            <a:schemeClr val="tx1"/>
          </a:solidFill>
          <a:latin typeface="+mn-lt"/>
          <a:ea typeface="+mn-ea"/>
          <a:cs typeface="+mn-cs"/>
        </a:defRPr>
      </a:lvl6pPr>
      <a:lvl7pPr marL="1827657" indent="-140589" algn="l" defTabSz="562356" rtl="0" eaLnBrk="1" latinLnBrk="0" hangingPunct="1">
        <a:lnSpc>
          <a:spcPct val="90000"/>
        </a:lnSpc>
        <a:spcBef>
          <a:spcPts val="308"/>
        </a:spcBef>
        <a:buFont typeface="Arial" panose="020B0604020202020204" pitchFamily="34" charset="0"/>
        <a:buChar char="•"/>
        <a:defRPr sz="1107" kern="1200">
          <a:solidFill>
            <a:schemeClr val="tx1"/>
          </a:solidFill>
          <a:latin typeface="+mn-lt"/>
          <a:ea typeface="+mn-ea"/>
          <a:cs typeface="+mn-cs"/>
        </a:defRPr>
      </a:lvl7pPr>
      <a:lvl8pPr marL="2108835" indent="-140589" algn="l" defTabSz="562356" rtl="0" eaLnBrk="1" latinLnBrk="0" hangingPunct="1">
        <a:lnSpc>
          <a:spcPct val="90000"/>
        </a:lnSpc>
        <a:spcBef>
          <a:spcPts val="308"/>
        </a:spcBef>
        <a:buFont typeface="Arial" panose="020B0604020202020204" pitchFamily="34" charset="0"/>
        <a:buChar char="•"/>
        <a:defRPr sz="1107" kern="1200">
          <a:solidFill>
            <a:schemeClr val="tx1"/>
          </a:solidFill>
          <a:latin typeface="+mn-lt"/>
          <a:ea typeface="+mn-ea"/>
          <a:cs typeface="+mn-cs"/>
        </a:defRPr>
      </a:lvl8pPr>
      <a:lvl9pPr marL="2390013" indent="-140589" algn="l" defTabSz="562356" rtl="0" eaLnBrk="1" latinLnBrk="0" hangingPunct="1">
        <a:lnSpc>
          <a:spcPct val="90000"/>
        </a:lnSpc>
        <a:spcBef>
          <a:spcPts val="308"/>
        </a:spcBef>
        <a:buFont typeface="Arial" panose="020B0604020202020204" pitchFamily="34" charset="0"/>
        <a:buChar char="•"/>
        <a:defRPr sz="110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62356" rtl="0" eaLnBrk="1" latinLnBrk="0" hangingPunct="1">
        <a:defRPr sz="1107" kern="1200">
          <a:solidFill>
            <a:schemeClr val="tx1"/>
          </a:solidFill>
          <a:latin typeface="+mn-lt"/>
          <a:ea typeface="+mn-ea"/>
          <a:cs typeface="+mn-cs"/>
        </a:defRPr>
      </a:lvl1pPr>
      <a:lvl2pPr marL="281178" algn="l" defTabSz="562356" rtl="0" eaLnBrk="1" latinLnBrk="0" hangingPunct="1">
        <a:defRPr sz="1107" kern="1200">
          <a:solidFill>
            <a:schemeClr val="tx1"/>
          </a:solidFill>
          <a:latin typeface="+mn-lt"/>
          <a:ea typeface="+mn-ea"/>
          <a:cs typeface="+mn-cs"/>
        </a:defRPr>
      </a:lvl2pPr>
      <a:lvl3pPr marL="562356" algn="l" defTabSz="562356" rtl="0" eaLnBrk="1" latinLnBrk="0" hangingPunct="1">
        <a:defRPr sz="1107" kern="1200">
          <a:solidFill>
            <a:schemeClr val="tx1"/>
          </a:solidFill>
          <a:latin typeface="+mn-lt"/>
          <a:ea typeface="+mn-ea"/>
          <a:cs typeface="+mn-cs"/>
        </a:defRPr>
      </a:lvl3pPr>
      <a:lvl4pPr marL="843534" algn="l" defTabSz="562356" rtl="0" eaLnBrk="1" latinLnBrk="0" hangingPunct="1">
        <a:defRPr sz="1107" kern="1200">
          <a:solidFill>
            <a:schemeClr val="tx1"/>
          </a:solidFill>
          <a:latin typeface="+mn-lt"/>
          <a:ea typeface="+mn-ea"/>
          <a:cs typeface="+mn-cs"/>
        </a:defRPr>
      </a:lvl4pPr>
      <a:lvl5pPr marL="1124712" algn="l" defTabSz="562356" rtl="0" eaLnBrk="1" latinLnBrk="0" hangingPunct="1">
        <a:defRPr sz="1107" kern="1200">
          <a:solidFill>
            <a:schemeClr val="tx1"/>
          </a:solidFill>
          <a:latin typeface="+mn-lt"/>
          <a:ea typeface="+mn-ea"/>
          <a:cs typeface="+mn-cs"/>
        </a:defRPr>
      </a:lvl5pPr>
      <a:lvl6pPr marL="1405890" algn="l" defTabSz="562356" rtl="0" eaLnBrk="1" latinLnBrk="0" hangingPunct="1">
        <a:defRPr sz="1107" kern="1200">
          <a:solidFill>
            <a:schemeClr val="tx1"/>
          </a:solidFill>
          <a:latin typeface="+mn-lt"/>
          <a:ea typeface="+mn-ea"/>
          <a:cs typeface="+mn-cs"/>
        </a:defRPr>
      </a:lvl6pPr>
      <a:lvl7pPr marL="1687068" algn="l" defTabSz="562356" rtl="0" eaLnBrk="1" latinLnBrk="0" hangingPunct="1">
        <a:defRPr sz="1107" kern="1200">
          <a:solidFill>
            <a:schemeClr val="tx1"/>
          </a:solidFill>
          <a:latin typeface="+mn-lt"/>
          <a:ea typeface="+mn-ea"/>
          <a:cs typeface="+mn-cs"/>
        </a:defRPr>
      </a:lvl7pPr>
      <a:lvl8pPr marL="1968246" algn="l" defTabSz="562356" rtl="0" eaLnBrk="1" latinLnBrk="0" hangingPunct="1">
        <a:defRPr sz="1107" kern="1200">
          <a:solidFill>
            <a:schemeClr val="tx1"/>
          </a:solidFill>
          <a:latin typeface="+mn-lt"/>
          <a:ea typeface="+mn-ea"/>
          <a:cs typeface="+mn-cs"/>
        </a:defRPr>
      </a:lvl8pPr>
      <a:lvl9pPr marL="2249424" algn="l" defTabSz="562356" rtl="0" eaLnBrk="1" latinLnBrk="0" hangingPunct="1">
        <a:defRPr sz="110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 68">
            <a:extLst>
              <a:ext uri="{FF2B5EF4-FFF2-40B4-BE49-F238E27FC236}">
                <a16:creationId xmlns:a16="http://schemas.microsoft.com/office/drawing/2014/main" id="{667D75A8-C678-4EFB-ADF9-8EDC5097A7C3}"/>
              </a:ext>
            </a:extLst>
          </p:cNvPr>
          <p:cNvSpPr/>
          <p:nvPr/>
        </p:nvSpPr>
        <p:spPr>
          <a:xfrm>
            <a:off x="196820" y="411771"/>
            <a:ext cx="1781735" cy="95474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 * 8 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A8313359-B164-4628-99E5-1505D9786D87}"/>
              </a:ext>
            </a:extLst>
          </p:cNvPr>
          <p:cNvSpPr/>
          <p:nvPr/>
        </p:nvSpPr>
        <p:spPr>
          <a:xfrm>
            <a:off x="1978555" y="411770"/>
            <a:ext cx="1781735" cy="95474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 * 8 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14618ED-F03E-43D6-B459-A0E539707D8C}"/>
              </a:ext>
            </a:extLst>
          </p:cNvPr>
          <p:cNvSpPr/>
          <p:nvPr/>
        </p:nvSpPr>
        <p:spPr>
          <a:xfrm>
            <a:off x="3760290" y="411770"/>
            <a:ext cx="1781735" cy="95474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 * 8 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55E56738-A0B1-4A32-B53F-8BA078A6E526}"/>
              </a:ext>
            </a:extLst>
          </p:cNvPr>
          <p:cNvSpPr/>
          <p:nvPr/>
        </p:nvSpPr>
        <p:spPr>
          <a:xfrm>
            <a:off x="196820" y="1366512"/>
            <a:ext cx="1781735" cy="95474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 * 8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4EE69DCA-493D-4167-B3EB-FDECA41B7338}"/>
              </a:ext>
            </a:extLst>
          </p:cNvPr>
          <p:cNvSpPr/>
          <p:nvPr/>
        </p:nvSpPr>
        <p:spPr>
          <a:xfrm>
            <a:off x="1978555" y="1366511"/>
            <a:ext cx="1781735" cy="95474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 * 8 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9F67DAD3-13E5-4D73-B114-3C2FE577CD92}"/>
              </a:ext>
            </a:extLst>
          </p:cNvPr>
          <p:cNvSpPr/>
          <p:nvPr/>
        </p:nvSpPr>
        <p:spPr>
          <a:xfrm>
            <a:off x="3760290" y="1366511"/>
            <a:ext cx="1781735" cy="95474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 * 8 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DB923BE-042D-4C9B-97B5-83B9FB206135}"/>
              </a:ext>
            </a:extLst>
          </p:cNvPr>
          <p:cNvSpPr txBox="1"/>
          <p:nvPr/>
        </p:nvSpPr>
        <p:spPr>
          <a:xfrm>
            <a:off x="520339" y="104312"/>
            <a:ext cx="11346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</a:rPr>
              <a:t>*</a:t>
            </a:r>
            <a:r>
              <a:rPr lang="en-US" sz="10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</a:rPr>
              <a:t>left_padding</a:t>
            </a:r>
            <a:endParaRPr lang="en-US" sz="1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 pitchFamily="49" charset="0"/>
            </a:endParaRPr>
          </a:p>
          <a:p>
            <a:endParaRPr lang="en-US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5E78578-27AF-4555-ADEC-313142CE60EF}"/>
              </a:ext>
            </a:extLst>
          </p:cNvPr>
          <p:cNvSpPr txBox="1"/>
          <p:nvPr/>
        </p:nvSpPr>
        <p:spPr>
          <a:xfrm>
            <a:off x="2611537" y="123825"/>
            <a:ext cx="51576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</a:rPr>
              <a:t>*</a:t>
            </a:r>
            <a:r>
              <a:rPr lang="en-US" sz="10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</a:rPr>
              <a:t>inL</a:t>
            </a:r>
            <a:endParaRPr lang="en-US" dirty="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FF6ACB99-1C0F-4106-9B96-2538EB406652}"/>
              </a:ext>
            </a:extLst>
          </p:cNvPr>
          <p:cNvSpPr/>
          <p:nvPr/>
        </p:nvSpPr>
        <p:spPr>
          <a:xfrm>
            <a:off x="5542023" y="411770"/>
            <a:ext cx="1781735" cy="95474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 * 8 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D8B4EFF5-80AE-4DF9-9185-4B7346168493}"/>
              </a:ext>
            </a:extLst>
          </p:cNvPr>
          <p:cNvSpPr/>
          <p:nvPr/>
        </p:nvSpPr>
        <p:spPr>
          <a:xfrm>
            <a:off x="5542023" y="1366511"/>
            <a:ext cx="1781735" cy="95474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 * 8 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2A24077-BE34-4E35-B1F9-8A29983CB0C4}"/>
              </a:ext>
            </a:extLst>
          </p:cNvPr>
          <p:cNvSpPr txBox="1"/>
          <p:nvPr/>
        </p:nvSpPr>
        <p:spPr>
          <a:xfrm>
            <a:off x="5840271" y="100012"/>
            <a:ext cx="11852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</a:rPr>
              <a:t>*</a:t>
            </a:r>
            <a:r>
              <a:rPr lang="en-US" sz="10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</a:rPr>
              <a:t>right_padding</a:t>
            </a:r>
            <a:endParaRPr lang="en-US" sz="1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 pitchFamily="49" charset="0"/>
            </a:endParaRPr>
          </a:p>
          <a:p>
            <a:endParaRPr lang="en-US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99627BB-5382-498E-A3EF-F20DD0D8A747}"/>
              </a:ext>
            </a:extLst>
          </p:cNvPr>
          <p:cNvSpPr txBox="1"/>
          <p:nvPr/>
        </p:nvSpPr>
        <p:spPr>
          <a:xfrm>
            <a:off x="4393272" y="115401"/>
            <a:ext cx="51576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</a:rPr>
              <a:t>*</a:t>
            </a:r>
            <a:r>
              <a:rPr lang="en-US" sz="10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</a:rPr>
              <a:t>inR</a:t>
            </a:r>
            <a:endParaRPr lang="en-US" dirty="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1AD7EB90-8066-4B36-B145-D5AB2B611EB9}"/>
              </a:ext>
            </a:extLst>
          </p:cNvPr>
          <p:cNvSpPr/>
          <p:nvPr/>
        </p:nvSpPr>
        <p:spPr>
          <a:xfrm>
            <a:off x="196818" y="2321253"/>
            <a:ext cx="1781735" cy="95474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 * 8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A7ED20A8-B044-4860-96C0-1D47E2EB1CF1}"/>
              </a:ext>
            </a:extLst>
          </p:cNvPr>
          <p:cNvSpPr/>
          <p:nvPr/>
        </p:nvSpPr>
        <p:spPr>
          <a:xfrm>
            <a:off x="1978553" y="2321252"/>
            <a:ext cx="1781735" cy="95474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 * 8 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B08FF352-27CC-4EF5-AEFE-236FB8299764}"/>
              </a:ext>
            </a:extLst>
          </p:cNvPr>
          <p:cNvSpPr/>
          <p:nvPr/>
        </p:nvSpPr>
        <p:spPr>
          <a:xfrm>
            <a:off x="3760288" y="2321252"/>
            <a:ext cx="1781735" cy="95474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 * 8 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4B6B805A-34EE-4F0A-9CA5-9433820BFDF7}"/>
              </a:ext>
            </a:extLst>
          </p:cNvPr>
          <p:cNvSpPr/>
          <p:nvPr/>
        </p:nvSpPr>
        <p:spPr>
          <a:xfrm>
            <a:off x="196818" y="3275994"/>
            <a:ext cx="1781735" cy="95474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 * 8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1F93C9D8-9EF6-4623-93FB-2807A9EEB0B1}"/>
              </a:ext>
            </a:extLst>
          </p:cNvPr>
          <p:cNvSpPr/>
          <p:nvPr/>
        </p:nvSpPr>
        <p:spPr>
          <a:xfrm>
            <a:off x="1978553" y="3275993"/>
            <a:ext cx="1781735" cy="95474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 * 8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C0F3AC4B-D336-481F-B5DA-C20D0E51A962}"/>
              </a:ext>
            </a:extLst>
          </p:cNvPr>
          <p:cNvSpPr/>
          <p:nvPr/>
        </p:nvSpPr>
        <p:spPr>
          <a:xfrm>
            <a:off x="3760288" y="3275993"/>
            <a:ext cx="1781735" cy="95474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 * 8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A0988CAB-3369-416D-BCEE-18650A5CC1FC}"/>
              </a:ext>
            </a:extLst>
          </p:cNvPr>
          <p:cNvSpPr/>
          <p:nvPr/>
        </p:nvSpPr>
        <p:spPr>
          <a:xfrm>
            <a:off x="5542021" y="2321252"/>
            <a:ext cx="1781735" cy="95474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 * 8 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0DC49C36-730B-408D-881A-D9A05715D175}"/>
              </a:ext>
            </a:extLst>
          </p:cNvPr>
          <p:cNvSpPr/>
          <p:nvPr/>
        </p:nvSpPr>
        <p:spPr>
          <a:xfrm>
            <a:off x="5542021" y="3275993"/>
            <a:ext cx="1781735" cy="95474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 * 8</a:t>
            </a:r>
          </a:p>
        </p:txBody>
      </p:sp>
    </p:spTree>
    <p:extLst>
      <p:ext uri="{BB962C8B-B14F-4D97-AF65-F5344CB8AC3E}">
        <p14:creationId xmlns:p14="http://schemas.microsoft.com/office/powerpoint/2010/main" val="6185702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</TotalTime>
  <Words>60</Words>
  <Application>Microsoft Office PowerPoint</Application>
  <PresentationFormat>Custom</PresentationFormat>
  <Paragraphs>20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Consolas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Xi Zhang(张熙-Peter)</dc:creator>
  <cp:lastModifiedBy>Xi Zhang(张熙-Peter)</cp:lastModifiedBy>
  <cp:revision>1</cp:revision>
  <dcterms:created xsi:type="dcterms:W3CDTF">2022-05-02T12:43:48Z</dcterms:created>
  <dcterms:modified xsi:type="dcterms:W3CDTF">2022-05-02T12:46:25Z</dcterms:modified>
</cp:coreProperties>
</file>