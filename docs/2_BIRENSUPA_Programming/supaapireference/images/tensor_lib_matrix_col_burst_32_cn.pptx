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1143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99" autoAdjust="0"/>
    <p:restoredTop sz="94660"/>
  </p:normalViewPr>
  <p:slideViewPr>
    <p:cSldViewPr snapToGrid="0">
      <p:cViewPr varScale="1">
        <p:scale>
          <a:sx n="95" d="100"/>
          <a:sy n="95" d="100"/>
        </p:scale>
        <p:origin x="45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870605"/>
            <a:ext cx="5829300" cy="397933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003397"/>
            <a:ext cx="5143500" cy="275960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44C0-2282-4EB3-99BC-1BBD9C9BA163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FF42-634F-4C6D-9DD5-BD70C7E08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646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44C0-2282-4EB3-99BC-1BBD9C9BA163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FF42-634F-4C6D-9DD5-BD70C7E08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243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849566"/>
            <a:ext cx="5915025" cy="475456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7649107"/>
            <a:ext cx="5915025" cy="250031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44C0-2282-4EB3-99BC-1BBD9C9BA163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FF42-634F-4C6D-9DD5-BD70C7E08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6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042708"/>
            <a:ext cx="2914650" cy="7252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042708"/>
            <a:ext cx="2914650" cy="7252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44C0-2282-4EB3-99BC-1BBD9C9BA163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FF42-634F-4C6D-9DD5-BD70C7E08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14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8544"/>
            <a:ext cx="5915025" cy="22092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801938"/>
            <a:ext cx="2901255" cy="13731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175125"/>
            <a:ext cx="2901255" cy="6140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801938"/>
            <a:ext cx="2915543" cy="13731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175125"/>
            <a:ext cx="2915543" cy="6140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44C0-2282-4EB3-99BC-1BBD9C9BA163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FF42-634F-4C6D-9DD5-BD70C7E08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80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44C0-2282-4EB3-99BC-1BBD9C9BA163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FF42-634F-4C6D-9DD5-BD70C7E08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25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44C0-2282-4EB3-99BC-1BBD9C9BA163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FF42-634F-4C6D-9DD5-BD70C7E08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495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762000"/>
            <a:ext cx="2211884" cy="26670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645711"/>
            <a:ext cx="3471863" cy="8122708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429000"/>
            <a:ext cx="2211884" cy="635264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44C0-2282-4EB3-99BC-1BBD9C9BA163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FF42-634F-4C6D-9DD5-BD70C7E08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25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762000"/>
            <a:ext cx="2211884" cy="26670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645711"/>
            <a:ext cx="3471863" cy="8122708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429000"/>
            <a:ext cx="2211884" cy="635264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44C0-2282-4EB3-99BC-1BBD9C9BA163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FF42-634F-4C6D-9DD5-BD70C7E08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37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44C0-2282-4EB3-99BC-1BBD9C9BA163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FF42-634F-4C6D-9DD5-BD70C7E08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396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08542"/>
            <a:ext cx="1478756" cy="96863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08542"/>
            <a:ext cx="4350544" cy="96863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44C0-2282-4EB3-99BC-1BBD9C9BA163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FF42-634F-4C6D-9DD5-BD70C7E08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3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08544"/>
            <a:ext cx="5915025" cy="2209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042708"/>
            <a:ext cx="5915025" cy="7252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0593919"/>
            <a:ext cx="154305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C44C0-2282-4EB3-99BC-1BBD9C9BA163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0593919"/>
            <a:ext cx="2314575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0593919"/>
            <a:ext cx="154305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2FF42-634F-4C6D-9DD5-BD70C7E08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95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" name="Table 8">
            <a:extLst>
              <a:ext uri="{FF2B5EF4-FFF2-40B4-BE49-F238E27FC236}">
                <a16:creationId xmlns:a16="http://schemas.microsoft.com/office/drawing/2014/main" id="{C67C0063-72A1-487B-B3C3-A8AA903C3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247297"/>
              </p:ext>
            </p:extLst>
          </p:nvPr>
        </p:nvGraphicFramePr>
        <p:xfrm>
          <a:off x="469466" y="858263"/>
          <a:ext cx="2560320" cy="3733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7100848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720704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6669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039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281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1525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263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4637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427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1418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7111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9371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7298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4601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5111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1780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3647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444515"/>
                  </a:ext>
                </a:extLst>
              </a:tr>
              <a:tr h="36576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2KB</a:t>
                      </a:r>
                      <a:r>
                        <a:rPr lang="zh-CN" altLang="en-US" sz="1200" dirty="0"/>
                        <a:t>对齐数据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177500"/>
                  </a:ext>
                </a:extLst>
              </a:tr>
            </a:tbl>
          </a:graphicData>
        </a:graphic>
      </p:graphicFrame>
      <p:sp>
        <p:nvSpPr>
          <p:cNvPr id="83" name="TextBox 82">
            <a:extLst>
              <a:ext uri="{FF2B5EF4-FFF2-40B4-BE49-F238E27FC236}">
                <a16:creationId xmlns:a16="http://schemas.microsoft.com/office/drawing/2014/main" id="{8E9C2FBF-B08A-4596-A31D-25FCC1DDB6D2}"/>
              </a:ext>
            </a:extLst>
          </p:cNvPr>
          <p:cNvSpPr txBox="1"/>
          <p:nvPr/>
        </p:nvSpPr>
        <p:spPr>
          <a:xfrm>
            <a:off x="490767" y="68085"/>
            <a:ext cx="2411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映射到一个流式处理器簇一次读取或存储的数据块</a:t>
            </a:r>
            <a:endParaRPr lang="en-US" altLang="zh-CN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FP32/int/</a:t>
            </a:r>
            <a:r>
              <a:rPr lang="en-US" altLang="zh-CN" sz="12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uint</a:t>
            </a:r>
            <a:r>
              <a:rPr lang="en-US" altLang="zh-CN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Burst1</a:t>
            </a:r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D5F5DDA4-36EF-46B6-9973-31562EF8E1A4}"/>
              </a:ext>
            </a:extLst>
          </p:cNvPr>
          <p:cNvCxnSpPr>
            <a:cxnSpLocks/>
          </p:cNvCxnSpPr>
          <p:nvPr/>
        </p:nvCxnSpPr>
        <p:spPr>
          <a:xfrm>
            <a:off x="442376" y="699027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4C353D6A-442F-4080-8FAF-3AE59A27068B}"/>
              </a:ext>
            </a:extLst>
          </p:cNvPr>
          <p:cNvSpPr txBox="1"/>
          <p:nvPr/>
        </p:nvSpPr>
        <p:spPr>
          <a:xfrm>
            <a:off x="871867" y="580274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D422005-47A3-49F7-BED7-AF45B647FCB5}"/>
              </a:ext>
            </a:extLst>
          </p:cNvPr>
          <p:cNvCxnSpPr>
            <a:cxnSpLocks/>
          </p:cNvCxnSpPr>
          <p:nvPr/>
        </p:nvCxnSpPr>
        <p:spPr>
          <a:xfrm>
            <a:off x="307641" y="826495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ED8EEA90-313A-4979-9D04-615C2ED53DEA}"/>
              </a:ext>
            </a:extLst>
          </p:cNvPr>
          <p:cNvSpPr txBox="1"/>
          <p:nvPr/>
        </p:nvSpPr>
        <p:spPr>
          <a:xfrm>
            <a:off x="160522" y="1149836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graphicFrame>
        <p:nvGraphicFramePr>
          <p:cNvPr id="88" name="Table 3">
            <a:extLst>
              <a:ext uri="{FF2B5EF4-FFF2-40B4-BE49-F238E27FC236}">
                <a16:creationId xmlns:a16="http://schemas.microsoft.com/office/drawing/2014/main" id="{EB5890E5-C084-4FEA-A84E-1F55929336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810904"/>
              </p:ext>
            </p:extLst>
          </p:nvPr>
        </p:nvGraphicFramePr>
        <p:xfrm>
          <a:off x="4732555" y="822925"/>
          <a:ext cx="1188720" cy="4754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10528953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0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altLang="zh-CN" sz="900" dirty="0"/>
                        <a:t>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9090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0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3735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0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5457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0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5775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3 </a:t>
                      </a:r>
                      <a:r>
                        <a:rPr lang="zh-CN" altLang="en-US" sz="900" dirty="0"/>
                        <a:t>数据块数据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5505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4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09829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4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652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4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358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4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6652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3 </a:t>
                      </a:r>
                      <a:r>
                        <a:rPr lang="zh-CN" altLang="en-US" sz="900" dirty="0"/>
                        <a:t>数据块数据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5889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8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7724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8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425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8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1382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8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92855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3 </a:t>
                      </a:r>
                      <a:r>
                        <a:rPr lang="zh-CN" altLang="en-US" sz="900" dirty="0"/>
                        <a:t>数据块数据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7669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12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7393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12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767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12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1379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12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831329"/>
                  </a:ext>
                </a:extLst>
              </a:tr>
            </a:tbl>
          </a:graphicData>
        </a:graphic>
      </p:graphicFrame>
      <p:sp>
        <p:nvSpPr>
          <p:cNvPr id="89" name="TextBox 88">
            <a:extLst>
              <a:ext uri="{FF2B5EF4-FFF2-40B4-BE49-F238E27FC236}">
                <a16:creationId xmlns:a16="http://schemas.microsoft.com/office/drawing/2014/main" id="{67A4310D-8213-4D88-84D9-3CBF87D9DB9B}"/>
              </a:ext>
            </a:extLst>
          </p:cNvPr>
          <p:cNvSpPr txBox="1"/>
          <p:nvPr/>
        </p:nvSpPr>
        <p:spPr>
          <a:xfrm>
            <a:off x="4364135" y="9540"/>
            <a:ext cx="2390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映射到一个线程束一次读取或存储的数据子块</a:t>
            </a:r>
            <a:br>
              <a:rPr lang="en-US" altLang="zh-CN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FP32/int/</a:t>
            </a:r>
            <a:r>
              <a:rPr lang="en-US" altLang="zh-CN" sz="12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uint</a:t>
            </a:r>
            <a:r>
              <a:rPr lang="en-US" altLang="zh-CN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Burst1</a:t>
            </a:r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) 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67854B9-B988-4978-B974-969F62BCA68B}"/>
              </a:ext>
            </a:extLst>
          </p:cNvPr>
          <p:cNvCxnSpPr>
            <a:cxnSpLocks/>
          </p:cNvCxnSpPr>
          <p:nvPr/>
        </p:nvCxnSpPr>
        <p:spPr>
          <a:xfrm>
            <a:off x="4713415" y="681671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54FCD307-45C2-4D6C-8EA6-400A7D0AF13B}"/>
              </a:ext>
            </a:extLst>
          </p:cNvPr>
          <p:cNvSpPr txBox="1"/>
          <p:nvPr/>
        </p:nvSpPr>
        <p:spPr>
          <a:xfrm>
            <a:off x="5142906" y="562918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2191F39-C511-4B64-9866-70D0D6A390C9}"/>
              </a:ext>
            </a:extLst>
          </p:cNvPr>
          <p:cNvCxnSpPr>
            <a:cxnSpLocks/>
          </p:cNvCxnSpPr>
          <p:nvPr/>
        </p:nvCxnSpPr>
        <p:spPr>
          <a:xfrm>
            <a:off x="4578680" y="809139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BFBE3EB8-0A02-43DB-A501-8EAD27C18A1C}"/>
              </a:ext>
            </a:extLst>
          </p:cNvPr>
          <p:cNvSpPr txBox="1"/>
          <p:nvPr/>
        </p:nvSpPr>
        <p:spPr>
          <a:xfrm>
            <a:off x="4431561" y="1132480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281468A-FB49-4E9D-A42C-F7C9B34028FA}"/>
              </a:ext>
            </a:extLst>
          </p:cNvPr>
          <p:cNvSpPr txBox="1"/>
          <p:nvPr/>
        </p:nvSpPr>
        <p:spPr>
          <a:xfrm>
            <a:off x="4819741" y="3103365"/>
            <a:ext cx="323165" cy="24622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/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B893CD9-3502-4116-8BBD-701A0F5B18D9}"/>
              </a:ext>
            </a:extLst>
          </p:cNvPr>
          <p:cNvSpPr txBox="1"/>
          <p:nvPr/>
        </p:nvSpPr>
        <p:spPr>
          <a:xfrm>
            <a:off x="4789532" y="1824216"/>
            <a:ext cx="323165" cy="24622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/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96E0CAD-E6C7-4265-A9C3-2A62EFB65B81}"/>
              </a:ext>
            </a:extLst>
          </p:cNvPr>
          <p:cNvSpPr txBox="1"/>
          <p:nvPr/>
        </p:nvSpPr>
        <p:spPr>
          <a:xfrm>
            <a:off x="4819741" y="4384618"/>
            <a:ext cx="323165" cy="24622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/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…</a:t>
            </a:r>
          </a:p>
        </p:txBody>
      </p:sp>
      <p:graphicFrame>
        <p:nvGraphicFramePr>
          <p:cNvPr id="97" name="Table 96">
            <a:extLst>
              <a:ext uri="{FF2B5EF4-FFF2-40B4-BE49-F238E27FC236}">
                <a16:creationId xmlns:a16="http://schemas.microsoft.com/office/drawing/2014/main" id="{011C39B9-01F8-4506-AA66-06D30B0DE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29159"/>
              </p:ext>
            </p:extLst>
          </p:nvPr>
        </p:nvGraphicFramePr>
        <p:xfrm>
          <a:off x="3501347" y="2571234"/>
          <a:ext cx="45720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</a:tbl>
          </a:graphicData>
        </a:graphic>
      </p:graphicFrame>
      <p:sp>
        <p:nvSpPr>
          <p:cNvPr id="98" name="TextBox 97">
            <a:extLst>
              <a:ext uri="{FF2B5EF4-FFF2-40B4-BE49-F238E27FC236}">
                <a16:creationId xmlns:a16="http://schemas.microsoft.com/office/drawing/2014/main" id="{51A984CD-1E6F-476D-A109-95EFE9FBF928}"/>
              </a:ext>
            </a:extLst>
          </p:cNvPr>
          <p:cNvSpPr txBox="1"/>
          <p:nvPr/>
        </p:nvSpPr>
        <p:spPr>
          <a:xfrm>
            <a:off x="3423351" y="2294235"/>
            <a:ext cx="11553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Burst1 </a:t>
            </a:r>
            <a:r>
              <a:rPr lang="zh-CN" alt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7B5DC545-E181-40F3-AD71-9206820379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682012"/>
              </p:ext>
            </p:extLst>
          </p:nvPr>
        </p:nvGraphicFramePr>
        <p:xfrm>
          <a:off x="3500065" y="8230888"/>
          <a:ext cx="91440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</a:tbl>
          </a:graphicData>
        </a:graphic>
      </p:graphicFrame>
      <p:sp>
        <p:nvSpPr>
          <p:cNvPr id="100" name="TextBox 99">
            <a:extLst>
              <a:ext uri="{FF2B5EF4-FFF2-40B4-BE49-F238E27FC236}">
                <a16:creationId xmlns:a16="http://schemas.microsoft.com/office/drawing/2014/main" id="{7524AE7D-C0F8-4012-AB53-3B1EDE13C3BD}"/>
              </a:ext>
            </a:extLst>
          </p:cNvPr>
          <p:cNvSpPr txBox="1"/>
          <p:nvPr/>
        </p:nvSpPr>
        <p:spPr>
          <a:xfrm>
            <a:off x="3422069" y="7953889"/>
            <a:ext cx="11566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Burst4 </a:t>
            </a:r>
            <a:r>
              <a:rPr lang="zh-CN" alt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1" name="Table 100">
            <a:extLst>
              <a:ext uri="{FF2B5EF4-FFF2-40B4-BE49-F238E27FC236}">
                <a16:creationId xmlns:a16="http://schemas.microsoft.com/office/drawing/2014/main" id="{44C2CB19-2879-48C1-B8F5-3D708B92E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947930"/>
              </p:ext>
            </p:extLst>
          </p:nvPr>
        </p:nvGraphicFramePr>
        <p:xfrm>
          <a:off x="3500065" y="7675847"/>
          <a:ext cx="45720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</a:tbl>
          </a:graphicData>
        </a:graphic>
      </p:graphicFrame>
      <p:sp>
        <p:nvSpPr>
          <p:cNvPr id="102" name="TextBox 101">
            <a:extLst>
              <a:ext uri="{FF2B5EF4-FFF2-40B4-BE49-F238E27FC236}">
                <a16:creationId xmlns:a16="http://schemas.microsoft.com/office/drawing/2014/main" id="{1D33C309-4B52-4A42-B4DB-52F264CC505C}"/>
              </a:ext>
            </a:extLst>
          </p:cNvPr>
          <p:cNvSpPr txBox="1"/>
          <p:nvPr/>
        </p:nvSpPr>
        <p:spPr>
          <a:xfrm>
            <a:off x="3422069" y="7398848"/>
            <a:ext cx="10389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urst</a:t>
            </a:r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3" name="Table 3">
            <a:extLst>
              <a:ext uri="{FF2B5EF4-FFF2-40B4-BE49-F238E27FC236}">
                <a16:creationId xmlns:a16="http://schemas.microsoft.com/office/drawing/2014/main" id="{460E7F98-174D-49FA-8E40-F15EAE5D6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128868"/>
              </p:ext>
            </p:extLst>
          </p:nvPr>
        </p:nvGraphicFramePr>
        <p:xfrm>
          <a:off x="4762060" y="6507157"/>
          <a:ext cx="1188720" cy="4754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10528953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0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altLang="zh-CN" sz="900" dirty="0"/>
                        <a:t>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9090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0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3735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0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5457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0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5775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3 </a:t>
                      </a:r>
                      <a:r>
                        <a:rPr lang="zh-CN" altLang="en-US" sz="900" dirty="0"/>
                        <a:t>数据块数据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5505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4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09829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4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652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4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358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4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6652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3 </a:t>
                      </a:r>
                      <a:r>
                        <a:rPr lang="zh-CN" altLang="en-US" sz="900" dirty="0"/>
                        <a:t>数据块数据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5889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8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7724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8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425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8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1382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8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92855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3 </a:t>
                      </a:r>
                      <a:r>
                        <a:rPr lang="zh-CN" altLang="en-US" sz="900" dirty="0"/>
                        <a:t>数据块数据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7669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12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7393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12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767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12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1379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zh-CN" altLang="en-US" sz="900" dirty="0"/>
                        <a:t>数据块</a:t>
                      </a:r>
                      <a:r>
                        <a:rPr lang="en-US" sz="900" dirty="0"/>
                        <a:t>12 </a:t>
                      </a:r>
                      <a:r>
                        <a:rPr lang="zh-CN" altLang="en-US" sz="900" dirty="0"/>
                        <a:t>数据子块</a:t>
                      </a:r>
                      <a:r>
                        <a:rPr lang="en-US" sz="9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831329"/>
                  </a:ext>
                </a:extLst>
              </a:tr>
            </a:tbl>
          </a:graphicData>
        </a:graphic>
      </p:graphicFrame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C2AC02FE-FE16-4F01-B08A-70F312C5C034}"/>
              </a:ext>
            </a:extLst>
          </p:cNvPr>
          <p:cNvCxnSpPr>
            <a:cxnSpLocks/>
          </p:cNvCxnSpPr>
          <p:nvPr/>
        </p:nvCxnSpPr>
        <p:spPr>
          <a:xfrm>
            <a:off x="4742920" y="6365903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D0BAD367-17E5-4C6A-A1A7-591684824E61}"/>
              </a:ext>
            </a:extLst>
          </p:cNvPr>
          <p:cNvSpPr txBox="1"/>
          <p:nvPr/>
        </p:nvSpPr>
        <p:spPr>
          <a:xfrm>
            <a:off x="5172411" y="6247150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E5AF87C0-3DD8-41E1-B394-A75D7093D400}"/>
              </a:ext>
            </a:extLst>
          </p:cNvPr>
          <p:cNvCxnSpPr>
            <a:cxnSpLocks/>
          </p:cNvCxnSpPr>
          <p:nvPr/>
        </p:nvCxnSpPr>
        <p:spPr>
          <a:xfrm>
            <a:off x="4608185" y="6493371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EE8ABE4C-7BD1-4F7D-AB3A-E202065230F2}"/>
              </a:ext>
            </a:extLst>
          </p:cNvPr>
          <p:cNvSpPr txBox="1"/>
          <p:nvPr/>
        </p:nvSpPr>
        <p:spPr>
          <a:xfrm>
            <a:off x="4461066" y="6816712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7C494B2-F17D-48AF-8A4A-63BD715EAA62}"/>
              </a:ext>
            </a:extLst>
          </p:cNvPr>
          <p:cNvSpPr txBox="1"/>
          <p:nvPr/>
        </p:nvSpPr>
        <p:spPr>
          <a:xfrm>
            <a:off x="4838058" y="7509715"/>
            <a:ext cx="323165" cy="27432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/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DA5291A-BBB3-4C9B-A13C-1BBF5B354752}"/>
              </a:ext>
            </a:extLst>
          </p:cNvPr>
          <p:cNvSpPr txBox="1"/>
          <p:nvPr/>
        </p:nvSpPr>
        <p:spPr>
          <a:xfrm>
            <a:off x="4833264" y="8794174"/>
            <a:ext cx="323165" cy="27432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/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36B52F5-E915-4917-A66F-DD74BD592FB6}"/>
              </a:ext>
            </a:extLst>
          </p:cNvPr>
          <p:cNvSpPr txBox="1"/>
          <p:nvPr/>
        </p:nvSpPr>
        <p:spPr>
          <a:xfrm>
            <a:off x="4840504" y="10068731"/>
            <a:ext cx="323165" cy="27432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/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…</a:t>
            </a:r>
          </a:p>
        </p:txBody>
      </p:sp>
      <p:graphicFrame>
        <p:nvGraphicFramePr>
          <p:cNvPr id="115" name="Table 8">
            <a:extLst>
              <a:ext uri="{FF2B5EF4-FFF2-40B4-BE49-F238E27FC236}">
                <a16:creationId xmlns:a16="http://schemas.microsoft.com/office/drawing/2014/main" id="{F1917F23-1A06-4EA7-AD1A-90B575A99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974424"/>
              </p:ext>
            </p:extLst>
          </p:nvPr>
        </p:nvGraphicFramePr>
        <p:xfrm>
          <a:off x="435944" y="6525139"/>
          <a:ext cx="2560320" cy="3733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7100848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720704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6669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039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281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1525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263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4637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427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1418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7111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9371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7298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4601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5111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1780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3647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/>
                        <a:t>数据块</a:t>
                      </a:r>
                      <a:r>
                        <a:rPr lang="en-US" sz="700" dirty="0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444515"/>
                  </a:ext>
                </a:extLst>
              </a:tr>
              <a:tr h="36576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2KB</a:t>
                      </a:r>
                      <a:r>
                        <a:rPr lang="zh-CN" altLang="en-US" sz="1200" dirty="0"/>
                        <a:t>对齐数据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177500"/>
                  </a:ext>
                </a:extLst>
              </a:tr>
            </a:tbl>
          </a:graphicData>
        </a:graphic>
      </p:graphicFrame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919C4E0-0D59-4246-B479-EB84ED3F258D}"/>
              </a:ext>
            </a:extLst>
          </p:cNvPr>
          <p:cNvCxnSpPr>
            <a:cxnSpLocks/>
          </p:cNvCxnSpPr>
          <p:nvPr/>
        </p:nvCxnSpPr>
        <p:spPr>
          <a:xfrm>
            <a:off x="408854" y="6365903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99053687-C484-4198-A328-747C81025A2F}"/>
              </a:ext>
            </a:extLst>
          </p:cNvPr>
          <p:cNvSpPr txBox="1"/>
          <p:nvPr/>
        </p:nvSpPr>
        <p:spPr>
          <a:xfrm>
            <a:off x="838345" y="6247150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ABD735-CE8A-45A3-AA42-998587D995DA}"/>
              </a:ext>
            </a:extLst>
          </p:cNvPr>
          <p:cNvCxnSpPr>
            <a:cxnSpLocks/>
          </p:cNvCxnSpPr>
          <p:nvPr/>
        </p:nvCxnSpPr>
        <p:spPr>
          <a:xfrm>
            <a:off x="274119" y="6493371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E8897C11-393C-4C6C-B550-9F74A2767C8A}"/>
              </a:ext>
            </a:extLst>
          </p:cNvPr>
          <p:cNvSpPr txBox="1"/>
          <p:nvPr/>
        </p:nvSpPr>
        <p:spPr>
          <a:xfrm>
            <a:off x="127000" y="6816712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05386E1-9789-455E-86B1-6BD2534C6634}"/>
              </a:ext>
            </a:extLst>
          </p:cNvPr>
          <p:cNvSpPr txBox="1"/>
          <p:nvPr/>
        </p:nvSpPr>
        <p:spPr>
          <a:xfrm>
            <a:off x="442376" y="5697357"/>
            <a:ext cx="2415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映射到一个流式处理器簇一次读取或存储的数据块</a:t>
            </a:r>
            <a:endParaRPr lang="en-US" altLang="zh-CN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FP32/int/</a:t>
            </a:r>
            <a:r>
              <a:rPr lang="en-US" altLang="zh-CN" sz="12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uint</a:t>
            </a:r>
            <a:r>
              <a:rPr lang="en-US" altLang="zh-CN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Burst2/Burst4</a:t>
            </a:r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8" name="TextBox 88">
            <a:extLst>
              <a:ext uri="{FF2B5EF4-FFF2-40B4-BE49-F238E27FC236}">
                <a16:creationId xmlns:a16="http://schemas.microsoft.com/office/drawing/2014/main" id="{67A4310D-8213-4D88-84D9-3CBF87D9DB9B}"/>
              </a:ext>
            </a:extLst>
          </p:cNvPr>
          <p:cNvSpPr txBox="1"/>
          <p:nvPr/>
        </p:nvSpPr>
        <p:spPr>
          <a:xfrm>
            <a:off x="4271347" y="5669584"/>
            <a:ext cx="2390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映射到一个线程束一次读取或存储的数据子块</a:t>
            </a:r>
            <a:br>
              <a:rPr lang="en-US" altLang="zh-CN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2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FP32/int/</a:t>
            </a:r>
            <a:r>
              <a:rPr lang="en-US" altLang="zh-CN" sz="12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uint</a:t>
            </a:r>
            <a:r>
              <a:rPr lang="en-US" altLang="zh-CN" sz="120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Burst2/Burst4</a:t>
            </a:r>
            <a:r>
              <a:rPr lang="en-US" sz="120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) 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441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474</Words>
  <Application>Microsoft Office PowerPoint</Application>
  <PresentationFormat>自定义</PresentationFormat>
  <Paragraphs>97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Xi Zhang(张熙-Peter)</cp:lastModifiedBy>
  <cp:revision>10</cp:revision>
  <dcterms:created xsi:type="dcterms:W3CDTF">2022-04-14T02:56:15Z</dcterms:created>
  <dcterms:modified xsi:type="dcterms:W3CDTF">2023-04-10T08:51:32Z</dcterms:modified>
</cp:coreProperties>
</file>