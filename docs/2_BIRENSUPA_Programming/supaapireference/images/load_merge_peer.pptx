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</p:sldIdLst>
  <p:sldSz cx="6583363" cy="292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>
        <p:scale>
          <a:sx n="150" d="100"/>
          <a:sy n="150" d="100"/>
        </p:scale>
        <p:origin x="348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21" y="478823"/>
            <a:ext cx="4937522" cy="1018599"/>
          </a:xfrm>
        </p:spPr>
        <p:txBody>
          <a:bodyPr anchor="b"/>
          <a:lstStyle>
            <a:lvl1pPr algn="ctr"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1536703"/>
            <a:ext cx="4937522" cy="706382"/>
          </a:xfrm>
        </p:spPr>
        <p:txBody>
          <a:bodyPr/>
          <a:lstStyle>
            <a:lvl1pPr marL="0" indent="0" algn="ctr">
              <a:buNone/>
              <a:defRPr sz="1024"/>
            </a:lvl1pPr>
            <a:lvl2pPr marL="195042" indent="0" algn="ctr">
              <a:buNone/>
              <a:defRPr sz="853"/>
            </a:lvl2pPr>
            <a:lvl3pPr marL="390083" indent="0" algn="ctr">
              <a:buNone/>
              <a:defRPr sz="768"/>
            </a:lvl3pPr>
            <a:lvl4pPr marL="585125" indent="0" algn="ctr">
              <a:buNone/>
              <a:defRPr sz="683"/>
            </a:lvl4pPr>
            <a:lvl5pPr marL="780166" indent="0" algn="ctr">
              <a:buNone/>
              <a:defRPr sz="683"/>
            </a:lvl5pPr>
            <a:lvl6pPr marL="975208" indent="0" algn="ctr">
              <a:buNone/>
              <a:defRPr sz="683"/>
            </a:lvl6pPr>
            <a:lvl7pPr marL="1170249" indent="0" algn="ctr">
              <a:buNone/>
              <a:defRPr sz="683"/>
            </a:lvl7pPr>
            <a:lvl8pPr marL="1365291" indent="0" algn="ctr">
              <a:buNone/>
              <a:defRPr sz="683"/>
            </a:lvl8pPr>
            <a:lvl9pPr marL="1560332" indent="0" algn="ctr">
              <a:buNone/>
              <a:defRPr sz="68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7" y="729409"/>
            <a:ext cx="5678151" cy="1217036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7" y="1957959"/>
            <a:ext cx="5678151" cy="640010"/>
          </a:xfrm>
        </p:spPr>
        <p:txBody>
          <a:bodyPr/>
          <a:lstStyle>
            <a:lvl1pPr marL="0" indent="0">
              <a:buNone/>
              <a:defRPr sz="1024">
                <a:solidFill>
                  <a:schemeClr val="tx1">
                    <a:tint val="75000"/>
                  </a:schemeClr>
                </a:solidFill>
              </a:defRPr>
            </a:lvl1pPr>
            <a:lvl2pPr marL="195042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2pPr>
            <a:lvl3pPr marL="390083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3pPr>
            <a:lvl4pPr marL="585125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4pPr>
            <a:lvl5pPr marL="780166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5pPr>
            <a:lvl6pPr marL="975208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6pPr>
            <a:lvl7pPr marL="1170249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7pPr>
            <a:lvl8pPr marL="1365291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8pPr>
            <a:lvl9pPr marL="1560332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2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778849"/>
            <a:ext cx="2797929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778849"/>
            <a:ext cx="2797929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1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155770"/>
            <a:ext cx="5678151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717218"/>
            <a:ext cx="2785071" cy="351498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42" indent="0">
              <a:buNone/>
              <a:defRPr sz="853" b="1"/>
            </a:lvl2pPr>
            <a:lvl3pPr marL="390083" indent="0">
              <a:buNone/>
              <a:defRPr sz="768" b="1"/>
            </a:lvl3pPr>
            <a:lvl4pPr marL="585125" indent="0">
              <a:buNone/>
              <a:defRPr sz="683" b="1"/>
            </a:lvl4pPr>
            <a:lvl5pPr marL="780166" indent="0">
              <a:buNone/>
              <a:defRPr sz="683" b="1"/>
            </a:lvl5pPr>
            <a:lvl6pPr marL="975208" indent="0">
              <a:buNone/>
              <a:defRPr sz="683" b="1"/>
            </a:lvl6pPr>
            <a:lvl7pPr marL="1170249" indent="0">
              <a:buNone/>
              <a:defRPr sz="683" b="1"/>
            </a:lvl7pPr>
            <a:lvl8pPr marL="1365291" indent="0">
              <a:buNone/>
              <a:defRPr sz="683" b="1"/>
            </a:lvl8pPr>
            <a:lvl9pPr marL="1560332" indent="0">
              <a:buNone/>
              <a:defRPr sz="6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1068716"/>
            <a:ext cx="2785071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7" y="717218"/>
            <a:ext cx="2798787" cy="351498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42" indent="0">
              <a:buNone/>
              <a:defRPr sz="853" b="1"/>
            </a:lvl2pPr>
            <a:lvl3pPr marL="390083" indent="0">
              <a:buNone/>
              <a:defRPr sz="768" b="1"/>
            </a:lvl3pPr>
            <a:lvl4pPr marL="585125" indent="0">
              <a:buNone/>
              <a:defRPr sz="683" b="1"/>
            </a:lvl4pPr>
            <a:lvl5pPr marL="780166" indent="0">
              <a:buNone/>
              <a:defRPr sz="683" b="1"/>
            </a:lvl5pPr>
            <a:lvl6pPr marL="975208" indent="0">
              <a:buNone/>
              <a:defRPr sz="683" b="1"/>
            </a:lvl6pPr>
            <a:lvl7pPr marL="1170249" indent="0">
              <a:buNone/>
              <a:defRPr sz="683" b="1"/>
            </a:lvl7pPr>
            <a:lvl8pPr marL="1365291" indent="0">
              <a:buNone/>
              <a:defRPr sz="683" b="1"/>
            </a:lvl8pPr>
            <a:lvl9pPr marL="1560332" indent="0">
              <a:buNone/>
              <a:defRPr sz="6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7" y="1068716"/>
            <a:ext cx="2798787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5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4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195051"/>
            <a:ext cx="2123306" cy="682678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421256"/>
            <a:ext cx="3332828" cy="2079188"/>
          </a:xfrm>
        </p:spPr>
        <p:txBody>
          <a:bodyPr/>
          <a:lstStyle>
            <a:lvl1pPr>
              <a:defRPr sz="1365"/>
            </a:lvl1pPr>
            <a:lvl2pPr>
              <a:defRPr sz="1194"/>
            </a:lvl2pPr>
            <a:lvl3pPr>
              <a:defRPr sz="1024"/>
            </a:lvl3pPr>
            <a:lvl4pPr>
              <a:defRPr sz="853"/>
            </a:lvl4pPr>
            <a:lvl5pPr>
              <a:defRPr sz="853"/>
            </a:lvl5pPr>
            <a:lvl6pPr>
              <a:defRPr sz="853"/>
            </a:lvl6pPr>
            <a:lvl7pPr>
              <a:defRPr sz="853"/>
            </a:lvl7pPr>
            <a:lvl8pPr>
              <a:defRPr sz="853"/>
            </a:lvl8pPr>
            <a:lvl9pPr>
              <a:defRPr sz="8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877729"/>
            <a:ext cx="2123306" cy="1626101"/>
          </a:xfrm>
        </p:spPr>
        <p:txBody>
          <a:bodyPr/>
          <a:lstStyle>
            <a:lvl1pPr marL="0" indent="0">
              <a:buNone/>
              <a:defRPr sz="683"/>
            </a:lvl1pPr>
            <a:lvl2pPr marL="195042" indent="0">
              <a:buNone/>
              <a:defRPr sz="597"/>
            </a:lvl2pPr>
            <a:lvl3pPr marL="390083" indent="0">
              <a:buNone/>
              <a:defRPr sz="512"/>
            </a:lvl3pPr>
            <a:lvl4pPr marL="585125" indent="0">
              <a:buNone/>
              <a:defRPr sz="427"/>
            </a:lvl4pPr>
            <a:lvl5pPr marL="780166" indent="0">
              <a:buNone/>
              <a:defRPr sz="427"/>
            </a:lvl5pPr>
            <a:lvl6pPr marL="975208" indent="0">
              <a:buNone/>
              <a:defRPr sz="427"/>
            </a:lvl6pPr>
            <a:lvl7pPr marL="1170249" indent="0">
              <a:buNone/>
              <a:defRPr sz="427"/>
            </a:lvl7pPr>
            <a:lvl8pPr marL="1365291" indent="0">
              <a:buNone/>
              <a:defRPr sz="427"/>
            </a:lvl8pPr>
            <a:lvl9pPr marL="1560332" indent="0">
              <a:buNone/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6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195051"/>
            <a:ext cx="2123306" cy="682678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421256"/>
            <a:ext cx="3332828" cy="2079188"/>
          </a:xfrm>
        </p:spPr>
        <p:txBody>
          <a:bodyPr anchor="t"/>
          <a:lstStyle>
            <a:lvl1pPr marL="0" indent="0">
              <a:buNone/>
              <a:defRPr sz="1365"/>
            </a:lvl1pPr>
            <a:lvl2pPr marL="195042" indent="0">
              <a:buNone/>
              <a:defRPr sz="1194"/>
            </a:lvl2pPr>
            <a:lvl3pPr marL="390083" indent="0">
              <a:buNone/>
              <a:defRPr sz="1024"/>
            </a:lvl3pPr>
            <a:lvl4pPr marL="585125" indent="0">
              <a:buNone/>
              <a:defRPr sz="853"/>
            </a:lvl4pPr>
            <a:lvl5pPr marL="780166" indent="0">
              <a:buNone/>
              <a:defRPr sz="853"/>
            </a:lvl5pPr>
            <a:lvl6pPr marL="975208" indent="0">
              <a:buNone/>
              <a:defRPr sz="853"/>
            </a:lvl6pPr>
            <a:lvl7pPr marL="1170249" indent="0">
              <a:buNone/>
              <a:defRPr sz="853"/>
            </a:lvl7pPr>
            <a:lvl8pPr marL="1365291" indent="0">
              <a:buNone/>
              <a:defRPr sz="853"/>
            </a:lvl8pPr>
            <a:lvl9pPr marL="1560332" indent="0">
              <a:buNone/>
              <a:defRPr sz="8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877729"/>
            <a:ext cx="2123306" cy="1626101"/>
          </a:xfrm>
        </p:spPr>
        <p:txBody>
          <a:bodyPr/>
          <a:lstStyle>
            <a:lvl1pPr marL="0" indent="0">
              <a:buNone/>
              <a:defRPr sz="683"/>
            </a:lvl1pPr>
            <a:lvl2pPr marL="195042" indent="0">
              <a:buNone/>
              <a:defRPr sz="597"/>
            </a:lvl2pPr>
            <a:lvl3pPr marL="390083" indent="0">
              <a:buNone/>
              <a:defRPr sz="512"/>
            </a:lvl3pPr>
            <a:lvl4pPr marL="585125" indent="0">
              <a:buNone/>
              <a:defRPr sz="427"/>
            </a:lvl4pPr>
            <a:lvl5pPr marL="780166" indent="0">
              <a:buNone/>
              <a:defRPr sz="427"/>
            </a:lvl5pPr>
            <a:lvl6pPr marL="975208" indent="0">
              <a:buNone/>
              <a:defRPr sz="427"/>
            </a:lvl6pPr>
            <a:lvl7pPr marL="1170249" indent="0">
              <a:buNone/>
              <a:defRPr sz="427"/>
            </a:lvl7pPr>
            <a:lvl8pPr marL="1365291" indent="0">
              <a:buNone/>
              <a:defRPr sz="427"/>
            </a:lvl8pPr>
            <a:lvl9pPr marL="1560332" indent="0">
              <a:buNone/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1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3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155770"/>
            <a:ext cx="1419538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6" y="155770"/>
            <a:ext cx="4176321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2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155770"/>
            <a:ext cx="5678151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778849"/>
            <a:ext cx="5678151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2711749"/>
            <a:ext cx="1481257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2711749"/>
            <a:ext cx="2221885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2711749"/>
            <a:ext cx="1481257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7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390083" rtl="0" eaLnBrk="1" latinLnBrk="0" hangingPunct="1">
        <a:lnSpc>
          <a:spcPct val="90000"/>
        </a:lnSpc>
        <a:spcBef>
          <a:spcPct val="0"/>
        </a:spcBef>
        <a:buNone/>
        <a:defRPr sz="18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521" indent="-97521" algn="l" defTabSz="390083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194" kern="1200">
          <a:solidFill>
            <a:schemeClr val="tx1"/>
          </a:solidFill>
          <a:latin typeface="+mn-lt"/>
          <a:ea typeface="+mn-ea"/>
          <a:cs typeface="+mn-cs"/>
        </a:defRPr>
      </a:lvl1pPr>
      <a:lvl2pPr marL="292562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1024" kern="1200">
          <a:solidFill>
            <a:schemeClr val="tx1"/>
          </a:solidFill>
          <a:latin typeface="+mn-lt"/>
          <a:ea typeface="+mn-ea"/>
          <a:cs typeface="+mn-cs"/>
        </a:defRPr>
      </a:lvl2pPr>
      <a:lvl3pPr marL="487604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853" kern="1200">
          <a:solidFill>
            <a:schemeClr val="tx1"/>
          </a:solidFill>
          <a:latin typeface="+mn-lt"/>
          <a:ea typeface="+mn-ea"/>
          <a:cs typeface="+mn-cs"/>
        </a:defRPr>
      </a:lvl3pPr>
      <a:lvl4pPr marL="682645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877687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1072728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267770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462811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657853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1pPr>
      <a:lvl2pPr marL="195042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2pPr>
      <a:lvl3pPr marL="390083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3pPr>
      <a:lvl4pPr marL="585125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780166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975208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170249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365291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560332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roup 445">
            <a:extLst>
              <a:ext uri="{FF2B5EF4-FFF2-40B4-BE49-F238E27FC236}">
                <a16:creationId xmlns:a16="http://schemas.microsoft.com/office/drawing/2014/main" id="{38504727-7816-43A5-8A43-B65166C79BA5}"/>
              </a:ext>
            </a:extLst>
          </p:cNvPr>
          <p:cNvGrpSpPr/>
          <p:nvPr/>
        </p:nvGrpSpPr>
        <p:grpSpPr>
          <a:xfrm>
            <a:off x="38099" y="-30480"/>
            <a:ext cx="6511035" cy="2963264"/>
            <a:chOff x="1484178" y="1782032"/>
            <a:chExt cx="6511035" cy="2963264"/>
          </a:xfrm>
        </p:grpSpPr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706A5197-F59A-4529-A387-6EDA9977A303}"/>
                </a:ext>
              </a:extLst>
            </p:cNvPr>
            <p:cNvSpPr/>
            <p:nvPr/>
          </p:nvSpPr>
          <p:spPr>
            <a:xfrm>
              <a:off x="5844925" y="4083127"/>
              <a:ext cx="537572" cy="365125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1/4</a:t>
              </a: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F886C8F7-8379-4A54-ACC4-6E002E872A74}"/>
                </a:ext>
              </a:extLst>
            </p:cNvPr>
            <p:cNvSpPr/>
            <p:nvPr/>
          </p:nvSpPr>
          <p:spPr>
            <a:xfrm>
              <a:off x="6382497" y="4083127"/>
              <a:ext cx="537572" cy="365125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1/4</a:t>
              </a:r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583EA62C-DCD5-4D98-B65F-3F7C0206456B}"/>
                </a:ext>
              </a:extLst>
            </p:cNvPr>
            <p:cNvSpPr/>
            <p:nvPr/>
          </p:nvSpPr>
          <p:spPr>
            <a:xfrm>
              <a:off x="6920069" y="4083127"/>
              <a:ext cx="537572" cy="365125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1/4</a:t>
              </a: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B208DEB1-BA42-4F7F-8E17-B6AB56A00FA7}"/>
                </a:ext>
              </a:extLst>
            </p:cNvPr>
            <p:cNvSpPr/>
            <p:nvPr/>
          </p:nvSpPr>
          <p:spPr>
            <a:xfrm>
              <a:off x="7457641" y="4083127"/>
              <a:ext cx="537572" cy="365125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1/4</a:t>
              </a: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FB2A0568-E8F6-48E1-922C-6F383315BA81}"/>
                </a:ext>
              </a:extLst>
            </p:cNvPr>
            <p:cNvSpPr/>
            <p:nvPr/>
          </p:nvSpPr>
          <p:spPr>
            <a:xfrm>
              <a:off x="1684795" y="2211279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SPC3</a:t>
              </a: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5FA8ED8F-AD6C-4BA0-A13B-645EE1890CBB}"/>
                </a:ext>
              </a:extLst>
            </p:cNvPr>
            <p:cNvSpPr/>
            <p:nvPr/>
          </p:nvSpPr>
          <p:spPr>
            <a:xfrm>
              <a:off x="1684795" y="2675507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SPC2</a:t>
              </a:r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671884D0-0826-4DC6-B7F7-EFD5736F04F5}"/>
                </a:ext>
              </a:extLst>
            </p:cNvPr>
            <p:cNvSpPr/>
            <p:nvPr/>
          </p:nvSpPr>
          <p:spPr>
            <a:xfrm>
              <a:off x="1683410" y="3173229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</a:t>
              </a:r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81FA1C6B-041C-40AC-A966-0BF590D5FF23}"/>
                </a:ext>
              </a:extLst>
            </p:cNvPr>
            <p:cNvSpPr/>
            <p:nvPr/>
          </p:nvSpPr>
          <p:spPr>
            <a:xfrm>
              <a:off x="1686862" y="3646987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SPC0</a:t>
              </a:r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ABD64DB2-89DF-4526-9B5E-B38C28952473}"/>
                </a:ext>
              </a:extLst>
            </p:cNvPr>
            <p:cNvSpPr/>
            <p:nvPr/>
          </p:nvSpPr>
          <p:spPr>
            <a:xfrm>
              <a:off x="2696159" y="2235043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SPC7</a:t>
              </a:r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83F640E5-082A-4096-B138-F6F04C878443}"/>
                </a:ext>
              </a:extLst>
            </p:cNvPr>
            <p:cNvSpPr/>
            <p:nvPr/>
          </p:nvSpPr>
          <p:spPr>
            <a:xfrm>
              <a:off x="2688896" y="2693123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SPC6</a:t>
              </a: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FCC7FDA6-4233-4B9E-B2A5-B22BE84E8613}"/>
                </a:ext>
              </a:extLst>
            </p:cNvPr>
            <p:cNvSpPr/>
            <p:nvPr/>
          </p:nvSpPr>
          <p:spPr>
            <a:xfrm>
              <a:off x="2696159" y="3173229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SPC5</a:t>
              </a: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F52B20D5-20CD-449D-81A5-43E433FF591F}"/>
                </a:ext>
              </a:extLst>
            </p:cNvPr>
            <p:cNvSpPr/>
            <p:nvPr/>
          </p:nvSpPr>
          <p:spPr>
            <a:xfrm>
              <a:off x="2692016" y="3650923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SPC4</a:t>
              </a: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CCE2E5B0-B130-4763-9756-8A3B979AC6A7}"/>
                </a:ext>
              </a:extLst>
            </p:cNvPr>
            <p:cNvSpPr/>
            <p:nvPr/>
          </p:nvSpPr>
          <p:spPr>
            <a:xfrm>
              <a:off x="3726237" y="2235043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SPC11</a:t>
              </a:r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22A57194-F347-4CFB-A19C-421E723D046F}"/>
                </a:ext>
              </a:extLst>
            </p:cNvPr>
            <p:cNvSpPr/>
            <p:nvPr/>
          </p:nvSpPr>
          <p:spPr>
            <a:xfrm>
              <a:off x="3718974" y="2693123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SPC10</a:t>
              </a: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68F276B8-8176-48C4-AC90-909FB08AA478}"/>
                </a:ext>
              </a:extLst>
            </p:cNvPr>
            <p:cNvSpPr/>
            <p:nvPr/>
          </p:nvSpPr>
          <p:spPr>
            <a:xfrm>
              <a:off x="3726237" y="3173229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SPC9</a:t>
              </a:r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996A422F-3A5A-4EF0-B2DA-B1EFF6D9DE8C}"/>
                </a:ext>
              </a:extLst>
            </p:cNvPr>
            <p:cNvSpPr/>
            <p:nvPr/>
          </p:nvSpPr>
          <p:spPr>
            <a:xfrm>
              <a:off x="3722094" y="3650923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SPC8</a:t>
              </a:r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19E720E9-4175-4551-9FD5-F23D57A1992D}"/>
                </a:ext>
              </a:extLst>
            </p:cNvPr>
            <p:cNvSpPr/>
            <p:nvPr/>
          </p:nvSpPr>
          <p:spPr>
            <a:xfrm>
              <a:off x="4741081" y="2235540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SPC15</a:t>
              </a: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DEBD729E-9B88-4C69-986A-978DEA3EC1F9}"/>
                </a:ext>
              </a:extLst>
            </p:cNvPr>
            <p:cNvSpPr/>
            <p:nvPr/>
          </p:nvSpPr>
          <p:spPr>
            <a:xfrm>
              <a:off x="4733818" y="2693620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SPC14</a:t>
              </a:r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F12543C1-73E6-47C0-AB4A-64B4985AAC71}"/>
                </a:ext>
              </a:extLst>
            </p:cNvPr>
            <p:cNvSpPr/>
            <p:nvPr/>
          </p:nvSpPr>
          <p:spPr>
            <a:xfrm>
              <a:off x="4741081" y="3173726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SPC13</a:t>
              </a:r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E9272EBE-FA13-465A-9FB8-58B2DCAEADA6}"/>
                </a:ext>
              </a:extLst>
            </p:cNvPr>
            <p:cNvSpPr/>
            <p:nvPr/>
          </p:nvSpPr>
          <p:spPr>
            <a:xfrm>
              <a:off x="4736938" y="3651420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SPC12</a:t>
              </a:r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7D584C8D-04DE-435F-AD4C-669939CB2660}"/>
                </a:ext>
              </a:extLst>
            </p:cNvPr>
            <p:cNvSpPr txBox="1"/>
            <p:nvPr/>
          </p:nvSpPr>
          <p:spPr>
            <a:xfrm>
              <a:off x="5636029" y="2140443"/>
              <a:ext cx="11768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Peer Group 3</a:t>
              </a:r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D3382682-4D6A-4827-8CFC-CAC09B3976BC}"/>
                </a:ext>
              </a:extLst>
            </p:cNvPr>
            <p:cNvSpPr/>
            <p:nvPr/>
          </p:nvSpPr>
          <p:spPr>
            <a:xfrm>
              <a:off x="1605832" y="2059031"/>
              <a:ext cx="761638" cy="203683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F6C85439-D80A-4B5C-9A3B-B6C04A4CA6BB}"/>
                </a:ext>
              </a:extLst>
            </p:cNvPr>
            <p:cNvSpPr/>
            <p:nvPr/>
          </p:nvSpPr>
          <p:spPr>
            <a:xfrm>
              <a:off x="2622756" y="2061148"/>
              <a:ext cx="761638" cy="202883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F8C13E9C-4455-4C31-9803-0D0CEEEACB31}"/>
                </a:ext>
              </a:extLst>
            </p:cNvPr>
            <p:cNvSpPr/>
            <p:nvPr/>
          </p:nvSpPr>
          <p:spPr>
            <a:xfrm>
              <a:off x="3646577" y="2073537"/>
              <a:ext cx="761638" cy="202883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73462712-29E3-417B-84DA-ACF860A1E99D}"/>
                </a:ext>
              </a:extLst>
            </p:cNvPr>
            <p:cNvSpPr/>
            <p:nvPr/>
          </p:nvSpPr>
          <p:spPr>
            <a:xfrm>
              <a:off x="4677023" y="2073537"/>
              <a:ext cx="761638" cy="205593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4A2D951E-50D5-4B52-8A81-D79F7D565B3E}"/>
                </a:ext>
              </a:extLst>
            </p:cNvPr>
            <p:cNvSpPr txBox="1"/>
            <p:nvPr/>
          </p:nvSpPr>
          <p:spPr>
            <a:xfrm>
              <a:off x="1658442" y="1797468"/>
              <a:ext cx="657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VMC0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AFAE49F4-0115-4CFD-A7EB-04FB37AD5DC0}"/>
                </a:ext>
              </a:extLst>
            </p:cNvPr>
            <p:cNvSpPr txBox="1"/>
            <p:nvPr/>
          </p:nvSpPr>
          <p:spPr>
            <a:xfrm>
              <a:off x="2655436" y="1782032"/>
              <a:ext cx="657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VMC1</a:t>
              </a:r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95CB798E-CAE2-4C38-92F2-1CBCB08656D6}"/>
                </a:ext>
              </a:extLst>
            </p:cNvPr>
            <p:cNvSpPr txBox="1"/>
            <p:nvPr/>
          </p:nvSpPr>
          <p:spPr>
            <a:xfrm>
              <a:off x="3719559" y="1802701"/>
              <a:ext cx="657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VMC2</a:t>
              </a:r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5FE72862-E3B8-42BE-B5AF-E25BD548DCA5}"/>
                </a:ext>
              </a:extLst>
            </p:cNvPr>
            <p:cNvSpPr txBox="1"/>
            <p:nvPr/>
          </p:nvSpPr>
          <p:spPr>
            <a:xfrm>
              <a:off x="4720719" y="1813791"/>
              <a:ext cx="657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VMC3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0B1D53DD-16B8-4298-B0A9-C4FD6CF0B942}"/>
                </a:ext>
              </a:extLst>
            </p:cNvPr>
            <p:cNvSpPr txBox="1"/>
            <p:nvPr/>
          </p:nvSpPr>
          <p:spPr>
            <a:xfrm>
              <a:off x="2281696" y="4206687"/>
              <a:ext cx="29175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SPCs in each peer group read the same coordinate from 1/4 of a UMA Tensor</a:t>
              </a:r>
            </a:p>
          </p:txBody>
        </p:sp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id="{8E9F3E36-DA91-4C89-9110-CED94F75CD64}"/>
                </a:ext>
              </a:extLst>
            </p:cNvPr>
            <p:cNvSpPr txBox="1"/>
            <p:nvPr/>
          </p:nvSpPr>
          <p:spPr>
            <a:xfrm>
              <a:off x="5978361" y="4437519"/>
              <a:ext cx="188075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Tensor in UMA</a:t>
              </a:r>
              <a:endPara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A81A618E-B553-417E-BC4B-E80F1ED81BD8}"/>
                </a:ext>
              </a:extLst>
            </p:cNvPr>
            <p:cNvSpPr/>
            <p:nvPr/>
          </p:nvSpPr>
          <p:spPr>
            <a:xfrm>
              <a:off x="1492490" y="2177642"/>
              <a:ext cx="4202881" cy="37800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75CC51D8-F62A-42B9-9908-6A8753B5B6A6}"/>
                </a:ext>
              </a:extLst>
            </p:cNvPr>
            <p:cNvSpPr/>
            <p:nvPr/>
          </p:nvSpPr>
          <p:spPr>
            <a:xfrm>
              <a:off x="1484178" y="2637482"/>
              <a:ext cx="4202881" cy="37800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D8EF12C1-C3D6-4248-BE52-C7B2EAC8EFF4}"/>
                </a:ext>
              </a:extLst>
            </p:cNvPr>
            <p:cNvSpPr/>
            <p:nvPr/>
          </p:nvSpPr>
          <p:spPr>
            <a:xfrm>
              <a:off x="1492490" y="3126301"/>
              <a:ext cx="4194569" cy="37800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CE71AA14-A9F8-4EDC-8A43-0477E471A4C4}"/>
                </a:ext>
              </a:extLst>
            </p:cNvPr>
            <p:cNvSpPr/>
            <p:nvPr/>
          </p:nvSpPr>
          <p:spPr>
            <a:xfrm>
              <a:off x="1484179" y="3601087"/>
              <a:ext cx="4194568" cy="37800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2" name="Connector: Elbow 481">
              <a:extLst>
                <a:ext uri="{FF2B5EF4-FFF2-40B4-BE49-F238E27FC236}">
                  <a16:creationId xmlns:a16="http://schemas.microsoft.com/office/drawing/2014/main" id="{6D6AC620-4348-48E9-8930-C475D4E66A3B}"/>
                </a:ext>
              </a:extLst>
            </p:cNvPr>
            <p:cNvCxnSpPr>
              <a:cxnSpLocks/>
              <a:stCxn id="481" idx="3"/>
              <a:endCxn id="447" idx="0"/>
            </p:cNvCxnSpPr>
            <p:nvPr/>
          </p:nvCxnSpPr>
          <p:spPr>
            <a:xfrm>
              <a:off x="5678747" y="3790092"/>
              <a:ext cx="434964" cy="29303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Connector: Elbow 482">
              <a:extLst>
                <a:ext uri="{FF2B5EF4-FFF2-40B4-BE49-F238E27FC236}">
                  <a16:creationId xmlns:a16="http://schemas.microsoft.com/office/drawing/2014/main" id="{7FC7C3B9-DCD9-4563-B04A-0F31FF893BED}"/>
                </a:ext>
              </a:extLst>
            </p:cNvPr>
            <p:cNvCxnSpPr>
              <a:cxnSpLocks/>
              <a:stCxn id="480" idx="3"/>
              <a:endCxn id="448" idx="0"/>
            </p:cNvCxnSpPr>
            <p:nvPr/>
          </p:nvCxnSpPr>
          <p:spPr>
            <a:xfrm>
              <a:off x="5687059" y="3315306"/>
              <a:ext cx="964224" cy="76782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ctor: Elbow 483">
              <a:extLst>
                <a:ext uri="{FF2B5EF4-FFF2-40B4-BE49-F238E27FC236}">
                  <a16:creationId xmlns:a16="http://schemas.microsoft.com/office/drawing/2014/main" id="{97238907-8337-4256-A861-D68C60544B0A}"/>
                </a:ext>
              </a:extLst>
            </p:cNvPr>
            <p:cNvCxnSpPr>
              <a:cxnSpLocks/>
              <a:stCxn id="479" idx="3"/>
              <a:endCxn id="449" idx="0"/>
            </p:cNvCxnSpPr>
            <p:nvPr/>
          </p:nvCxnSpPr>
          <p:spPr>
            <a:xfrm>
              <a:off x="5687059" y="2826487"/>
              <a:ext cx="1501796" cy="125664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Connector: Elbow 484">
              <a:extLst>
                <a:ext uri="{FF2B5EF4-FFF2-40B4-BE49-F238E27FC236}">
                  <a16:creationId xmlns:a16="http://schemas.microsoft.com/office/drawing/2014/main" id="{9F1AA81A-34C6-4E16-8F6A-213F365E3F88}"/>
                </a:ext>
              </a:extLst>
            </p:cNvPr>
            <p:cNvCxnSpPr>
              <a:cxnSpLocks/>
              <a:stCxn id="478" idx="3"/>
              <a:endCxn id="450" idx="0"/>
            </p:cNvCxnSpPr>
            <p:nvPr/>
          </p:nvCxnSpPr>
          <p:spPr>
            <a:xfrm>
              <a:off x="5695371" y="2366647"/>
              <a:ext cx="2031056" cy="171648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BF0D3C6C-0B50-4940-8802-68818272C2F5}"/>
                </a:ext>
              </a:extLst>
            </p:cNvPr>
            <p:cNvSpPr txBox="1"/>
            <p:nvPr/>
          </p:nvSpPr>
          <p:spPr>
            <a:xfrm>
              <a:off x="5649064" y="2591597"/>
              <a:ext cx="11768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Peer Group 2</a:t>
              </a:r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0B16A21E-FDFD-489C-A4BA-924AE3CF78C6}"/>
                </a:ext>
              </a:extLst>
            </p:cNvPr>
            <p:cNvSpPr txBox="1"/>
            <p:nvPr/>
          </p:nvSpPr>
          <p:spPr>
            <a:xfrm>
              <a:off x="5621872" y="3067832"/>
              <a:ext cx="11768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Peer Group 1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D4897C3A-0E15-4FDB-B7CB-67591E1CB50D}"/>
                </a:ext>
              </a:extLst>
            </p:cNvPr>
            <p:cNvSpPr txBox="1"/>
            <p:nvPr/>
          </p:nvSpPr>
          <p:spPr>
            <a:xfrm>
              <a:off x="5593504" y="3569764"/>
              <a:ext cx="11768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Peer Group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54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17</cp:revision>
  <dcterms:created xsi:type="dcterms:W3CDTF">2020-03-18T02:10:58Z</dcterms:created>
  <dcterms:modified xsi:type="dcterms:W3CDTF">2023-07-09T02:16:31Z</dcterms:modified>
</cp:coreProperties>
</file>