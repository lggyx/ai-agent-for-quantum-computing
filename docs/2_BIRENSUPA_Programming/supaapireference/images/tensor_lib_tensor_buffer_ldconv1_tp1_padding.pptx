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56" r:id="rId1"/>
  </p:sldMasterIdLst>
  <p:notesMasterIdLst>
    <p:notesMasterId r:id="rId3"/>
  </p:notesMasterIdLst>
  <p:sldIdLst>
    <p:sldId id="256" r:id="rId2"/>
  </p:sldIdLst>
  <p:sldSz cx="7115175" cy="6565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25" d="100"/>
          <a:sy n="125" d="100"/>
        </p:scale>
        <p:origin x="4476" y="110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57363" y="1143000"/>
            <a:ext cx="3343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70334" rtl="0" eaLnBrk="1" latinLnBrk="0" hangingPunct="1">
      <a:defRPr sz="2061" kern="1200">
        <a:solidFill>
          <a:schemeClr val="tx1"/>
        </a:solidFill>
        <a:latin typeface="+mn-lt"/>
        <a:ea typeface="+mn-ea"/>
        <a:cs typeface="+mn-cs"/>
      </a:defRPr>
    </a:lvl1pPr>
    <a:lvl2pPr marL="785166" algn="l" defTabSz="1570334" rtl="0" eaLnBrk="1" latinLnBrk="0" hangingPunct="1">
      <a:defRPr sz="2061" kern="1200">
        <a:solidFill>
          <a:schemeClr val="tx1"/>
        </a:solidFill>
        <a:latin typeface="+mn-lt"/>
        <a:ea typeface="+mn-ea"/>
        <a:cs typeface="+mn-cs"/>
      </a:defRPr>
    </a:lvl2pPr>
    <a:lvl3pPr marL="1570334" algn="l" defTabSz="1570334" rtl="0" eaLnBrk="1" latinLnBrk="0" hangingPunct="1">
      <a:defRPr sz="2061" kern="1200">
        <a:solidFill>
          <a:schemeClr val="tx1"/>
        </a:solidFill>
        <a:latin typeface="+mn-lt"/>
        <a:ea typeface="+mn-ea"/>
        <a:cs typeface="+mn-cs"/>
      </a:defRPr>
    </a:lvl3pPr>
    <a:lvl4pPr marL="2355501" algn="l" defTabSz="1570334" rtl="0" eaLnBrk="1" latinLnBrk="0" hangingPunct="1">
      <a:defRPr sz="2061" kern="1200">
        <a:solidFill>
          <a:schemeClr val="tx1"/>
        </a:solidFill>
        <a:latin typeface="+mn-lt"/>
        <a:ea typeface="+mn-ea"/>
        <a:cs typeface="+mn-cs"/>
      </a:defRPr>
    </a:lvl4pPr>
    <a:lvl5pPr marL="3140669" algn="l" defTabSz="1570334" rtl="0" eaLnBrk="1" latinLnBrk="0" hangingPunct="1">
      <a:defRPr sz="2061" kern="1200">
        <a:solidFill>
          <a:schemeClr val="tx1"/>
        </a:solidFill>
        <a:latin typeface="+mn-lt"/>
        <a:ea typeface="+mn-ea"/>
        <a:cs typeface="+mn-cs"/>
      </a:defRPr>
    </a:lvl5pPr>
    <a:lvl6pPr marL="3925836" algn="l" defTabSz="1570334" rtl="0" eaLnBrk="1" latinLnBrk="0" hangingPunct="1">
      <a:defRPr sz="2061" kern="1200">
        <a:solidFill>
          <a:schemeClr val="tx1"/>
        </a:solidFill>
        <a:latin typeface="+mn-lt"/>
        <a:ea typeface="+mn-ea"/>
        <a:cs typeface="+mn-cs"/>
      </a:defRPr>
    </a:lvl6pPr>
    <a:lvl7pPr marL="4711002" algn="l" defTabSz="1570334" rtl="0" eaLnBrk="1" latinLnBrk="0" hangingPunct="1">
      <a:defRPr sz="2061" kern="1200">
        <a:solidFill>
          <a:schemeClr val="tx1"/>
        </a:solidFill>
        <a:latin typeface="+mn-lt"/>
        <a:ea typeface="+mn-ea"/>
        <a:cs typeface="+mn-cs"/>
      </a:defRPr>
    </a:lvl7pPr>
    <a:lvl8pPr marL="5496170" algn="l" defTabSz="1570334" rtl="0" eaLnBrk="1" latinLnBrk="0" hangingPunct="1">
      <a:defRPr sz="2061" kern="1200">
        <a:solidFill>
          <a:schemeClr val="tx1"/>
        </a:solidFill>
        <a:latin typeface="+mn-lt"/>
        <a:ea typeface="+mn-ea"/>
        <a:cs typeface="+mn-cs"/>
      </a:defRPr>
    </a:lvl8pPr>
    <a:lvl9pPr marL="6281337" algn="l" defTabSz="1570334" rtl="0" eaLnBrk="1" latinLnBrk="0" hangingPunct="1">
      <a:defRPr sz="206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57363" y="1143000"/>
            <a:ext cx="33432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638" y="1074559"/>
            <a:ext cx="6047899" cy="2285906"/>
          </a:xfrm>
        </p:spPr>
        <p:txBody>
          <a:bodyPr anchor="b"/>
          <a:lstStyle>
            <a:lvl1pPr algn="ctr">
              <a:defRPr sz="4669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9397" y="3448618"/>
            <a:ext cx="5336381" cy="1585239"/>
          </a:xfrm>
        </p:spPr>
        <p:txBody>
          <a:bodyPr/>
          <a:lstStyle>
            <a:lvl1pPr marL="0" indent="0" algn="ctr">
              <a:buNone/>
              <a:defRPr sz="1867"/>
            </a:lvl1pPr>
            <a:lvl2pPr marL="355747" indent="0" algn="ctr">
              <a:buNone/>
              <a:defRPr sz="1556"/>
            </a:lvl2pPr>
            <a:lvl3pPr marL="711495" indent="0" algn="ctr">
              <a:buNone/>
              <a:defRPr sz="1401"/>
            </a:lvl3pPr>
            <a:lvl4pPr marL="1067242" indent="0" algn="ctr">
              <a:buNone/>
              <a:defRPr sz="1245"/>
            </a:lvl4pPr>
            <a:lvl5pPr marL="1422989" indent="0" algn="ctr">
              <a:buNone/>
              <a:defRPr sz="1245"/>
            </a:lvl5pPr>
            <a:lvl6pPr marL="1778737" indent="0" algn="ctr">
              <a:buNone/>
              <a:defRPr sz="1245"/>
            </a:lvl6pPr>
            <a:lvl7pPr marL="2134484" indent="0" algn="ctr">
              <a:buNone/>
              <a:defRPr sz="1245"/>
            </a:lvl7pPr>
            <a:lvl8pPr marL="2490231" indent="0" algn="ctr">
              <a:buNone/>
              <a:defRPr sz="1245"/>
            </a:lvl8pPr>
            <a:lvl9pPr marL="2845979" indent="0" algn="ctr">
              <a:buNone/>
              <a:defRPr sz="1245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53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0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463" y="1636917"/>
            <a:ext cx="6136838" cy="2731232"/>
          </a:xfrm>
        </p:spPr>
        <p:txBody>
          <a:bodyPr anchor="b"/>
          <a:lstStyle>
            <a:lvl1pPr>
              <a:defRPr sz="4669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463" y="4393987"/>
            <a:ext cx="6136838" cy="1436290"/>
          </a:xfrm>
        </p:spPr>
        <p:txBody>
          <a:bodyPr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  <a:lvl2pPr marL="355747" indent="0">
              <a:buNone/>
              <a:defRPr sz="1556">
                <a:solidFill>
                  <a:schemeClr val="tx1">
                    <a:tint val="75000"/>
                  </a:schemeClr>
                </a:solidFill>
              </a:defRPr>
            </a:lvl2pPr>
            <a:lvl3pPr marL="711495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3pPr>
            <a:lvl4pPr marL="1067242" indent="0">
              <a:buNone/>
              <a:defRPr sz="1245">
                <a:solidFill>
                  <a:schemeClr val="tx1">
                    <a:tint val="75000"/>
                  </a:schemeClr>
                </a:solidFill>
              </a:defRPr>
            </a:lvl4pPr>
            <a:lvl5pPr marL="1422989" indent="0">
              <a:buNone/>
              <a:defRPr sz="1245">
                <a:solidFill>
                  <a:schemeClr val="tx1">
                    <a:tint val="75000"/>
                  </a:schemeClr>
                </a:solidFill>
              </a:defRPr>
            </a:lvl5pPr>
            <a:lvl6pPr marL="1778737" indent="0">
              <a:buNone/>
              <a:defRPr sz="1245">
                <a:solidFill>
                  <a:schemeClr val="tx1">
                    <a:tint val="75000"/>
                  </a:schemeClr>
                </a:solidFill>
              </a:defRPr>
            </a:lvl6pPr>
            <a:lvl7pPr marL="2134484" indent="0">
              <a:buNone/>
              <a:defRPr sz="1245">
                <a:solidFill>
                  <a:schemeClr val="tx1">
                    <a:tint val="75000"/>
                  </a:schemeClr>
                </a:solidFill>
              </a:defRPr>
            </a:lvl7pPr>
            <a:lvl8pPr marL="2490231" indent="0">
              <a:buNone/>
              <a:defRPr sz="1245">
                <a:solidFill>
                  <a:schemeClr val="tx1">
                    <a:tint val="75000"/>
                  </a:schemeClr>
                </a:solidFill>
              </a:defRPr>
            </a:lvl8pPr>
            <a:lvl9pPr marL="2845979" indent="0">
              <a:buNone/>
              <a:defRPr sz="12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9168" y="1747867"/>
            <a:ext cx="3023949" cy="416600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2058" y="1747867"/>
            <a:ext cx="3023949" cy="416600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31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095" y="349575"/>
            <a:ext cx="6136838" cy="126910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0096" y="1609558"/>
            <a:ext cx="3010052" cy="788819"/>
          </a:xfrm>
        </p:spPr>
        <p:txBody>
          <a:bodyPr anchor="b"/>
          <a:lstStyle>
            <a:lvl1pPr marL="0" indent="0">
              <a:buNone/>
              <a:defRPr sz="1867" b="1"/>
            </a:lvl1pPr>
            <a:lvl2pPr marL="355747" indent="0">
              <a:buNone/>
              <a:defRPr sz="1556" b="1"/>
            </a:lvl2pPr>
            <a:lvl3pPr marL="711495" indent="0">
              <a:buNone/>
              <a:defRPr sz="1401" b="1"/>
            </a:lvl3pPr>
            <a:lvl4pPr marL="1067242" indent="0">
              <a:buNone/>
              <a:defRPr sz="1245" b="1"/>
            </a:lvl4pPr>
            <a:lvl5pPr marL="1422989" indent="0">
              <a:buNone/>
              <a:defRPr sz="1245" b="1"/>
            </a:lvl5pPr>
            <a:lvl6pPr marL="1778737" indent="0">
              <a:buNone/>
              <a:defRPr sz="1245" b="1"/>
            </a:lvl6pPr>
            <a:lvl7pPr marL="2134484" indent="0">
              <a:buNone/>
              <a:defRPr sz="1245" b="1"/>
            </a:lvl7pPr>
            <a:lvl8pPr marL="2490231" indent="0">
              <a:buNone/>
              <a:defRPr sz="1245" b="1"/>
            </a:lvl8pPr>
            <a:lvl9pPr marL="2845979" indent="0">
              <a:buNone/>
              <a:defRPr sz="1245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096" y="2398377"/>
            <a:ext cx="3010052" cy="352765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02058" y="1609558"/>
            <a:ext cx="3024876" cy="788819"/>
          </a:xfrm>
        </p:spPr>
        <p:txBody>
          <a:bodyPr anchor="b"/>
          <a:lstStyle>
            <a:lvl1pPr marL="0" indent="0">
              <a:buNone/>
              <a:defRPr sz="1867" b="1"/>
            </a:lvl1pPr>
            <a:lvl2pPr marL="355747" indent="0">
              <a:buNone/>
              <a:defRPr sz="1556" b="1"/>
            </a:lvl2pPr>
            <a:lvl3pPr marL="711495" indent="0">
              <a:buNone/>
              <a:defRPr sz="1401" b="1"/>
            </a:lvl3pPr>
            <a:lvl4pPr marL="1067242" indent="0">
              <a:buNone/>
              <a:defRPr sz="1245" b="1"/>
            </a:lvl4pPr>
            <a:lvl5pPr marL="1422989" indent="0">
              <a:buNone/>
              <a:defRPr sz="1245" b="1"/>
            </a:lvl5pPr>
            <a:lvl6pPr marL="1778737" indent="0">
              <a:buNone/>
              <a:defRPr sz="1245" b="1"/>
            </a:lvl6pPr>
            <a:lvl7pPr marL="2134484" indent="0">
              <a:buNone/>
              <a:defRPr sz="1245" b="1"/>
            </a:lvl7pPr>
            <a:lvl8pPr marL="2490231" indent="0">
              <a:buNone/>
              <a:defRPr sz="1245" b="1"/>
            </a:lvl8pPr>
            <a:lvl9pPr marL="2845979" indent="0">
              <a:buNone/>
              <a:defRPr sz="1245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02058" y="2398377"/>
            <a:ext cx="3024876" cy="352765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63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60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46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095" y="437727"/>
            <a:ext cx="2294829" cy="1532043"/>
          </a:xfrm>
        </p:spPr>
        <p:txBody>
          <a:bodyPr anchor="b"/>
          <a:lstStyle>
            <a:lvl1pPr>
              <a:defRPr sz="249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4876" y="945369"/>
            <a:ext cx="3602057" cy="4666045"/>
          </a:xfrm>
        </p:spPr>
        <p:txBody>
          <a:bodyPr/>
          <a:lstStyle>
            <a:lvl1pPr>
              <a:defRPr sz="2490"/>
            </a:lvl1pPr>
            <a:lvl2pPr>
              <a:defRPr sz="2179"/>
            </a:lvl2pPr>
            <a:lvl3pPr>
              <a:defRPr sz="1867"/>
            </a:lvl3pPr>
            <a:lvl4pPr>
              <a:defRPr sz="1556"/>
            </a:lvl4pPr>
            <a:lvl5pPr>
              <a:defRPr sz="1556"/>
            </a:lvl5pPr>
            <a:lvl6pPr>
              <a:defRPr sz="1556"/>
            </a:lvl6pPr>
            <a:lvl7pPr>
              <a:defRPr sz="1556"/>
            </a:lvl7pPr>
            <a:lvl8pPr>
              <a:defRPr sz="1556"/>
            </a:lvl8pPr>
            <a:lvl9pPr>
              <a:defRPr sz="1556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0095" y="1969770"/>
            <a:ext cx="2294829" cy="3649243"/>
          </a:xfrm>
        </p:spPr>
        <p:txBody>
          <a:bodyPr/>
          <a:lstStyle>
            <a:lvl1pPr marL="0" indent="0">
              <a:buNone/>
              <a:defRPr sz="1245"/>
            </a:lvl1pPr>
            <a:lvl2pPr marL="355747" indent="0">
              <a:buNone/>
              <a:defRPr sz="1089"/>
            </a:lvl2pPr>
            <a:lvl3pPr marL="711495" indent="0">
              <a:buNone/>
              <a:defRPr sz="934"/>
            </a:lvl3pPr>
            <a:lvl4pPr marL="1067242" indent="0">
              <a:buNone/>
              <a:defRPr sz="778"/>
            </a:lvl4pPr>
            <a:lvl5pPr marL="1422989" indent="0">
              <a:buNone/>
              <a:defRPr sz="778"/>
            </a:lvl5pPr>
            <a:lvl6pPr marL="1778737" indent="0">
              <a:buNone/>
              <a:defRPr sz="778"/>
            </a:lvl6pPr>
            <a:lvl7pPr marL="2134484" indent="0">
              <a:buNone/>
              <a:defRPr sz="778"/>
            </a:lvl7pPr>
            <a:lvl8pPr marL="2490231" indent="0">
              <a:buNone/>
              <a:defRPr sz="778"/>
            </a:lvl8pPr>
            <a:lvl9pPr marL="2845979" indent="0">
              <a:buNone/>
              <a:defRPr sz="778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08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095" y="437727"/>
            <a:ext cx="2294829" cy="1532043"/>
          </a:xfrm>
        </p:spPr>
        <p:txBody>
          <a:bodyPr anchor="b"/>
          <a:lstStyle>
            <a:lvl1pPr>
              <a:defRPr sz="249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4876" y="945369"/>
            <a:ext cx="3602057" cy="4666045"/>
          </a:xfrm>
        </p:spPr>
        <p:txBody>
          <a:bodyPr anchor="t"/>
          <a:lstStyle>
            <a:lvl1pPr marL="0" indent="0">
              <a:buNone/>
              <a:defRPr sz="2490"/>
            </a:lvl1pPr>
            <a:lvl2pPr marL="355747" indent="0">
              <a:buNone/>
              <a:defRPr sz="2179"/>
            </a:lvl2pPr>
            <a:lvl3pPr marL="711495" indent="0">
              <a:buNone/>
              <a:defRPr sz="1867"/>
            </a:lvl3pPr>
            <a:lvl4pPr marL="1067242" indent="0">
              <a:buNone/>
              <a:defRPr sz="1556"/>
            </a:lvl4pPr>
            <a:lvl5pPr marL="1422989" indent="0">
              <a:buNone/>
              <a:defRPr sz="1556"/>
            </a:lvl5pPr>
            <a:lvl6pPr marL="1778737" indent="0">
              <a:buNone/>
              <a:defRPr sz="1556"/>
            </a:lvl6pPr>
            <a:lvl7pPr marL="2134484" indent="0">
              <a:buNone/>
              <a:defRPr sz="1556"/>
            </a:lvl7pPr>
            <a:lvl8pPr marL="2490231" indent="0">
              <a:buNone/>
              <a:defRPr sz="1556"/>
            </a:lvl8pPr>
            <a:lvl9pPr marL="2845979" indent="0">
              <a:buNone/>
              <a:defRPr sz="1556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0095" y="1969770"/>
            <a:ext cx="2294829" cy="3649243"/>
          </a:xfrm>
        </p:spPr>
        <p:txBody>
          <a:bodyPr/>
          <a:lstStyle>
            <a:lvl1pPr marL="0" indent="0">
              <a:buNone/>
              <a:defRPr sz="1245"/>
            </a:lvl1pPr>
            <a:lvl2pPr marL="355747" indent="0">
              <a:buNone/>
              <a:defRPr sz="1089"/>
            </a:lvl2pPr>
            <a:lvl3pPr marL="711495" indent="0">
              <a:buNone/>
              <a:defRPr sz="934"/>
            </a:lvl3pPr>
            <a:lvl4pPr marL="1067242" indent="0">
              <a:buNone/>
              <a:defRPr sz="778"/>
            </a:lvl4pPr>
            <a:lvl5pPr marL="1422989" indent="0">
              <a:buNone/>
              <a:defRPr sz="778"/>
            </a:lvl5pPr>
            <a:lvl6pPr marL="1778737" indent="0">
              <a:buNone/>
              <a:defRPr sz="778"/>
            </a:lvl6pPr>
            <a:lvl7pPr marL="2134484" indent="0">
              <a:buNone/>
              <a:defRPr sz="778"/>
            </a:lvl7pPr>
            <a:lvl8pPr marL="2490231" indent="0">
              <a:buNone/>
              <a:defRPr sz="778"/>
            </a:lvl8pPr>
            <a:lvl9pPr marL="2845979" indent="0">
              <a:buNone/>
              <a:defRPr sz="778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731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2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91797" y="349573"/>
            <a:ext cx="1534210" cy="556429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169" y="349573"/>
            <a:ext cx="4513689" cy="556429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5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9169" y="349575"/>
            <a:ext cx="6136838" cy="1269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169" y="1747867"/>
            <a:ext cx="6136838" cy="4166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9168" y="6085618"/>
            <a:ext cx="1600914" cy="349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6902" y="6085618"/>
            <a:ext cx="2401372" cy="349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25093" y="6085618"/>
            <a:ext cx="1600914" cy="349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91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7" r:id="rId1"/>
    <p:sldLayoutId id="2147484358" r:id="rId2"/>
    <p:sldLayoutId id="2147484359" r:id="rId3"/>
    <p:sldLayoutId id="2147484360" r:id="rId4"/>
    <p:sldLayoutId id="2147484361" r:id="rId5"/>
    <p:sldLayoutId id="2147484362" r:id="rId6"/>
    <p:sldLayoutId id="2147484363" r:id="rId7"/>
    <p:sldLayoutId id="2147484364" r:id="rId8"/>
    <p:sldLayoutId id="2147484365" r:id="rId9"/>
    <p:sldLayoutId id="2147484366" r:id="rId10"/>
    <p:sldLayoutId id="2147484367" r:id="rId11"/>
  </p:sldLayoutIdLst>
  <p:txStyles>
    <p:titleStyle>
      <a:lvl1pPr algn="l" defTabSz="711495" rtl="0" eaLnBrk="1" latinLnBrk="0" hangingPunct="1">
        <a:lnSpc>
          <a:spcPct val="90000"/>
        </a:lnSpc>
        <a:spcBef>
          <a:spcPct val="0"/>
        </a:spcBef>
        <a:buNone/>
        <a:defRPr sz="34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7874" indent="-177874" algn="l" defTabSz="711495" rtl="0" eaLnBrk="1" latinLnBrk="0" hangingPunct="1">
        <a:lnSpc>
          <a:spcPct val="90000"/>
        </a:lnSpc>
        <a:spcBef>
          <a:spcPts val="778"/>
        </a:spcBef>
        <a:buFont typeface="Arial" panose="020B0604020202020204" pitchFamily="34" charset="0"/>
        <a:buChar char="•"/>
        <a:defRPr sz="2179" kern="1200">
          <a:solidFill>
            <a:schemeClr val="tx1"/>
          </a:solidFill>
          <a:latin typeface="+mn-lt"/>
          <a:ea typeface="+mn-ea"/>
          <a:cs typeface="+mn-cs"/>
        </a:defRPr>
      </a:lvl1pPr>
      <a:lvl2pPr marL="533621" indent="-177874" algn="l" defTabSz="711495" rtl="0" eaLnBrk="1" latinLnBrk="0" hangingPunct="1">
        <a:lnSpc>
          <a:spcPct val="90000"/>
        </a:lnSpc>
        <a:spcBef>
          <a:spcPts val="389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889368" indent="-177874" algn="l" defTabSz="711495" rtl="0" eaLnBrk="1" latinLnBrk="0" hangingPunct="1">
        <a:lnSpc>
          <a:spcPct val="90000"/>
        </a:lnSpc>
        <a:spcBef>
          <a:spcPts val="389"/>
        </a:spcBef>
        <a:buFont typeface="Arial" panose="020B0604020202020204" pitchFamily="34" charset="0"/>
        <a:buChar char="•"/>
        <a:defRPr sz="1556" kern="1200">
          <a:solidFill>
            <a:schemeClr val="tx1"/>
          </a:solidFill>
          <a:latin typeface="+mn-lt"/>
          <a:ea typeface="+mn-ea"/>
          <a:cs typeface="+mn-cs"/>
        </a:defRPr>
      </a:lvl3pPr>
      <a:lvl4pPr marL="1245116" indent="-177874" algn="l" defTabSz="711495" rtl="0" eaLnBrk="1" latinLnBrk="0" hangingPunct="1">
        <a:lnSpc>
          <a:spcPct val="90000"/>
        </a:lnSpc>
        <a:spcBef>
          <a:spcPts val="389"/>
        </a:spcBef>
        <a:buFont typeface="Arial" panose="020B0604020202020204" pitchFamily="34" charset="0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4pPr>
      <a:lvl5pPr marL="1600863" indent="-177874" algn="l" defTabSz="711495" rtl="0" eaLnBrk="1" latinLnBrk="0" hangingPunct="1">
        <a:lnSpc>
          <a:spcPct val="90000"/>
        </a:lnSpc>
        <a:spcBef>
          <a:spcPts val="389"/>
        </a:spcBef>
        <a:buFont typeface="Arial" panose="020B0604020202020204" pitchFamily="34" charset="0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5pPr>
      <a:lvl6pPr marL="1956610" indent="-177874" algn="l" defTabSz="711495" rtl="0" eaLnBrk="1" latinLnBrk="0" hangingPunct="1">
        <a:lnSpc>
          <a:spcPct val="90000"/>
        </a:lnSpc>
        <a:spcBef>
          <a:spcPts val="389"/>
        </a:spcBef>
        <a:buFont typeface="Arial" panose="020B0604020202020204" pitchFamily="34" charset="0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6pPr>
      <a:lvl7pPr marL="2312358" indent="-177874" algn="l" defTabSz="711495" rtl="0" eaLnBrk="1" latinLnBrk="0" hangingPunct="1">
        <a:lnSpc>
          <a:spcPct val="90000"/>
        </a:lnSpc>
        <a:spcBef>
          <a:spcPts val="389"/>
        </a:spcBef>
        <a:buFont typeface="Arial" panose="020B0604020202020204" pitchFamily="34" charset="0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7pPr>
      <a:lvl8pPr marL="2668105" indent="-177874" algn="l" defTabSz="711495" rtl="0" eaLnBrk="1" latinLnBrk="0" hangingPunct="1">
        <a:lnSpc>
          <a:spcPct val="90000"/>
        </a:lnSpc>
        <a:spcBef>
          <a:spcPts val="389"/>
        </a:spcBef>
        <a:buFont typeface="Arial" panose="020B0604020202020204" pitchFamily="34" charset="0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8pPr>
      <a:lvl9pPr marL="3023852" indent="-177874" algn="l" defTabSz="711495" rtl="0" eaLnBrk="1" latinLnBrk="0" hangingPunct="1">
        <a:lnSpc>
          <a:spcPct val="90000"/>
        </a:lnSpc>
        <a:spcBef>
          <a:spcPts val="389"/>
        </a:spcBef>
        <a:buFont typeface="Arial" panose="020B0604020202020204" pitchFamily="34" charset="0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1495" rtl="0" eaLnBrk="1" latinLnBrk="0" hangingPunct="1">
        <a:defRPr sz="1401" kern="1200">
          <a:solidFill>
            <a:schemeClr val="tx1"/>
          </a:solidFill>
          <a:latin typeface="+mn-lt"/>
          <a:ea typeface="+mn-ea"/>
          <a:cs typeface="+mn-cs"/>
        </a:defRPr>
      </a:lvl1pPr>
      <a:lvl2pPr marL="355747" algn="l" defTabSz="711495" rtl="0" eaLnBrk="1" latinLnBrk="0" hangingPunct="1">
        <a:defRPr sz="1401" kern="1200">
          <a:solidFill>
            <a:schemeClr val="tx1"/>
          </a:solidFill>
          <a:latin typeface="+mn-lt"/>
          <a:ea typeface="+mn-ea"/>
          <a:cs typeface="+mn-cs"/>
        </a:defRPr>
      </a:lvl2pPr>
      <a:lvl3pPr marL="711495" algn="l" defTabSz="711495" rtl="0" eaLnBrk="1" latinLnBrk="0" hangingPunct="1">
        <a:defRPr sz="1401" kern="1200">
          <a:solidFill>
            <a:schemeClr val="tx1"/>
          </a:solidFill>
          <a:latin typeface="+mn-lt"/>
          <a:ea typeface="+mn-ea"/>
          <a:cs typeface="+mn-cs"/>
        </a:defRPr>
      </a:lvl3pPr>
      <a:lvl4pPr marL="1067242" algn="l" defTabSz="711495" rtl="0" eaLnBrk="1" latinLnBrk="0" hangingPunct="1">
        <a:defRPr sz="1401" kern="1200">
          <a:solidFill>
            <a:schemeClr val="tx1"/>
          </a:solidFill>
          <a:latin typeface="+mn-lt"/>
          <a:ea typeface="+mn-ea"/>
          <a:cs typeface="+mn-cs"/>
        </a:defRPr>
      </a:lvl4pPr>
      <a:lvl5pPr marL="1422989" algn="l" defTabSz="711495" rtl="0" eaLnBrk="1" latinLnBrk="0" hangingPunct="1">
        <a:defRPr sz="1401" kern="1200">
          <a:solidFill>
            <a:schemeClr val="tx1"/>
          </a:solidFill>
          <a:latin typeface="+mn-lt"/>
          <a:ea typeface="+mn-ea"/>
          <a:cs typeface="+mn-cs"/>
        </a:defRPr>
      </a:lvl5pPr>
      <a:lvl6pPr marL="1778737" algn="l" defTabSz="711495" rtl="0" eaLnBrk="1" latinLnBrk="0" hangingPunct="1">
        <a:defRPr sz="1401" kern="1200">
          <a:solidFill>
            <a:schemeClr val="tx1"/>
          </a:solidFill>
          <a:latin typeface="+mn-lt"/>
          <a:ea typeface="+mn-ea"/>
          <a:cs typeface="+mn-cs"/>
        </a:defRPr>
      </a:lvl6pPr>
      <a:lvl7pPr marL="2134484" algn="l" defTabSz="711495" rtl="0" eaLnBrk="1" latinLnBrk="0" hangingPunct="1">
        <a:defRPr sz="1401" kern="1200">
          <a:solidFill>
            <a:schemeClr val="tx1"/>
          </a:solidFill>
          <a:latin typeface="+mn-lt"/>
          <a:ea typeface="+mn-ea"/>
          <a:cs typeface="+mn-cs"/>
        </a:defRPr>
      </a:lvl7pPr>
      <a:lvl8pPr marL="2490231" algn="l" defTabSz="711495" rtl="0" eaLnBrk="1" latinLnBrk="0" hangingPunct="1">
        <a:defRPr sz="1401" kern="1200">
          <a:solidFill>
            <a:schemeClr val="tx1"/>
          </a:solidFill>
          <a:latin typeface="+mn-lt"/>
          <a:ea typeface="+mn-ea"/>
          <a:cs typeface="+mn-cs"/>
        </a:defRPr>
      </a:lvl8pPr>
      <a:lvl9pPr marL="2845979" algn="l" defTabSz="711495" rtl="0" eaLnBrk="1" latinLnBrk="0" hangingPunct="1">
        <a:defRPr sz="14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" y="58737"/>
            <a:ext cx="6972300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1714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Zhang(Peter)</cp:lastModifiedBy>
  <cp:revision>65</cp:revision>
  <dcterms:created xsi:type="dcterms:W3CDTF">2020-03-18T02:10:58Z</dcterms:created>
  <dcterms:modified xsi:type="dcterms:W3CDTF">2024-02-06T06:00:03Z</dcterms:modified>
</cp:coreProperties>
</file>