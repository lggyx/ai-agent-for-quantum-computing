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38" saveSubsetFonts="1">
  <p:sldMasterIdLst>
    <p:sldMasterId id="2147483972" r:id="rId1"/>
  </p:sldMasterIdLst>
  <p:notesMasterIdLst>
    <p:notesMasterId r:id="rId3"/>
  </p:notesMasterIdLst>
  <p:sldIdLst>
    <p:sldId id="256" r:id="rId2"/>
  </p:sldIdLst>
  <p:sldSz cx="4114800" cy="39322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41" autoAdjust="0"/>
    <p:restoredTop sz="93758" autoAdjust="0"/>
  </p:normalViewPr>
  <p:slideViewPr>
    <p:cSldViewPr snapToGrid="0">
      <p:cViewPr varScale="1">
        <p:scale>
          <a:sx n="114" d="100"/>
          <a:sy n="114" d="100"/>
        </p:scale>
        <p:origin x="1796" y="68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BCA26-2497-4D2F-9571-A0C997A43EAA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14513" y="1143000"/>
            <a:ext cx="32289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F3C6A1-93D1-4A18-811B-789C522BA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98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18992" rtl="0" eaLnBrk="1" latinLnBrk="0" hangingPunct="1">
      <a:defRPr sz="682" kern="1200">
        <a:solidFill>
          <a:schemeClr val="tx1"/>
        </a:solidFill>
        <a:latin typeface="+mn-lt"/>
        <a:ea typeface="+mn-ea"/>
        <a:cs typeface="+mn-cs"/>
      </a:defRPr>
    </a:lvl1pPr>
    <a:lvl2pPr marL="259495" algn="l" defTabSz="518992" rtl="0" eaLnBrk="1" latinLnBrk="0" hangingPunct="1">
      <a:defRPr sz="682" kern="1200">
        <a:solidFill>
          <a:schemeClr val="tx1"/>
        </a:solidFill>
        <a:latin typeface="+mn-lt"/>
        <a:ea typeface="+mn-ea"/>
        <a:cs typeface="+mn-cs"/>
      </a:defRPr>
    </a:lvl2pPr>
    <a:lvl3pPr marL="518992" algn="l" defTabSz="518992" rtl="0" eaLnBrk="1" latinLnBrk="0" hangingPunct="1">
      <a:defRPr sz="682" kern="1200">
        <a:solidFill>
          <a:schemeClr val="tx1"/>
        </a:solidFill>
        <a:latin typeface="+mn-lt"/>
        <a:ea typeface="+mn-ea"/>
        <a:cs typeface="+mn-cs"/>
      </a:defRPr>
    </a:lvl3pPr>
    <a:lvl4pPr marL="778487" algn="l" defTabSz="518992" rtl="0" eaLnBrk="1" latinLnBrk="0" hangingPunct="1">
      <a:defRPr sz="682" kern="1200">
        <a:solidFill>
          <a:schemeClr val="tx1"/>
        </a:solidFill>
        <a:latin typeface="+mn-lt"/>
        <a:ea typeface="+mn-ea"/>
        <a:cs typeface="+mn-cs"/>
      </a:defRPr>
    </a:lvl4pPr>
    <a:lvl5pPr marL="1037982" algn="l" defTabSz="518992" rtl="0" eaLnBrk="1" latinLnBrk="0" hangingPunct="1">
      <a:defRPr sz="682" kern="1200">
        <a:solidFill>
          <a:schemeClr val="tx1"/>
        </a:solidFill>
        <a:latin typeface="+mn-lt"/>
        <a:ea typeface="+mn-ea"/>
        <a:cs typeface="+mn-cs"/>
      </a:defRPr>
    </a:lvl5pPr>
    <a:lvl6pPr marL="1297480" algn="l" defTabSz="518992" rtl="0" eaLnBrk="1" latinLnBrk="0" hangingPunct="1">
      <a:defRPr sz="682" kern="1200">
        <a:solidFill>
          <a:schemeClr val="tx1"/>
        </a:solidFill>
        <a:latin typeface="+mn-lt"/>
        <a:ea typeface="+mn-ea"/>
        <a:cs typeface="+mn-cs"/>
      </a:defRPr>
    </a:lvl6pPr>
    <a:lvl7pPr marL="1556975" algn="l" defTabSz="518992" rtl="0" eaLnBrk="1" latinLnBrk="0" hangingPunct="1">
      <a:defRPr sz="682" kern="1200">
        <a:solidFill>
          <a:schemeClr val="tx1"/>
        </a:solidFill>
        <a:latin typeface="+mn-lt"/>
        <a:ea typeface="+mn-ea"/>
        <a:cs typeface="+mn-cs"/>
      </a:defRPr>
    </a:lvl7pPr>
    <a:lvl8pPr marL="1816470" algn="l" defTabSz="518992" rtl="0" eaLnBrk="1" latinLnBrk="0" hangingPunct="1">
      <a:defRPr sz="682" kern="1200">
        <a:solidFill>
          <a:schemeClr val="tx1"/>
        </a:solidFill>
        <a:latin typeface="+mn-lt"/>
        <a:ea typeface="+mn-ea"/>
        <a:cs typeface="+mn-cs"/>
      </a:defRPr>
    </a:lvl8pPr>
    <a:lvl9pPr marL="2075967" algn="l" defTabSz="518992" rtl="0" eaLnBrk="1" latinLnBrk="0" hangingPunct="1">
      <a:defRPr sz="68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14513" y="1143000"/>
            <a:ext cx="32289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F3C6A1-93D1-4A18-811B-789C522BAA51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989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8610" y="643540"/>
            <a:ext cx="3497580" cy="1369001"/>
          </a:xfrm>
        </p:spPr>
        <p:txBody>
          <a:bodyPr anchor="b"/>
          <a:lstStyle>
            <a:lvl1pPr algn="ctr"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4350" y="2065336"/>
            <a:ext cx="3086100" cy="949380"/>
          </a:xfrm>
        </p:spPr>
        <p:txBody>
          <a:bodyPr/>
          <a:lstStyle>
            <a:lvl1pPr marL="0" indent="0" algn="ctr">
              <a:buNone/>
              <a:defRPr sz="1080"/>
            </a:lvl1pPr>
            <a:lvl2pPr marL="205740" indent="0" algn="ctr">
              <a:buNone/>
              <a:defRPr sz="900"/>
            </a:lvl2pPr>
            <a:lvl3pPr marL="411480" indent="0" algn="ctr">
              <a:buNone/>
              <a:defRPr sz="810"/>
            </a:lvl3pPr>
            <a:lvl4pPr marL="617220" indent="0" algn="ctr">
              <a:buNone/>
              <a:defRPr sz="720"/>
            </a:lvl4pPr>
            <a:lvl5pPr marL="822960" indent="0" algn="ctr">
              <a:buNone/>
              <a:defRPr sz="720"/>
            </a:lvl5pPr>
            <a:lvl6pPr marL="1028700" indent="0" algn="ctr">
              <a:buNone/>
              <a:defRPr sz="720"/>
            </a:lvl6pPr>
            <a:lvl7pPr marL="1234440" indent="0" algn="ctr">
              <a:buNone/>
              <a:defRPr sz="720"/>
            </a:lvl7pPr>
            <a:lvl8pPr marL="1440180" indent="0" algn="ctr">
              <a:buNone/>
              <a:defRPr sz="720"/>
            </a:lvl8pPr>
            <a:lvl9pPr marL="1645920" indent="0" algn="ctr">
              <a:buNone/>
              <a:defRPr sz="7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751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379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750" y="980330"/>
            <a:ext cx="3549015" cy="1635701"/>
          </a:xfrm>
        </p:spPr>
        <p:txBody>
          <a:bodyPr anchor="b"/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0750" y="2631506"/>
            <a:ext cx="3549015" cy="860177"/>
          </a:xfrm>
        </p:spPr>
        <p:txBody>
          <a:bodyPr/>
          <a:lstStyle>
            <a:lvl1pPr marL="0" indent="0">
              <a:buNone/>
              <a:defRPr sz="1080">
                <a:solidFill>
                  <a:schemeClr val="tx1"/>
                </a:solidFill>
              </a:defRPr>
            </a:lvl1pPr>
            <a:lvl2pPr marL="20574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2pPr>
            <a:lvl3pPr marL="411480" indent="0">
              <a:buNone/>
              <a:defRPr sz="810">
                <a:solidFill>
                  <a:schemeClr val="tx1">
                    <a:tint val="75000"/>
                  </a:schemeClr>
                </a:solidFill>
              </a:defRPr>
            </a:lvl3pPr>
            <a:lvl4pPr marL="617220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4pPr>
            <a:lvl5pPr marL="822960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5pPr>
            <a:lvl6pPr marL="1028700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6pPr>
            <a:lvl7pPr marL="1234440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7pPr>
            <a:lvl8pPr marL="1440180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8pPr>
            <a:lvl9pPr marL="1645920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400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2893" y="1046776"/>
            <a:ext cx="1748790" cy="24949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3118" y="1046776"/>
            <a:ext cx="1748790" cy="24949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636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428" y="209356"/>
            <a:ext cx="3549015" cy="7600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3429" y="963945"/>
            <a:ext cx="1740753" cy="472414"/>
          </a:xfrm>
        </p:spPr>
        <p:txBody>
          <a:bodyPr anchor="b"/>
          <a:lstStyle>
            <a:lvl1pPr marL="0" indent="0">
              <a:buNone/>
              <a:defRPr sz="1080" b="1"/>
            </a:lvl1pPr>
            <a:lvl2pPr marL="205740" indent="0">
              <a:buNone/>
              <a:defRPr sz="900" b="1"/>
            </a:lvl2pPr>
            <a:lvl3pPr marL="411480" indent="0">
              <a:buNone/>
              <a:defRPr sz="810" b="1"/>
            </a:lvl3pPr>
            <a:lvl4pPr marL="617220" indent="0">
              <a:buNone/>
              <a:defRPr sz="720" b="1"/>
            </a:lvl4pPr>
            <a:lvl5pPr marL="822960" indent="0">
              <a:buNone/>
              <a:defRPr sz="720" b="1"/>
            </a:lvl5pPr>
            <a:lvl6pPr marL="1028700" indent="0">
              <a:buNone/>
              <a:defRPr sz="720" b="1"/>
            </a:lvl6pPr>
            <a:lvl7pPr marL="1234440" indent="0">
              <a:buNone/>
              <a:defRPr sz="720" b="1"/>
            </a:lvl7pPr>
            <a:lvl8pPr marL="1440180" indent="0">
              <a:buNone/>
              <a:defRPr sz="720" b="1"/>
            </a:lvl8pPr>
            <a:lvl9pPr marL="1645920" indent="0">
              <a:buNone/>
              <a:defRPr sz="7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3429" y="1436359"/>
            <a:ext cx="1740753" cy="21126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83118" y="963945"/>
            <a:ext cx="1749326" cy="472414"/>
          </a:xfrm>
        </p:spPr>
        <p:txBody>
          <a:bodyPr anchor="b"/>
          <a:lstStyle>
            <a:lvl1pPr marL="0" indent="0">
              <a:buNone/>
              <a:defRPr sz="1080" b="1"/>
            </a:lvl1pPr>
            <a:lvl2pPr marL="205740" indent="0">
              <a:buNone/>
              <a:defRPr sz="900" b="1"/>
            </a:lvl2pPr>
            <a:lvl3pPr marL="411480" indent="0">
              <a:buNone/>
              <a:defRPr sz="810" b="1"/>
            </a:lvl3pPr>
            <a:lvl4pPr marL="617220" indent="0">
              <a:buNone/>
              <a:defRPr sz="720" b="1"/>
            </a:lvl4pPr>
            <a:lvl5pPr marL="822960" indent="0">
              <a:buNone/>
              <a:defRPr sz="720" b="1"/>
            </a:lvl5pPr>
            <a:lvl6pPr marL="1028700" indent="0">
              <a:buNone/>
              <a:defRPr sz="720" b="1"/>
            </a:lvl6pPr>
            <a:lvl7pPr marL="1234440" indent="0">
              <a:buNone/>
              <a:defRPr sz="720" b="1"/>
            </a:lvl7pPr>
            <a:lvl8pPr marL="1440180" indent="0">
              <a:buNone/>
              <a:defRPr sz="720" b="1"/>
            </a:lvl8pPr>
            <a:lvl9pPr marL="1645920" indent="0">
              <a:buNone/>
              <a:defRPr sz="7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83118" y="1436359"/>
            <a:ext cx="1749326" cy="21126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987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619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099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429" y="262149"/>
            <a:ext cx="1327130" cy="917522"/>
          </a:xfrm>
        </p:spPr>
        <p:txBody>
          <a:bodyPr anchor="b"/>
          <a:lstStyle>
            <a:lvl1pPr>
              <a:defRPr sz="14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49326" y="566170"/>
            <a:ext cx="2083118" cy="2794438"/>
          </a:xfrm>
        </p:spPr>
        <p:txBody>
          <a:bodyPr/>
          <a:lstStyle>
            <a:lvl1pPr>
              <a:defRPr sz="1440"/>
            </a:lvl1pPr>
            <a:lvl2pPr>
              <a:defRPr sz="1260"/>
            </a:lvl2pPr>
            <a:lvl3pPr>
              <a:defRPr sz="108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3429" y="1179671"/>
            <a:ext cx="1327130" cy="2185487"/>
          </a:xfrm>
        </p:spPr>
        <p:txBody>
          <a:bodyPr/>
          <a:lstStyle>
            <a:lvl1pPr marL="0" indent="0">
              <a:buNone/>
              <a:defRPr sz="720"/>
            </a:lvl1pPr>
            <a:lvl2pPr marL="205740" indent="0">
              <a:buNone/>
              <a:defRPr sz="630"/>
            </a:lvl2pPr>
            <a:lvl3pPr marL="411480" indent="0">
              <a:buNone/>
              <a:defRPr sz="540"/>
            </a:lvl3pPr>
            <a:lvl4pPr marL="617220" indent="0">
              <a:buNone/>
              <a:defRPr sz="450"/>
            </a:lvl4pPr>
            <a:lvl5pPr marL="822960" indent="0">
              <a:buNone/>
              <a:defRPr sz="450"/>
            </a:lvl5pPr>
            <a:lvl6pPr marL="1028700" indent="0">
              <a:buNone/>
              <a:defRPr sz="450"/>
            </a:lvl6pPr>
            <a:lvl7pPr marL="1234440" indent="0">
              <a:buNone/>
              <a:defRPr sz="450"/>
            </a:lvl7pPr>
            <a:lvl8pPr marL="1440180" indent="0">
              <a:buNone/>
              <a:defRPr sz="450"/>
            </a:lvl8pPr>
            <a:lvl9pPr marL="1645920" indent="0">
              <a:buNone/>
              <a:defRPr sz="4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718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429" y="262149"/>
            <a:ext cx="1327130" cy="917522"/>
          </a:xfrm>
        </p:spPr>
        <p:txBody>
          <a:bodyPr anchor="b"/>
          <a:lstStyle>
            <a:lvl1pPr>
              <a:defRPr sz="14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49326" y="566170"/>
            <a:ext cx="2083118" cy="2794438"/>
          </a:xfrm>
        </p:spPr>
        <p:txBody>
          <a:bodyPr anchor="t"/>
          <a:lstStyle>
            <a:lvl1pPr marL="0" indent="0">
              <a:buNone/>
              <a:defRPr sz="1440"/>
            </a:lvl1pPr>
            <a:lvl2pPr marL="205740" indent="0">
              <a:buNone/>
              <a:defRPr sz="1260"/>
            </a:lvl2pPr>
            <a:lvl3pPr marL="411480" indent="0">
              <a:buNone/>
              <a:defRPr sz="1080"/>
            </a:lvl3pPr>
            <a:lvl4pPr marL="617220" indent="0">
              <a:buNone/>
              <a:defRPr sz="900"/>
            </a:lvl4pPr>
            <a:lvl5pPr marL="822960" indent="0">
              <a:buNone/>
              <a:defRPr sz="900"/>
            </a:lvl5pPr>
            <a:lvl6pPr marL="1028700" indent="0">
              <a:buNone/>
              <a:defRPr sz="900"/>
            </a:lvl6pPr>
            <a:lvl7pPr marL="1234440" indent="0">
              <a:buNone/>
              <a:defRPr sz="900"/>
            </a:lvl7pPr>
            <a:lvl8pPr marL="1440180" indent="0">
              <a:buNone/>
              <a:defRPr sz="900"/>
            </a:lvl8pPr>
            <a:lvl9pPr marL="1645920" indent="0">
              <a:buNone/>
              <a:defRPr sz="9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3429" y="1179671"/>
            <a:ext cx="1327130" cy="2185487"/>
          </a:xfrm>
        </p:spPr>
        <p:txBody>
          <a:bodyPr/>
          <a:lstStyle>
            <a:lvl1pPr marL="0" indent="0">
              <a:buNone/>
              <a:defRPr sz="720"/>
            </a:lvl1pPr>
            <a:lvl2pPr marL="205740" indent="0">
              <a:buNone/>
              <a:defRPr sz="630"/>
            </a:lvl2pPr>
            <a:lvl3pPr marL="411480" indent="0">
              <a:buNone/>
              <a:defRPr sz="540"/>
            </a:lvl3pPr>
            <a:lvl4pPr marL="617220" indent="0">
              <a:buNone/>
              <a:defRPr sz="450"/>
            </a:lvl4pPr>
            <a:lvl5pPr marL="822960" indent="0">
              <a:buNone/>
              <a:defRPr sz="450"/>
            </a:lvl5pPr>
            <a:lvl6pPr marL="1028700" indent="0">
              <a:buNone/>
              <a:defRPr sz="450"/>
            </a:lvl6pPr>
            <a:lvl7pPr marL="1234440" indent="0">
              <a:buNone/>
              <a:defRPr sz="450"/>
            </a:lvl7pPr>
            <a:lvl8pPr marL="1440180" indent="0">
              <a:buNone/>
              <a:defRPr sz="450"/>
            </a:lvl8pPr>
            <a:lvl9pPr marL="1645920" indent="0">
              <a:buNone/>
              <a:defRPr sz="4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8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706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944654" y="209355"/>
            <a:ext cx="887254" cy="333239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2893" y="209355"/>
            <a:ext cx="2610326" cy="33323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631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2893" y="209356"/>
            <a:ext cx="3549015" cy="7600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2893" y="1046776"/>
            <a:ext cx="3549015" cy="24949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82893" y="3644603"/>
            <a:ext cx="925830" cy="2093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63028" y="3644603"/>
            <a:ext cx="1388745" cy="2093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06078" y="3644603"/>
            <a:ext cx="925830" cy="2093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967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3" r:id="rId1"/>
    <p:sldLayoutId id="2147483974" r:id="rId2"/>
    <p:sldLayoutId id="2147483975" r:id="rId3"/>
    <p:sldLayoutId id="2147483976" r:id="rId4"/>
    <p:sldLayoutId id="2147483977" r:id="rId5"/>
    <p:sldLayoutId id="2147483978" r:id="rId6"/>
    <p:sldLayoutId id="2147483979" r:id="rId7"/>
    <p:sldLayoutId id="2147483980" r:id="rId8"/>
    <p:sldLayoutId id="2147483981" r:id="rId9"/>
    <p:sldLayoutId id="2147483982" r:id="rId10"/>
    <p:sldLayoutId id="2147483983" r:id="rId11"/>
  </p:sldLayoutIdLst>
  <p:txStyles>
    <p:titleStyle>
      <a:lvl1pPr algn="l" defTabSz="411480" rtl="0" eaLnBrk="1" latinLnBrk="0" hangingPunct="1">
        <a:lnSpc>
          <a:spcPct val="90000"/>
        </a:lnSpc>
        <a:spcBef>
          <a:spcPct val="0"/>
        </a:spcBef>
        <a:buNone/>
        <a:defRPr sz="19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2870" indent="-102870" algn="l" defTabSz="41148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810" kern="1200">
          <a:solidFill>
            <a:schemeClr val="tx1"/>
          </a:solidFill>
          <a:latin typeface="+mn-lt"/>
          <a:ea typeface="+mn-ea"/>
          <a:cs typeface="+mn-cs"/>
        </a:defRPr>
      </a:lvl4pPr>
      <a:lvl5pPr marL="92583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810" kern="1200">
          <a:solidFill>
            <a:schemeClr val="tx1"/>
          </a:solidFill>
          <a:latin typeface="+mn-lt"/>
          <a:ea typeface="+mn-ea"/>
          <a:cs typeface="+mn-cs"/>
        </a:defRPr>
      </a:lvl5pPr>
      <a:lvl6pPr marL="113157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810" kern="1200">
          <a:solidFill>
            <a:schemeClr val="tx1"/>
          </a:solidFill>
          <a:latin typeface="+mn-lt"/>
          <a:ea typeface="+mn-ea"/>
          <a:cs typeface="+mn-cs"/>
        </a:defRPr>
      </a:lvl6pPr>
      <a:lvl7pPr marL="133731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810" kern="1200">
          <a:solidFill>
            <a:schemeClr val="tx1"/>
          </a:solidFill>
          <a:latin typeface="+mn-lt"/>
          <a:ea typeface="+mn-ea"/>
          <a:cs typeface="+mn-cs"/>
        </a:defRPr>
      </a:lvl7pPr>
      <a:lvl8pPr marL="154305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810" kern="1200">
          <a:solidFill>
            <a:schemeClr val="tx1"/>
          </a:solidFill>
          <a:latin typeface="+mn-lt"/>
          <a:ea typeface="+mn-ea"/>
          <a:cs typeface="+mn-cs"/>
        </a:defRPr>
      </a:lvl8pPr>
      <a:lvl9pPr marL="174879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8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1pPr>
      <a:lvl2pPr marL="20574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3pPr>
      <a:lvl4pPr marL="61722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5pPr>
      <a:lvl6pPr marL="102870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6pPr>
      <a:lvl7pPr marL="123444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7pPr>
      <a:lvl8pPr marL="144018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8pPr>
      <a:lvl9pPr marL="164592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6FC26AF9-E57B-4562-A01C-E12DB660E137}"/>
              </a:ext>
            </a:extLst>
          </p:cNvPr>
          <p:cNvSpPr/>
          <p:nvPr/>
        </p:nvSpPr>
        <p:spPr>
          <a:xfrm>
            <a:off x="116636" y="1827727"/>
            <a:ext cx="3852114" cy="574162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suMemArchType</a:t>
            </a:r>
            <a:r>
              <a:rPr lang="en-US" sz="12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=UMA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B5716EF-D513-4260-B5F8-C94EB39EEAD7}"/>
              </a:ext>
            </a:extLst>
          </p:cNvPr>
          <p:cNvSpPr/>
          <p:nvPr/>
        </p:nvSpPr>
        <p:spPr>
          <a:xfrm>
            <a:off x="1479537" y="819384"/>
            <a:ext cx="1219057" cy="62206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MmvMatrix3D/</a:t>
            </a:r>
          </a:p>
          <a:p>
            <a:pPr algn="ctr"/>
            <a:r>
              <a:rPr lang="en-US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MmvMatrix</a:t>
            </a:r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9B8DD9A-8DE7-4E7D-A249-BB20B7675931}"/>
              </a:ext>
            </a:extLst>
          </p:cNvPr>
          <p:cNvSpPr/>
          <p:nvPr/>
        </p:nvSpPr>
        <p:spPr>
          <a:xfrm>
            <a:off x="2261582" y="1915904"/>
            <a:ext cx="1624618" cy="36512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UmaMmvMatrix3D/</a:t>
            </a:r>
          </a:p>
          <a:p>
            <a:pPr algn="ctr"/>
            <a:r>
              <a:rPr lang="en-US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UmaMmvMatrix</a:t>
            </a:r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F55DCD2-3AAB-4CF5-A3CC-5E950C19A754}"/>
              </a:ext>
            </a:extLst>
          </p:cNvPr>
          <p:cNvSpPr/>
          <p:nvPr/>
        </p:nvSpPr>
        <p:spPr>
          <a:xfrm>
            <a:off x="2253964" y="2610398"/>
            <a:ext cx="1632236" cy="36512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NumaMmvMatrix3D/</a:t>
            </a:r>
          </a:p>
          <a:p>
            <a:pPr algn="ctr"/>
            <a:r>
              <a:rPr lang="en-US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NumaMmvMatrix</a:t>
            </a:r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698EA7C-87D6-4CA2-9AF8-FF66B74366D1}"/>
              </a:ext>
            </a:extLst>
          </p:cNvPr>
          <p:cNvSpPr/>
          <p:nvPr/>
        </p:nvSpPr>
        <p:spPr>
          <a:xfrm>
            <a:off x="2253964" y="3346007"/>
            <a:ext cx="1632236" cy="36512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Uma4MmvMatrix3D/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Uma4MmvMatrix</a:t>
            </a:r>
          </a:p>
        </p:txBody>
      </p: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B8A306DC-AF89-4691-BE8E-F4DD8EC02654}"/>
              </a:ext>
            </a:extLst>
          </p:cNvPr>
          <p:cNvCxnSpPr>
            <a:cxnSpLocks/>
            <a:stCxn id="53" idx="1"/>
            <a:endCxn id="52" idx="2"/>
          </p:cNvCxnSpPr>
          <p:nvPr/>
        </p:nvCxnSpPr>
        <p:spPr>
          <a:xfrm rot="10800000">
            <a:off x="2089066" y="1441450"/>
            <a:ext cx="172516" cy="657016"/>
          </a:xfrm>
          <a:prstGeom prst="bentConnector2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BDABE83C-273D-4A50-A55B-2A27C6769CB8}"/>
              </a:ext>
            </a:extLst>
          </p:cNvPr>
          <p:cNvCxnSpPr>
            <a:cxnSpLocks/>
            <a:stCxn id="54" idx="1"/>
            <a:endCxn id="52" idx="2"/>
          </p:cNvCxnSpPr>
          <p:nvPr/>
        </p:nvCxnSpPr>
        <p:spPr>
          <a:xfrm rot="10800000">
            <a:off x="2089066" y="1441450"/>
            <a:ext cx="164898" cy="1351510"/>
          </a:xfrm>
          <a:prstGeom prst="bentConnector2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1A2985A9-C6A1-471D-BDCA-9A1336D84340}"/>
              </a:ext>
            </a:extLst>
          </p:cNvPr>
          <p:cNvCxnSpPr>
            <a:cxnSpLocks/>
            <a:stCxn id="55" idx="1"/>
            <a:endCxn id="52" idx="2"/>
          </p:cNvCxnSpPr>
          <p:nvPr/>
        </p:nvCxnSpPr>
        <p:spPr>
          <a:xfrm rot="10800000">
            <a:off x="2089066" y="1441451"/>
            <a:ext cx="164898" cy="2087119"/>
          </a:xfrm>
          <a:prstGeom prst="bentConnector2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BF5D5F4C-6A81-4B14-AEDE-5CD578663B2C}"/>
              </a:ext>
            </a:extLst>
          </p:cNvPr>
          <p:cNvSpPr txBox="1"/>
          <p:nvPr/>
        </p:nvSpPr>
        <p:spPr>
          <a:xfrm>
            <a:off x="156846" y="546143"/>
            <a:ext cx="12784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张量形状层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4EEFFDB-AFC5-4B0E-A8DD-E17AE1FEDAB6}"/>
              </a:ext>
            </a:extLst>
          </p:cNvPr>
          <p:cNvSpPr/>
          <p:nvPr/>
        </p:nvSpPr>
        <p:spPr>
          <a:xfrm>
            <a:off x="116636" y="2501085"/>
            <a:ext cx="3852113" cy="574162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suMemArchType</a:t>
            </a:r>
            <a:r>
              <a:rPr lang="en-US" sz="12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=NUMA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9092216-CF6E-40D9-9C0A-6BF3E00776CB}"/>
              </a:ext>
            </a:extLst>
          </p:cNvPr>
          <p:cNvSpPr/>
          <p:nvPr/>
        </p:nvSpPr>
        <p:spPr>
          <a:xfrm>
            <a:off x="116637" y="3234980"/>
            <a:ext cx="3852113" cy="574162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suMemArchType</a:t>
            </a:r>
            <a:r>
              <a:rPr lang="en-US" sz="12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=UMA4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3C9103C-EBC3-4875-B7A4-A1F8C4C0056F}"/>
              </a:ext>
            </a:extLst>
          </p:cNvPr>
          <p:cNvSpPr txBox="1"/>
          <p:nvPr/>
        </p:nvSpPr>
        <p:spPr>
          <a:xfrm>
            <a:off x="156846" y="1533123"/>
            <a:ext cx="14138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特化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3813ED1A-78AD-4C9A-B866-37C664985005}"/>
              </a:ext>
            </a:extLst>
          </p:cNvPr>
          <p:cNvCxnSpPr>
            <a:cxnSpLocks/>
            <a:stCxn id="52" idx="0"/>
            <a:endCxn id="64" idx="2"/>
          </p:cNvCxnSpPr>
          <p:nvPr/>
        </p:nvCxnSpPr>
        <p:spPr>
          <a:xfrm rot="16200000" flipV="1">
            <a:off x="1974202" y="704519"/>
            <a:ext cx="218174" cy="11555"/>
          </a:xfrm>
          <a:prstGeom prst="bentConnector3">
            <a:avLst>
              <a:gd name="adj1" fmla="val 50000"/>
            </a:avLst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DB43C3E6-470F-402C-A89C-A069744C5446}"/>
              </a:ext>
            </a:extLst>
          </p:cNvPr>
          <p:cNvSpPr/>
          <p:nvPr/>
        </p:nvSpPr>
        <p:spPr>
          <a:xfrm>
            <a:off x="1479538" y="77990"/>
            <a:ext cx="1195946" cy="5232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Matrix3D/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</a:p>
        </p:txBody>
      </p:sp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</TotalTime>
  <Words>29</Words>
  <Application>Microsoft Office PowerPoint</Application>
  <PresentationFormat>自定义</PresentationFormat>
  <Paragraphs>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Xi Zhang(张熙-Peter)</cp:lastModifiedBy>
  <cp:revision>31</cp:revision>
  <dcterms:created xsi:type="dcterms:W3CDTF">2020-03-18T02:10:58Z</dcterms:created>
  <dcterms:modified xsi:type="dcterms:W3CDTF">2022-11-26T03:24:24Z</dcterms:modified>
</cp:coreProperties>
</file>