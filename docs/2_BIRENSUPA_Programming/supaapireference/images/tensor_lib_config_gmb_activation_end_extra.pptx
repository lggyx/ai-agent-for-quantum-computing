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sldIdLst>
    <p:sldId id="256" r:id="rId2"/>
  </p:sldIdLst>
  <p:sldSz cx="2560638" cy="2925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65" autoAdjust="0"/>
    <p:restoredTop sz="94660"/>
  </p:normalViewPr>
  <p:slideViewPr>
    <p:cSldViewPr snapToGrid="0">
      <p:cViewPr>
        <p:scale>
          <a:sx n="200" d="100"/>
          <a:sy n="200" d="100"/>
        </p:scale>
        <p:origin x="5436" y="1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048" y="478823"/>
            <a:ext cx="2176542" cy="1018599"/>
          </a:xfrm>
        </p:spPr>
        <p:txBody>
          <a:bodyPr anchor="b"/>
          <a:lstStyle>
            <a:lvl1pPr algn="ctr">
              <a:defRPr sz="16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80" y="1536703"/>
            <a:ext cx="1920479" cy="706382"/>
          </a:xfrm>
        </p:spPr>
        <p:txBody>
          <a:bodyPr/>
          <a:lstStyle>
            <a:lvl1pPr marL="0" indent="0" algn="ctr">
              <a:buNone/>
              <a:defRPr sz="672"/>
            </a:lvl1pPr>
            <a:lvl2pPr marL="128016" indent="0" algn="ctr">
              <a:buNone/>
              <a:defRPr sz="560"/>
            </a:lvl2pPr>
            <a:lvl3pPr marL="256032" indent="0" algn="ctr">
              <a:buNone/>
              <a:defRPr sz="504"/>
            </a:lvl3pPr>
            <a:lvl4pPr marL="384048" indent="0" algn="ctr">
              <a:buNone/>
              <a:defRPr sz="448"/>
            </a:lvl4pPr>
            <a:lvl5pPr marL="512064" indent="0" algn="ctr">
              <a:buNone/>
              <a:defRPr sz="448"/>
            </a:lvl5pPr>
            <a:lvl6pPr marL="640080" indent="0" algn="ctr">
              <a:buNone/>
              <a:defRPr sz="448"/>
            </a:lvl6pPr>
            <a:lvl7pPr marL="768096" indent="0" algn="ctr">
              <a:buNone/>
              <a:defRPr sz="448"/>
            </a:lvl7pPr>
            <a:lvl8pPr marL="896112" indent="0" algn="ctr">
              <a:buNone/>
              <a:defRPr sz="448"/>
            </a:lvl8pPr>
            <a:lvl9pPr marL="1024128" indent="0" algn="ctr">
              <a:buNone/>
              <a:defRPr sz="448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3/16/2023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533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3/16/2023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091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710" y="729410"/>
            <a:ext cx="2208550" cy="1217036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4710" y="1957960"/>
            <a:ext cx="2208550" cy="640010"/>
          </a:xfrm>
        </p:spPr>
        <p:txBody>
          <a:bodyPr/>
          <a:lstStyle>
            <a:lvl1pPr marL="0" indent="0">
              <a:buNone/>
              <a:defRPr sz="672">
                <a:solidFill>
                  <a:schemeClr val="tx1"/>
                </a:solidFill>
              </a:defRPr>
            </a:lvl1pPr>
            <a:lvl2pPr marL="128016" indent="0">
              <a:buNone/>
              <a:defRPr sz="560">
                <a:solidFill>
                  <a:schemeClr val="tx1">
                    <a:tint val="75000"/>
                  </a:schemeClr>
                </a:solidFill>
              </a:defRPr>
            </a:lvl2pPr>
            <a:lvl3pPr marL="256032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3pPr>
            <a:lvl4pPr marL="384048" indent="0">
              <a:buNone/>
              <a:defRPr sz="448">
                <a:solidFill>
                  <a:schemeClr val="tx1">
                    <a:tint val="75000"/>
                  </a:schemeClr>
                </a:solidFill>
              </a:defRPr>
            </a:lvl4pPr>
            <a:lvl5pPr marL="512064" indent="0">
              <a:buNone/>
              <a:defRPr sz="448">
                <a:solidFill>
                  <a:schemeClr val="tx1">
                    <a:tint val="75000"/>
                  </a:schemeClr>
                </a:solidFill>
              </a:defRPr>
            </a:lvl5pPr>
            <a:lvl6pPr marL="640080" indent="0">
              <a:buNone/>
              <a:defRPr sz="448">
                <a:solidFill>
                  <a:schemeClr val="tx1">
                    <a:tint val="75000"/>
                  </a:schemeClr>
                </a:solidFill>
              </a:defRPr>
            </a:lvl6pPr>
            <a:lvl7pPr marL="768096" indent="0">
              <a:buNone/>
              <a:defRPr sz="448">
                <a:solidFill>
                  <a:schemeClr val="tx1">
                    <a:tint val="75000"/>
                  </a:schemeClr>
                </a:solidFill>
              </a:defRPr>
            </a:lvl7pPr>
            <a:lvl8pPr marL="896112" indent="0">
              <a:buNone/>
              <a:defRPr sz="448">
                <a:solidFill>
                  <a:schemeClr val="tx1">
                    <a:tint val="75000"/>
                  </a:schemeClr>
                </a:solidFill>
              </a:defRPr>
            </a:lvl8pPr>
            <a:lvl9pPr marL="1024128" indent="0">
              <a:buNone/>
              <a:defRPr sz="44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3/16/2023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482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6044" y="778849"/>
            <a:ext cx="1088271" cy="18563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6323" y="778849"/>
            <a:ext cx="1088271" cy="18563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3/16/2023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616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78" y="155771"/>
            <a:ext cx="2208550" cy="56551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6378" y="717218"/>
            <a:ext cx="1083270" cy="351498"/>
          </a:xfrm>
        </p:spPr>
        <p:txBody>
          <a:bodyPr anchor="b"/>
          <a:lstStyle>
            <a:lvl1pPr marL="0" indent="0">
              <a:buNone/>
              <a:defRPr sz="672" b="1"/>
            </a:lvl1pPr>
            <a:lvl2pPr marL="128016" indent="0">
              <a:buNone/>
              <a:defRPr sz="560" b="1"/>
            </a:lvl2pPr>
            <a:lvl3pPr marL="256032" indent="0">
              <a:buNone/>
              <a:defRPr sz="504" b="1"/>
            </a:lvl3pPr>
            <a:lvl4pPr marL="384048" indent="0">
              <a:buNone/>
              <a:defRPr sz="448" b="1"/>
            </a:lvl4pPr>
            <a:lvl5pPr marL="512064" indent="0">
              <a:buNone/>
              <a:defRPr sz="448" b="1"/>
            </a:lvl5pPr>
            <a:lvl6pPr marL="640080" indent="0">
              <a:buNone/>
              <a:defRPr sz="448" b="1"/>
            </a:lvl6pPr>
            <a:lvl7pPr marL="768096" indent="0">
              <a:buNone/>
              <a:defRPr sz="448" b="1"/>
            </a:lvl7pPr>
            <a:lvl8pPr marL="896112" indent="0">
              <a:buNone/>
              <a:defRPr sz="448" b="1"/>
            </a:lvl8pPr>
            <a:lvl9pPr marL="1024128" indent="0">
              <a:buNone/>
              <a:defRPr sz="44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6378" y="1068716"/>
            <a:ext cx="1083270" cy="157192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96323" y="717218"/>
            <a:ext cx="1088605" cy="351498"/>
          </a:xfrm>
        </p:spPr>
        <p:txBody>
          <a:bodyPr anchor="b"/>
          <a:lstStyle>
            <a:lvl1pPr marL="0" indent="0">
              <a:buNone/>
              <a:defRPr sz="672" b="1"/>
            </a:lvl1pPr>
            <a:lvl2pPr marL="128016" indent="0">
              <a:buNone/>
              <a:defRPr sz="560" b="1"/>
            </a:lvl2pPr>
            <a:lvl3pPr marL="256032" indent="0">
              <a:buNone/>
              <a:defRPr sz="504" b="1"/>
            </a:lvl3pPr>
            <a:lvl4pPr marL="384048" indent="0">
              <a:buNone/>
              <a:defRPr sz="448" b="1"/>
            </a:lvl4pPr>
            <a:lvl5pPr marL="512064" indent="0">
              <a:buNone/>
              <a:defRPr sz="448" b="1"/>
            </a:lvl5pPr>
            <a:lvl6pPr marL="640080" indent="0">
              <a:buNone/>
              <a:defRPr sz="448" b="1"/>
            </a:lvl6pPr>
            <a:lvl7pPr marL="768096" indent="0">
              <a:buNone/>
              <a:defRPr sz="448" b="1"/>
            </a:lvl7pPr>
            <a:lvl8pPr marL="896112" indent="0">
              <a:buNone/>
              <a:defRPr sz="448" b="1"/>
            </a:lvl8pPr>
            <a:lvl9pPr marL="1024128" indent="0">
              <a:buNone/>
              <a:defRPr sz="44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96323" y="1068716"/>
            <a:ext cx="1088605" cy="157192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3/16/2023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41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3/16/2023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632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3/16/2023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918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78" y="195051"/>
            <a:ext cx="825872" cy="682678"/>
          </a:xfrm>
        </p:spPr>
        <p:txBody>
          <a:bodyPr anchor="b"/>
          <a:lstStyle>
            <a:lvl1pPr>
              <a:defRPr sz="89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05" y="421256"/>
            <a:ext cx="1296323" cy="2079188"/>
          </a:xfrm>
        </p:spPr>
        <p:txBody>
          <a:bodyPr/>
          <a:lstStyle>
            <a:lvl1pPr>
              <a:defRPr sz="896"/>
            </a:lvl1pPr>
            <a:lvl2pPr>
              <a:defRPr sz="784"/>
            </a:lvl2pPr>
            <a:lvl3pPr>
              <a:defRPr sz="672"/>
            </a:lvl3pPr>
            <a:lvl4pPr>
              <a:defRPr sz="560"/>
            </a:lvl4pPr>
            <a:lvl5pPr>
              <a:defRPr sz="560"/>
            </a:lvl5pPr>
            <a:lvl6pPr>
              <a:defRPr sz="560"/>
            </a:lvl6pPr>
            <a:lvl7pPr>
              <a:defRPr sz="560"/>
            </a:lvl7pPr>
            <a:lvl8pPr>
              <a:defRPr sz="560"/>
            </a:lvl8pPr>
            <a:lvl9pPr>
              <a:defRPr sz="5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6378" y="877729"/>
            <a:ext cx="825872" cy="1626101"/>
          </a:xfrm>
        </p:spPr>
        <p:txBody>
          <a:bodyPr/>
          <a:lstStyle>
            <a:lvl1pPr marL="0" indent="0">
              <a:buNone/>
              <a:defRPr sz="448"/>
            </a:lvl1pPr>
            <a:lvl2pPr marL="128016" indent="0">
              <a:buNone/>
              <a:defRPr sz="392"/>
            </a:lvl2pPr>
            <a:lvl3pPr marL="256032" indent="0">
              <a:buNone/>
              <a:defRPr sz="336"/>
            </a:lvl3pPr>
            <a:lvl4pPr marL="384048" indent="0">
              <a:buNone/>
              <a:defRPr sz="280"/>
            </a:lvl4pPr>
            <a:lvl5pPr marL="512064" indent="0">
              <a:buNone/>
              <a:defRPr sz="280"/>
            </a:lvl5pPr>
            <a:lvl6pPr marL="640080" indent="0">
              <a:buNone/>
              <a:defRPr sz="280"/>
            </a:lvl6pPr>
            <a:lvl7pPr marL="768096" indent="0">
              <a:buNone/>
              <a:defRPr sz="280"/>
            </a:lvl7pPr>
            <a:lvl8pPr marL="896112" indent="0">
              <a:buNone/>
              <a:defRPr sz="280"/>
            </a:lvl8pPr>
            <a:lvl9pPr marL="1024128" indent="0">
              <a:buNone/>
              <a:defRPr sz="28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3/16/2023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212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78" y="195051"/>
            <a:ext cx="825872" cy="682678"/>
          </a:xfrm>
        </p:spPr>
        <p:txBody>
          <a:bodyPr anchor="b"/>
          <a:lstStyle>
            <a:lvl1pPr>
              <a:defRPr sz="89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88605" y="421256"/>
            <a:ext cx="1296323" cy="2079188"/>
          </a:xfrm>
        </p:spPr>
        <p:txBody>
          <a:bodyPr anchor="t"/>
          <a:lstStyle>
            <a:lvl1pPr marL="0" indent="0">
              <a:buNone/>
              <a:defRPr sz="896"/>
            </a:lvl1pPr>
            <a:lvl2pPr marL="128016" indent="0">
              <a:buNone/>
              <a:defRPr sz="784"/>
            </a:lvl2pPr>
            <a:lvl3pPr marL="256032" indent="0">
              <a:buNone/>
              <a:defRPr sz="672"/>
            </a:lvl3pPr>
            <a:lvl4pPr marL="384048" indent="0">
              <a:buNone/>
              <a:defRPr sz="560"/>
            </a:lvl4pPr>
            <a:lvl5pPr marL="512064" indent="0">
              <a:buNone/>
              <a:defRPr sz="560"/>
            </a:lvl5pPr>
            <a:lvl6pPr marL="640080" indent="0">
              <a:buNone/>
              <a:defRPr sz="560"/>
            </a:lvl6pPr>
            <a:lvl7pPr marL="768096" indent="0">
              <a:buNone/>
              <a:defRPr sz="560"/>
            </a:lvl7pPr>
            <a:lvl8pPr marL="896112" indent="0">
              <a:buNone/>
              <a:defRPr sz="560"/>
            </a:lvl8pPr>
            <a:lvl9pPr marL="1024128" indent="0">
              <a:buNone/>
              <a:defRPr sz="56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6378" y="877729"/>
            <a:ext cx="825872" cy="1626101"/>
          </a:xfrm>
        </p:spPr>
        <p:txBody>
          <a:bodyPr/>
          <a:lstStyle>
            <a:lvl1pPr marL="0" indent="0">
              <a:buNone/>
              <a:defRPr sz="448"/>
            </a:lvl1pPr>
            <a:lvl2pPr marL="128016" indent="0">
              <a:buNone/>
              <a:defRPr sz="392"/>
            </a:lvl2pPr>
            <a:lvl3pPr marL="256032" indent="0">
              <a:buNone/>
              <a:defRPr sz="336"/>
            </a:lvl3pPr>
            <a:lvl4pPr marL="384048" indent="0">
              <a:buNone/>
              <a:defRPr sz="280"/>
            </a:lvl4pPr>
            <a:lvl5pPr marL="512064" indent="0">
              <a:buNone/>
              <a:defRPr sz="280"/>
            </a:lvl5pPr>
            <a:lvl6pPr marL="640080" indent="0">
              <a:buNone/>
              <a:defRPr sz="280"/>
            </a:lvl6pPr>
            <a:lvl7pPr marL="768096" indent="0">
              <a:buNone/>
              <a:defRPr sz="280"/>
            </a:lvl7pPr>
            <a:lvl8pPr marL="896112" indent="0">
              <a:buNone/>
              <a:defRPr sz="280"/>
            </a:lvl8pPr>
            <a:lvl9pPr marL="1024128" indent="0">
              <a:buNone/>
              <a:defRPr sz="28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3/16/2023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618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3/16/2023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024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32456" y="155770"/>
            <a:ext cx="552138" cy="24794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6044" y="155770"/>
            <a:ext cx="1624405" cy="24794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3/16/2023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822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6044" y="155771"/>
            <a:ext cx="2208550" cy="565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6044" y="778849"/>
            <a:ext cx="2208550" cy="18563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6044" y="2711749"/>
            <a:ext cx="576144" cy="1557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3/16/2023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48212" y="2711749"/>
            <a:ext cx="864215" cy="1557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08450" y="2711749"/>
            <a:ext cx="576144" cy="1557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59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defTabSz="256032" rtl="0" eaLnBrk="1" latinLnBrk="0" hangingPunct="1">
        <a:lnSpc>
          <a:spcPct val="90000"/>
        </a:lnSpc>
        <a:spcBef>
          <a:spcPct val="0"/>
        </a:spcBef>
        <a:buNone/>
        <a:defRPr sz="12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4008" indent="-64008" algn="l" defTabSz="256032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784" kern="1200">
          <a:solidFill>
            <a:schemeClr val="tx1"/>
          </a:solidFill>
          <a:latin typeface="+mn-lt"/>
          <a:ea typeface="+mn-ea"/>
          <a:cs typeface="+mn-cs"/>
        </a:defRPr>
      </a:lvl1pPr>
      <a:lvl2pPr marL="192024" indent="-64008" algn="l" defTabSz="256032" rtl="0" eaLnBrk="1" latinLnBrk="0" hangingPunct="1">
        <a:lnSpc>
          <a:spcPct val="90000"/>
        </a:lnSpc>
        <a:spcBef>
          <a:spcPts val="140"/>
        </a:spcBef>
        <a:buFont typeface="Arial" panose="020B0604020202020204" pitchFamily="34" charset="0"/>
        <a:buChar char="•"/>
        <a:defRPr sz="672" kern="1200">
          <a:solidFill>
            <a:schemeClr val="tx1"/>
          </a:solidFill>
          <a:latin typeface="+mn-lt"/>
          <a:ea typeface="+mn-ea"/>
          <a:cs typeface="+mn-cs"/>
        </a:defRPr>
      </a:lvl2pPr>
      <a:lvl3pPr marL="320040" indent="-64008" algn="l" defTabSz="256032" rtl="0" eaLnBrk="1" latinLnBrk="0" hangingPunct="1">
        <a:lnSpc>
          <a:spcPct val="90000"/>
        </a:lnSpc>
        <a:spcBef>
          <a:spcPts val="140"/>
        </a:spcBef>
        <a:buFont typeface="Arial" panose="020B0604020202020204" pitchFamily="34" charset="0"/>
        <a:buChar char="•"/>
        <a:defRPr sz="560" kern="1200">
          <a:solidFill>
            <a:schemeClr val="tx1"/>
          </a:solidFill>
          <a:latin typeface="+mn-lt"/>
          <a:ea typeface="+mn-ea"/>
          <a:cs typeface="+mn-cs"/>
        </a:defRPr>
      </a:lvl3pPr>
      <a:lvl4pPr marL="448056" indent="-64008" algn="l" defTabSz="256032" rtl="0" eaLnBrk="1" latinLnBrk="0" hangingPunct="1">
        <a:lnSpc>
          <a:spcPct val="90000"/>
        </a:lnSpc>
        <a:spcBef>
          <a:spcPts val="140"/>
        </a:spcBef>
        <a:buFont typeface="Arial" panose="020B0604020202020204" pitchFamily="34" charset="0"/>
        <a:buChar char="•"/>
        <a:defRPr sz="504" kern="1200">
          <a:solidFill>
            <a:schemeClr val="tx1"/>
          </a:solidFill>
          <a:latin typeface="+mn-lt"/>
          <a:ea typeface="+mn-ea"/>
          <a:cs typeface="+mn-cs"/>
        </a:defRPr>
      </a:lvl4pPr>
      <a:lvl5pPr marL="576072" indent="-64008" algn="l" defTabSz="256032" rtl="0" eaLnBrk="1" latinLnBrk="0" hangingPunct="1">
        <a:lnSpc>
          <a:spcPct val="90000"/>
        </a:lnSpc>
        <a:spcBef>
          <a:spcPts val="140"/>
        </a:spcBef>
        <a:buFont typeface="Arial" panose="020B0604020202020204" pitchFamily="34" charset="0"/>
        <a:buChar char="•"/>
        <a:defRPr sz="504" kern="1200">
          <a:solidFill>
            <a:schemeClr val="tx1"/>
          </a:solidFill>
          <a:latin typeface="+mn-lt"/>
          <a:ea typeface="+mn-ea"/>
          <a:cs typeface="+mn-cs"/>
        </a:defRPr>
      </a:lvl5pPr>
      <a:lvl6pPr marL="704088" indent="-64008" algn="l" defTabSz="256032" rtl="0" eaLnBrk="1" latinLnBrk="0" hangingPunct="1">
        <a:lnSpc>
          <a:spcPct val="90000"/>
        </a:lnSpc>
        <a:spcBef>
          <a:spcPts val="140"/>
        </a:spcBef>
        <a:buFont typeface="Arial" panose="020B0604020202020204" pitchFamily="34" charset="0"/>
        <a:buChar char="•"/>
        <a:defRPr sz="504" kern="1200">
          <a:solidFill>
            <a:schemeClr val="tx1"/>
          </a:solidFill>
          <a:latin typeface="+mn-lt"/>
          <a:ea typeface="+mn-ea"/>
          <a:cs typeface="+mn-cs"/>
        </a:defRPr>
      </a:lvl6pPr>
      <a:lvl7pPr marL="832104" indent="-64008" algn="l" defTabSz="256032" rtl="0" eaLnBrk="1" latinLnBrk="0" hangingPunct="1">
        <a:lnSpc>
          <a:spcPct val="90000"/>
        </a:lnSpc>
        <a:spcBef>
          <a:spcPts val="140"/>
        </a:spcBef>
        <a:buFont typeface="Arial" panose="020B0604020202020204" pitchFamily="34" charset="0"/>
        <a:buChar char="•"/>
        <a:defRPr sz="504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" indent="-64008" algn="l" defTabSz="256032" rtl="0" eaLnBrk="1" latinLnBrk="0" hangingPunct="1">
        <a:lnSpc>
          <a:spcPct val="90000"/>
        </a:lnSpc>
        <a:spcBef>
          <a:spcPts val="140"/>
        </a:spcBef>
        <a:buFont typeface="Arial" panose="020B0604020202020204" pitchFamily="34" charset="0"/>
        <a:buChar char="•"/>
        <a:defRPr sz="504" kern="1200">
          <a:solidFill>
            <a:schemeClr val="tx1"/>
          </a:solidFill>
          <a:latin typeface="+mn-lt"/>
          <a:ea typeface="+mn-ea"/>
          <a:cs typeface="+mn-cs"/>
        </a:defRPr>
      </a:lvl8pPr>
      <a:lvl9pPr marL="1088136" indent="-64008" algn="l" defTabSz="256032" rtl="0" eaLnBrk="1" latinLnBrk="0" hangingPunct="1">
        <a:lnSpc>
          <a:spcPct val="90000"/>
        </a:lnSpc>
        <a:spcBef>
          <a:spcPts val="140"/>
        </a:spcBef>
        <a:buFont typeface="Arial" panose="020B0604020202020204" pitchFamily="34" charset="0"/>
        <a:buChar char="•"/>
        <a:defRPr sz="50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6032" rtl="0" eaLnBrk="1" latinLnBrk="0" hangingPunct="1">
        <a:defRPr sz="504" kern="1200">
          <a:solidFill>
            <a:schemeClr val="tx1"/>
          </a:solidFill>
          <a:latin typeface="+mn-lt"/>
          <a:ea typeface="+mn-ea"/>
          <a:cs typeface="+mn-cs"/>
        </a:defRPr>
      </a:lvl1pPr>
      <a:lvl2pPr marL="128016" algn="l" defTabSz="256032" rtl="0" eaLnBrk="1" latinLnBrk="0" hangingPunct="1">
        <a:defRPr sz="504" kern="1200">
          <a:solidFill>
            <a:schemeClr val="tx1"/>
          </a:solidFill>
          <a:latin typeface="+mn-lt"/>
          <a:ea typeface="+mn-ea"/>
          <a:cs typeface="+mn-cs"/>
        </a:defRPr>
      </a:lvl2pPr>
      <a:lvl3pPr marL="256032" algn="l" defTabSz="256032" rtl="0" eaLnBrk="1" latinLnBrk="0" hangingPunct="1">
        <a:defRPr sz="504" kern="1200">
          <a:solidFill>
            <a:schemeClr val="tx1"/>
          </a:solidFill>
          <a:latin typeface="+mn-lt"/>
          <a:ea typeface="+mn-ea"/>
          <a:cs typeface="+mn-cs"/>
        </a:defRPr>
      </a:lvl3pPr>
      <a:lvl4pPr marL="384048" algn="l" defTabSz="256032" rtl="0" eaLnBrk="1" latinLnBrk="0" hangingPunct="1">
        <a:defRPr sz="504" kern="1200">
          <a:solidFill>
            <a:schemeClr val="tx1"/>
          </a:solidFill>
          <a:latin typeface="+mn-lt"/>
          <a:ea typeface="+mn-ea"/>
          <a:cs typeface="+mn-cs"/>
        </a:defRPr>
      </a:lvl4pPr>
      <a:lvl5pPr marL="512064" algn="l" defTabSz="256032" rtl="0" eaLnBrk="1" latinLnBrk="0" hangingPunct="1">
        <a:defRPr sz="504" kern="1200">
          <a:solidFill>
            <a:schemeClr val="tx1"/>
          </a:solidFill>
          <a:latin typeface="+mn-lt"/>
          <a:ea typeface="+mn-ea"/>
          <a:cs typeface="+mn-cs"/>
        </a:defRPr>
      </a:lvl5pPr>
      <a:lvl6pPr marL="640080" algn="l" defTabSz="256032" rtl="0" eaLnBrk="1" latinLnBrk="0" hangingPunct="1">
        <a:defRPr sz="504" kern="1200">
          <a:solidFill>
            <a:schemeClr val="tx1"/>
          </a:solidFill>
          <a:latin typeface="+mn-lt"/>
          <a:ea typeface="+mn-ea"/>
          <a:cs typeface="+mn-cs"/>
        </a:defRPr>
      </a:lvl6pPr>
      <a:lvl7pPr marL="768096" algn="l" defTabSz="256032" rtl="0" eaLnBrk="1" latinLnBrk="0" hangingPunct="1">
        <a:defRPr sz="504" kern="1200">
          <a:solidFill>
            <a:schemeClr val="tx1"/>
          </a:solidFill>
          <a:latin typeface="+mn-lt"/>
          <a:ea typeface="+mn-ea"/>
          <a:cs typeface="+mn-cs"/>
        </a:defRPr>
      </a:lvl7pPr>
      <a:lvl8pPr marL="896112" algn="l" defTabSz="256032" rtl="0" eaLnBrk="1" latinLnBrk="0" hangingPunct="1">
        <a:defRPr sz="504" kern="1200">
          <a:solidFill>
            <a:schemeClr val="tx1"/>
          </a:solidFill>
          <a:latin typeface="+mn-lt"/>
          <a:ea typeface="+mn-ea"/>
          <a:cs typeface="+mn-cs"/>
        </a:defRPr>
      </a:lvl8pPr>
      <a:lvl9pPr marL="1024128" algn="l" defTabSz="256032" rtl="0" eaLnBrk="1" latinLnBrk="0" hangingPunct="1">
        <a:defRPr sz="5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72">
            <a:extLst>
              <a:ext uri="{FF2B5EF4-FFF2-40B4-BE49-F238E27FC236}">
                <a16:creationId xmlns:a16="http://schemas.microsoft.com/office/drawing/2014/main" id="{3F1ACE25-5897-37ED-8842-3157C3E7C67B}"/>
              </a:ext>
            </a:extLst>
          </p:cNvPr>
          <p:cNvSpPr txBox="1"/>
          <p:nvPr/>
        </p:nvSpPr>
        <p:spPr>
          <a:xfrm>
            <a:off x="227417" y="0"/>
            <a:ext cx="21339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b="1" dirty="0">
                <a:latin typeface="Arial "/>
                <a:ea typeface="Microsoft YaHei" panose="020B0503020204020204" pitchFamily="34" charset="-122"/>
              </a:rPr>
              <a:t>KH &gt; 1 </a:t>
            </a:r>
            <a:r>
              <a:rPr lang="en-US" altLang="zh-CN" sz="2000" b="1" dirty="0">
                <a:latin typeface="Arial "/>
                <a:ea typeface="Microsoft YaHei" panose="020B0503020204020204" pitchFamily="34" charset="-122"/>
              </a:rPr>
              <a:t>||</a:t>
            </a:r>
            <a:r>
              <a:rPr lang="en-US" sz="2000" b="1" dirty="0">
                <a:latin typeface="Arial "/>
                <a:ea typeface="Microsoft YaHei" panose="020B0503020204020204" pitchFamily="34" charset="-122"/>
              </a:rPr>
              <a:t> KW &gt; 1</a:t>
            </a:r>
          </a:p>
        </p:txBody>
      </p:sp>
      <p:sp>
        <p:nvSpPr>
          <p:cNvPr id="17" name="Rectangle 79">
            <a:extLst>
              <a:ext uri="{FF2B5EF4-FFF2-40B4-BE49-F238E27FC236}">
                <a16:creationId xmlns:a16="http://schemas.microsoft.com/office/drawing/2014/main" id="{369C35FA-610C-FBA1-A2A0-D06B835C9E56}"/>
              </a:ext>
            </a:extLst>
          </p:cNvPr>
          <p:cNvSpPr/>
          <p:nvPr/>
        </p:nvSpPr>
        <p:spPr>
          <a:xfrm>
            <a:off x="1865890" y="2117602"/>
            <a:ext cx="527282" cy="532741"/>
          </a:xfrm>
          <a:prstGeom prst="rect">
            <a:avLst/>
          </a:prstGeom>
          <a:solidFill>
            <a:schemeClr val="bg1">
              <a:alpha val="4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18" name="Rectangle 81">
            <a:extLst>
              <a:ext uri="{FF2B5EF4-FFF2-40B4-BE49-F238E27FC236}">
                <a16:creationId xmlns:a16="http://schemas.microsoft.com/office/drawing/2014/main" id="{82665905-82AB-490A-B326-5ADF0C7569C7}"/>
              </a:ext>
            </a:extLst>
          </p:cNvPr>
          <p:cNvSpPr/>
          <p:nvPr/>
        </p:nvSpPr>
        <p:spPr>
          <a:xfrm>
            <a:off x="198386" y="536008"/>
            <a:ext cx="1667504" cy="1598223"/>
          </a:xfrm>
          <a:prstGeom prst="rect">
            <a:avLst/>
          </a:prstGeom>
          <a:solidFill>
            <a:srgbClr val="FF0000">
              <a:alpha val="40000"/>
            </a:srgb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Activation</a:t>
            </a:r>
          </a:p>
        </p:txBody>
      </p:sp>
      <p:sp>
        <p:nvSpPr>
          <p:cNvPr id="19" name="TextBox 82">
            <a:extLst>
              <a:ext uri="{FF2B5EF4-FFF2-40B4-BE49-F238E27FC236}">
                <a16:creationId xmlns:a16="http://schemas.microsoft.com/office/drawing/2014/main" id="{C3B1D17A-F6FD-A9BC-D70D-87E01819FB0C}"/>
              </a:ext>
            </a:extLst>
          </p:cNvPr>
          <p:cNvSpPr txBox="1"/>
          <p:nvPr/>
        </p:nvSpPr>
        <p:spPr>
          <a:xfrm>
            <a:off x="198386" y="2650343"/>
            <a:ext cx="22621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latin typeface="Arial "/>
                <a:ea typeface="Microsoft YaHei" panose="020B0503020204020204" pitchFamily="34" charset="-122"/>
              </a:rPr>
              <a:t>((H+7)&gt;&gt;3 + 1) 8x8 blocks</a:t>
            </a:r>
          </a:p>
        </p:txBody>
      </p:sp>
      <p:sp>
        <p:nvSpPr>
          <p:cNvPr id="20" name="Rectangle 83">
            <a:extLst>
              <a:ext uri="{FF2B5EF4-FFF2-40B4-BE49-F238E27FC236}">
                <a16:creationId xmlns:a16="http://schemas.microsoft.com/office/drawing/2014/main" id="{5F289FCE-5F97-0CA3-E73A-CE9E421ADD2B}"/>
              </a:ext>
            </a:extLst>
          </p:cNvPr>
          <p:cNvSpPr/>
          <p:nvPr/>
        </p:nvSpPr>
        <p:spPr>
          <a:xfrm>
            <a:off x="1865890" y="536008"/>
            <a:ext cx="527282" cy="532741"/>
          </a:xfrm>
          <a:prstGeom prst="rect">
            <a:avLst/>
          </a:prstGeom>
          <a:solidFill>
            <a:schemeClr val="bg1">
              <a:alpha val="4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21" name="Rectangle 84">
            <a:extLst>
              <a:ext uri="{FF2B5EF4-FFF2-40B4-BE49-F238E27FC236}">
                <a16:creationId xmlns:a16="http://schemas.microsoft.com/office/drawing/2014/main" id="{C1B7A4C6-0771-8079-0AB9-071A342C6335}"/>
              </a:ext>
            </a:extLst>
          </p:cNvPr>
          <p:cNvSpPr/>
          <p:nvPr/>
        </p:nvSpPr>
        <p:spPr>
          <a:xfrm>
            <a:off x="1865890" y="1068749"/>
            <a:ext cx="527282" cy="532741"/>
          </a:xfrm>
          <a:prstGeom prst="rect">
            <a:avLst/>
          </a:prstGeom>
          <a:solidFill>
            <a:schemeClr val="bg1">
              <a:alpha val="4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Extra</a:t>
            </a:r>
            <a:endParaRPr lang="en-US" sz="1000" b="1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22" name="Rectangle 85">
            <a:extLst>
              <a:ext uri="{FF2B5EF4-FFF2-40B4-BE49-F238E27FC236}">
                <a16:creationId xmlns:a16="http://schemas.microsoft.com/office/drawing/2014/main" id="{ED822D79-C707-5EE8-185D-AFF79397F63F}"/>
              </a:ext>
            </a:extLst>
          </p:cNvPr>
          <p:cNvSpPr/>
          <p:nvPr/>
        </p:nvSpPr>
        <p:spPr>
          <a:xfrm>
            <a:off x="1865890" y="1601490"/>
            <a:ext cx="527282" cy="532741"/>
          </a:xfrm>
          <a:prstGeom prst="rect">
            <a:avLst/>
          </a:prstGeom>
          <a:solidFill>
            <a:schemeClr val="bg1">
              <a:alpha val="4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176</TotalTime>
  <Words>20</Words>
  <Application>Microsoft Office PowerPoint</Application>
  <PresentationFormat>自定义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 </vt:lpstr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Xi Zhang(张熙-Peter)</cp:lastModifiedBy>
  <cp:revision>14</cp:revision>
  <dcterms:created xsi:type="dcterms:W3CDTF">2020-03-18T02:10:58Z</dcterms:created>
  <dcterms:modified xsi:type="dcterms:W3CDTF">2023-03-17T03:26:14Z</dcterms:modified>
</cp:coreProperties>
</file>