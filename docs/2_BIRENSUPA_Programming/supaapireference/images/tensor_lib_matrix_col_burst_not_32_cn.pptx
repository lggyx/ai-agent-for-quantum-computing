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3152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972715"/>
            <a:ext cx="6217920" cy="20692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121766"/>
            <a:ext cx="5486400" cy="1434994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7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22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481774"/>
            <a:ext cx="6309360" cy="247237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3977536"/>
            <a:ext cx="6309360" cy="1300162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8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582208"/>
            <a:ext cx="310896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582208"/>
            <a:ext cx="310896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5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16443"/>
            <a:ext cx="630936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457008"/>
            <a:ext cx="3094672" cy="71405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171065"/>
            <a:ext cx="3094672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457008"/>
            <a:ext cx="3109913" cy="71405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171065"/>
            <a:ext cx="3109913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5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8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96240"/>
            <a:ext cx="2359342" cy="13868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855770"/>
            <a:ext cx="3703320" cy="4223808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783080"/>
            <a:ext cx="2359342" cy="3303376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96240"/>
            <a:ext cx="2359342" cy="13868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855770"/>
            <a:ext cx="3703320" cy="4223808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783080"/>
            <a:ext cx="2359342" cy="3303376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6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16442"/>
            <a:ext cx="1577340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16442"/>
            <a:ext cx="464058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4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16443"/>
            <a:ext cx="630936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582208"/>
            <a:ext cx="630936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5508838"/>
            <a:ext cx="16459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0AC4F-8D72-46F0-9990-9D96D4404DCB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5508838"/>
            <a:ext cx="246888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5508838"/>
            <a:ext cx="16459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6BE57-5829-4373-BBAB-98F0FBB52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5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able 8">
            <a:extLst>
              <a:ext uri="{FF2B5EF4-FFF2-40B4-BE49-F238E27FC236}">
                <a16:creationId xmlns:a16="http://schemas.microsoft.com/office/drawing/2014/main" id="{575F684D-4F5A-49D4-B0B9-021DDB273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245005"/>
              </p:ext>
            </p:extLst>
          </p:nvPr>
        </p:nvGraphicFramePr>
        <p:xfrm>
          <a:off x="311137" y="1134771"/>
          <a:ext cx="2560320" cy="373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0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2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3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4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5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6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3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7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427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8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418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9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111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10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7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11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298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12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0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13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111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14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1780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15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647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 smtClean="0"/>
                        <a:t>数据块</a:t>
                      </a:r>
                      <a:r>
                        <a:rPr lang="en-US" sz="700" dirty="0" smtClean="0"/>
                        <a:t>16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44515"/>
                  </a:ext>
                </a:extLst>
              </a:tr>
              <a:tr h="36576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2KB</a:t>
                      </a:r>
                      <a:r>
                        <a:rPr lang="zh-CN" altLang="en-US" sz="1200" dirty="0" smtClean="0"/>
                        <a:t>对齐数据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750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316F40D-520B-439A-8E77-C97AC0EAD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04702"/>
              </p:ext>
            </p:extLst>
          </p:nvPr>
        </p:nvGraphicFramePr>
        <p:xfrm>
          <a:off x="3173171" y="3233685"/>
          <a:ext cx="18288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1F3D052-D3C6-416B-9D78-CFD9395EC9DE}"/>
              </a:ext>
            </a:extLst>
          </p:cNvPr>
          <p:cNvSpPr txBox="1"/>
          <p:nvPr/>
        </p:nvSpPr>
        <p:spPr>
          <a:xfrm>
            <a:off x="311137" y="12576"/>
            <a:ext cx="2641054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BF16/S16/U8/S8/S4) 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7CDE2E8-316E-4DD6-909C-FC7678318F32}"/>
              </a:ext>
            </a:extLst>
          </p:cNvPr>
          <p:cNvCxnSpPr>
            <a:cxnSpLocks/>
          </p:cNvCxnSpPr>
          <p:nvPr/>
        </p:nvCxnSpPr>
        <p:spPr>
          <a:xfrm>
            <a:off x="284047" y="97553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004F134-5B9F-436E-ADB0-5648929135C8}"/>
              </a:ext>
            </a:extLst>
          </p:cNvPr>
          <p:cNvSpPr txBox="1"/>
          <p:nvPr/>
        </p:nvSpPr>
        <p:spPr>
          <a:xfrm>
            <a:off x="713538" y="85678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204F18F-E27D-4DBD-B280-E8A9C72B1157}"/>
              </a:ext>
            </a:extLst>
          </p:cNvPr>
          <p:cNvCxnSpPr>
            <a:cxnSpLocks/>
          </p:cNvCxnSpPr>
          <p:nvPr/>
        </p:nvCxnSpPr>
        <p:spPr>
          <a:xfrm>
            <a:off x="149312" y="110300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F7AFC9D-9F9A-4C94-A4CB-B9D41F6247DD}"/>
              </a:ext>
            </a:extLst>
          </p:cNvPr>
          <p:cNvSpPr txBox="1"/>
          <p:nvPr/>
        </p:nvSpPr>
        <p:spPr>
          <a:xfrm>
            <a:off x="2193" y="142634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81EC36-BD40-4392-8B95-2B61C9DA0FED}"/>
              </a:ext>
            </a:extLst>
          </p:cNvPr>
          <p:cNvSpPr txBox="1"/>
          <p:nvPr/>
        </p:nvSpPr>
        <p:spPr>
          <a:xfrm>
            <a:off x="3095175" y="2956686"/>
            <a:ext cx="1117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Burst4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F7616859-679E-4D88-A621-4E03A1783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01550"/>
              </p:ext>
            </p:extLst>
          </p:nvPr>
        </p:nvGraphicFramePr>
        <p:xfrm>
          <a:off x="3173171" y="2678644"/>
          <a:ext cx="13716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C801F4CE-6378-4F22-9D8F-FF785995D223}"/>
              </a:ext>
            </a:extLst>
          </p:cNvPr>
          <p:cNvSpPr txBox="1"/>
          <p:nvPr/>
        </p:nvSpPr>
        <p:spPr>
          <a:xfrm>
            <a:off x="3095175" y="2401645"/>
            <a:ext cx="1117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Burst3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17C5A1B4-46D9-4844-8DE9-0202A279E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663913"/>
              </p:ext>
            </p:extLst>
          </p:nvPr>
        </p:nvGraphicFramePr>
        <p:xfrm>
          <a:off x="3173171" y="2127079"/>
          <a:ext cx="9144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891B5B1B-4DBA-4375-8609-F322C7875A0C}"/>
              </a:ext>
            </a:extLst>
          </p:cNvPr>
          <p:cNvSpPr txBox="1"/>
          <p:nvPr/>
        </p:nvSpPr>
        <p:spPr>
          <a:xfrm>
            <a:off x="3095175" y="1850080"/>
            <a:ext cx="1117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Burst2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C9A63AF-6A41-4C45-A464-2E269D7DA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080502"/>
              </p:ext>
            </p:extLst>
          </p:nvPr>
        </p:nvGraphicFramePr>
        <p:xfrm>
          <a:off x="3173171" y="1572038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D47BCCE0-641A-4C66-A7CE-A9092E405313}"/>
              </a:ext>
            </a:extLst>
          </p:cNvPr>
          <p:cNvSpPr txBox="1"/>
          <p:nvPr/>
        </p:nvSpPr>
        <p:spPr>
          <a:xfrm>
            <a:off x="3095175" y="1295039"/>
            <a:ext cx="1117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Burst1 </a:t>
            </a:r>
            <a:r>
              <a:rPr lang="zh-CN" altLang="en-US" sz="12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4" name="Table 3">
            <a:extLst>
              <a:ext uri="{FF2B5EF4-FFF2-40B4-BE49-F238E27FC236}">
                <a16:creationId xmlns:a16="http://schemas.microsoft.com/office/drawing/2014/main" id="{62CD901D-E531-4805-A4E7-964114DD4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74381"/>
              </p:ext>
            </p:extLst>
          </p:nvPr>
        </p:nvGraphicFramePr>
        <p:xfrm>
          <a:off x="5225398" y="1103003"/>
          <a:ext cx="118872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28953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9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45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0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577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 smtClean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5505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4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98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4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652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4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58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4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665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 smtClean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889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8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772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8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425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8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1382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8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9285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 smtClean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66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7393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67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37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 smtClean="0"/>
                        <a:t>数据块</a:t>
                      </a:r>
                      <a:r>
                        <a:rPr lang="en-US" sz="900" dirty="0" smtClean="0"/>
                        <a:t>12 </a:t>
                      </a:r>
                      <a:r>
                        <a:rPr lang="zh-CN" altLang="en-US" sz="900" dirty="0" smtClean="0"/>
                        <a:t>数据子块</a:t>
                      </a:r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83132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71B66FBB-F1A6-4EB1-8081-7D850E417671}"/>
              </a:ext>
            </a:extLst>
          </p:cNvPr>
          <p:cNvSpPr txBox="1"/>
          <p:nvPr/>
        </p:nvSpPr>
        <p:spPr>
          <a:xfrm>
            <a:off x="4544771" y="0"/>
            <a:ext cx="277042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r>
              <a:rPr 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BF16/S16/U8/S8/S4) 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3CE423E-A14E-4529-B973-8D7D376CB1E8}"/>
              </a:ext>
            </a:extLst>
          </p:cNvPr>
          <p:cNvCxnSpPr>
            <a:cxnSpLocks/>
          </p:cNvCxnSpPr>
          <p:nvPr/>
        </p:nvCxnSpPr>
        <p:spPr>
          <a:xfrm>
            <a:off x="5206258" y="961749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D1BECD5-C797-4E4C-9CBE-8F32DEA7D233}"/>
              </a:ext>
            </a:extLst>
          </p:cNvPr>
          <p:cNvSpPr txBox="1"/>
          <p:nvPr/>
        </p:nvSpPr>
        <p:spPr>
          <a:xfrm>
            <a:off x="5635749" y="842996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A0803BE-CA87-41B3-9476-141C1C9103F9}"/>
              </a:ext>
            </a:extLst>
          </p:cNvPr>
          <p:cNvCxnSpPr>
            <a:cxnSpLocks/>
          </p:cNvCxnSpPr>
          <p:nvPr/>
        </p:nvCxnSpPr>
        <p:spPr>
          <a:xfrm>
            <a:off x="5071523" y="1089217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74E2626-C271-40F6-BD7A-5DCBCDFBB0B4}"/>
              </a:ext>
            </a:extLst>
          </p:cNvPr>
          <p:cNvSpPr txBox="1"/>
          <p:nvPr/>
        </p:nvSpPr>
        <p:spPr>
          <a:xfrm>
            <a:off x="4924404" y="141255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5D329E-8A98-45F9-9DA8-6CA125FD71DB}"/>
              </a:ext>
            </a:extLst>
          </p:cNvPr>
          <p:cNvSpPr txBox="1"/>
          <p:nvPr/>
        </p:nvSpPr>
        <p:spPr>
          <a:xfrm>
            <a:off x="5312583" y="3375298"/>
            <a:ext cx="323165" cy="2743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5AE9B7-0A02-490F-A567-3412BD296E89}"/>
              </a:ext>
            </a:extLst>
          </p:cNvPr>
          <p:cNvSpPr txBox="1"/>
          <p:nvPr/>
        </p:nvSpPr>
        <p:spPr>
          <a:xfrm>
            <a:off x="5282374" y="2096149"/>
            <a:ext cx="323165" cy="2743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5F7E75-5822-43F4-B340-C33257590622}"/>
              </a:ext>
            </a:extLst>
          </p:cNvPr>
          <p:cNvSpPr txBox="1"/>
          <p:nvPr/>
        </p:nvSpPr>
        <p:spPr>
          <a:xfrm>
            <a:off x="5312583" y="4656551"/>
            <a:ext cx="323165" cy="2743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784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229</Words>
  <Application>Microsoft Office PowerPoint</Application>
  <PresentationFormat>自定义</PresentationFormat>
  <Paragraphs>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6</cp:revision>
  <dcterms:created xsi:type="dcterms:W3CDTF">2022-04-14T01:08:56Z</dcterms:created>
  <dcterms:modified xsi:type="dcterms:W3CDTF">2022-11-25T07:24:35Z</dcterms:modified>
</cp:coreProperties>
</file>