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</p:sldIdLst>
  <p:sldSz cx="41148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1" autoAdjust="0"/>
    <p:restoredTop sz="94660"/>
  </p:normalViewPr>
  <p:slideViewPr>
    <p:cSldViewPr snapToGrid="0">
      <p:cViewPr varScale="1">
        <p:scale>
          <a:sx n="219" d="100"/>
          <a:sy n="219" d="100"/>
        </p:scale>
        <p:origin x="405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610" y="523770"/>
            <a:ext cx="3497580" cy="1114213"/>
          </a:xfrm>
        </p:spPr>
        <p:txBody>
          <a:bodyPr anchor="b"/>
          <a:lstStyle>
            <a:lvl1pPr algn="ctr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1680951"/>
            <a:ext cx="3086100" cy="772689"/>
          </a:xfrm>
        </p:spPr>
        <p:txBody>
          <a:bodyPr/>
          <a:lstStyle>
            <a:lvl1pPr marL="0" indent="0" algn="ctr">
              <a:buNone/>
              <a:defRPr sz="1080"/>
            </a:lvl1pPr>
            <a:lvl2pPr marL="205740" indent="0" algn="ctr">
              <a:buNone/>
              <a:defRPr sz="900"/>
            </a:lvl2pPr>
            <a:lvl3pPr marL="411480" indent="0" algn="ctr">
              <a:buNone/>
              <a:defRPr sz="810"/>
            </a:lvl3pPr>
            <a:lvl4pPr marL="617220" indent="0" algn="ctr">
              <a:buNone/>
              <a:defRPr sz="720"/>
            </a:lvl4pPr>
            <a:lvl5pPr marL="822960" indent="0" algn="ctr">
              <a:buNone/>
              <a:defRPr sz="720"/>
            </a:lvl5pPr>
            <a:lvl6pPr marL="1028700" indent="0" algn="ctr">
              <a:buNone/>
              <a:defRPr sz="720"/>
            </a:lvl6pPr>
            <a:lvl7pPr marL="1234440" indent="0" algn="ctr">
              <a:buNone/>
              <a:defRPr sz="720"/>
            </a:lvl7pPr>
            <a:lvl8pPr marL="1440180" indent="0" algn="ctr">
              <a:buNone/>
              <a:defRPr sz="720"/>
            </a:lvl8pPr>
            <a:lvl9pPr marL="1645920" indent="0" algn="ctr">
              <a:buNone/>
              <a:defRPr sz="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30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79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50" y="797879"/>
            <a:ext cx="3549015" cy="1331277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750" y="2141750"/>
            <a:ext cx="3549015" cy="700087"/>
          </a:xfrm>
        </p:spPr>
        <p:txBody>
          <a:bodyPr/>
          <a:lstStyle>
            <a:lvl1pPr marL="0" indent="0">
              <a:buNone/>
              <a:defRPr sz="1080">
                <a:solidFill>
                  <a:schemeClr val="tx1"/>
                </a:solidFill>
              </a:defRPr>
            </a:lvl1pPr>
            <a:lvl2pPr marL="20574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11480" indent="0">
              <a:buNone/>
              <a:defRPr sz="810">
                <a:solidFill>
                  <a:schemeClr val="tx1">
                    <a:tint val="75000"/>
                  </a:schemeClr>
                </a:solidFill>
              </a:defRPr>
            </a:lvl3pPr>
            <a:lvl4pPr marL="61722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4pPr>
            <a:lvl5pPr marL="8229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5pPr>
            <a:lvl6pPr marL="102870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6pPr>
            <a:lvl7pPr marL="123444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7pPr>
            <a:lvl8pPr marL="144018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8pPr>
            <a:lvl9pPr marL="164592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26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893" y="851959"/>
            <a:ext cx="174879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118" y="851959"/>
            <a:ext cx="174879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76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" y="170392"/>
            <a:ext cx="3549015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29" y="784543"/>
            <a:ext cx="1740753" cy="384492"/>
          </a:xfrm>
        </p:spPr>
        <p:txBody>
          <a:bodyPr anchor="b"/>
          <a:lstStyle>
            <a:lvl1pPr marL="0" indent="0">
              <a:buNone/>
              <a:defRPr sz="1080" b="1"/>
            </a:lvl1pPr>
            <a:lvl2pPr marL="205740" indent="0">
              <a:buNone/>
              <a:defRPr sz="900" b="1"/>
            </a:lvl2pPr>
            <a:lvl3pPr marL="411480" indent="0">
              <a:buNone/>
              <a:defRPr sz="810" b="1"/>
            </a:lvl3pPr>
            <a:lvl4pPr marL="617220" indent="0">
              <a:buNone/>
              <a:defRPr sz="720" b="1"/>
            </a:lvl4pPr>
            <a:lvl5pPr marL="822960" indent="0">
              <a:buNone/>
              <a:defRPr sz="720" b="1"/>
            </a:lvl5pPr>
            <a:lvl6pPr marL="1028700" indent="0">
              <a:buNone/>
              <a:defRPr sz="720" b="1"/>
            </a:lvl6pPr>
            <a:lvl7pPr marL="1234440" indent="0">
              <a:buNone/>
              <a:defRPr sz="720" b="1"/>
            </a:lvl7pPr>
            <a:lvl8pPr marL="1440180" indent="0">
              <a:buNone/>
              <a:defRPr sz="720" b="1"/>
            </a:lvl8pPr>
            <a:lvl9pPr marL="1645920" indent="0">
              <a:buNone/>
              <a:defRPr sz="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429" y="1169035"/>
            <a:ext cx="1740753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3118" y="784543"/>
            <a:ext cx="1749326" cy="384492"/>
          </a:xfrm>
        </p:spPr>
        <p:txBody>
          <a:bodyPr anchor="b"/>
          <a:lstStyle>
            <a:lvl1pPr marL="0" indent="0">
              <a:buNone/>
              <a:defRPr sz="1080" b="1"/>
            </a:lvl1pPr>
            <a:lvl2pPr marL="205740" indent="0">
              <a:buNone/>
              <a:defRPr sz="900" b="1"/>
            </a:lvl2pPr>
            <a:lvl3pPr marL="411480" indent="0">
              <a:buNone/>
              <a:defRPr sz="810" b="1"/>
            </a:lvl3pPr>
            <a:lvl4pPr marL="617220" indent="0">
              <a:buNone/>
              <a:defRPr sz="720" b="1"/>
            </a:lvl4pPr>
            <a:lvl5pPr marL="822960" indent="0">
              <a:buNone/>
              <a:defRPr sz="720" b="1"/>
            </a:lvl5pPr>
            <a:lvl6pPr marL="1028700" indent="0">
              <a:buNone/>
              <a:defRPr sz="720" b="1"/>
            </a:lvl6pPr>
            <a:lvl7pPr marL="1234440" indent="0">
              <a:buNone/>
              <a:defRPr sz="720" b="1"/>
            </a:lvl7pPr>
            <a:lvl8pPr marL="1440180" indent="0">
              <a:buNone/>
              <a:defRPr sz="720" b="1"/>
            </a:lvl8pPr>
            <a:lvl9pPr marL="1645920" indent="0">
              <a:buNone/>
              <a:defRPr sz="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3118" y="1169035"/>
            <a:ext cx="1749326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9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3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7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213360"/>
            <a:ext cx="1327130" cy="746760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326" y="460799"/>
            <a:ext cx="2083118" cy="2274358"/>
          </a:xfrm>
        </p:spPr>
        <p:txBody>
          <a:bodyPr/>
          <a:lstStyle>
            <a:lvl1pPr>
              <a:defRPr sz="1440"/>
            </a:lvl1pPr>
            <a:lvl2pPr>
              <a:defRPr sz="1260"/>
            </a:lvl2pPr>
            <a:lvl3pPr>
              <a:defRPr sz="108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960120"/>
            <a:ext cx="1327130" cy="1778741"/>
          </a:xfrm>
        </p:spPr>
        <p:txBody>
          <a:bodyPr/>
          <a:lstStyle>
            <a:lvl1pPr marL="0" indent="0">
              <a:buNone/>
              <a:defRPr sz="720"/>
            </a:lvl1pPr>
            <a:lvl2pPr marL="205740" indent="0">
              <a:buNone/>
              <a:defRPr sz="630"/>
            </a:lvl2pPr>
            <a:lvl3pPr marL="411480" indent="0">
              <a:buNone/>
              <a:defRPr sz="540"/>
            </a:lvl3pPr>
            <a:lvl4pPr marL="617220" indent="0">
              <a:buNone/>
              <a:defRPr sz="450"/>
            </a:lvl4pPr>
            <a:lvl5pPr marL="822960" indent="0">
              <a:buNone/>
              <a:defRPr sz="450"/>
            </a:lvl5pPr>
            <a:lvl6pPr marL="1028700" indent="0">
              <a:buNone/>
              <a:defRPr sz="450"/>
            </a:lvl6pPr>
            <a:lvl7pPr marL="1234440" indent="0">
              <a:buNone/>
              <a:defRPr sz="450"/>
            </a:lvl7pPr>
            <a:lvl8pPr marL="1440180" indent="0">
              <a:buNone/>
              <a:defRPr sz="450"/>
            </a:lvl8pPr>
            <a:lvl9pPr marL="164592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48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213360"/>
            <a:ext cx="1327130" cy="746760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49326" y="460799"/>
            <a:ext cx="2083118" cy="2274358"/>
          </a:xfrm>
        </p:spPr>
        <p:txBody>
          <a:bodyPr anchor="t"/>
          <a:lstStyle>
            <a:lvl1pPr marL="0" indent="0">
              <a:buNone/>
              <a:defRPr sz="1440"/>
            </a:lvl1pPr>
            <a:lvl2pPr marL="205740" indent="0">
              <a:buNone/>
              <a:defRPr sz="1260"/>
            </a:lvl2pPr>
            <a:lvl3pPr marL="411480" indent="0">
              <a:buNone/>
              <a:defRPr sz="1080"/>
            </a:lvl3pPr>
            <a:lvl4pPr marL="617220" indent="0">
              <a:buNone/>
              <a:defRPr sz="900"/>
            </a:lvl4pPr>
            <a:lvl5pPr marL="822960" indent="0">
              <a:buNone/>
              <a:defRPr sz="900"/>
            </a:lvl5pPr>
            <a:lvl6pPr marL="1028700" indent="0">
              <a:buNone/>
              <a:defRPr sz="900"/>
            </a:lvl6pPr>
            <a:lvl7pPr marL="1234440" indent="0">
              <a:buNone/>
              <a:defRPr sz="900"/>
            </a:lvl7pPr>
            <a:lvl8pPr marL="1440180" indent="0">
              <a:buNone/>
              <a:defRPr sz="900"/>
            </a:lvl8pPr>
            <a:lvl9pPr marL="164592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960120"/>
            <a:ext cx="1327130" cy="1778741"/>
          </a:xfrm>
        </p:spPr>
        <p:txBody>
          <a:bodyPr/>
          <a:lstStyle>
            <a:lvl1pPr marL="0" indent="0">
              <a:buNone/>
              <a:defRPr sz="720"/>
            </a:lvl1pPr>
            <a:lvl2pPr marL="205740" indent="0">
              <a:buNone/>
              <a:defRPr sz="630"/>
            </a:lvl2pPr>
            <a:lvl3pPr marL="411480" indent="0">
              <a:buNone/>
              <a:defRPr sz="540"/>
            </a:lvl3pPr>
            <a:lvl4pPr marL="617220" indent="0">
              <a:buNone/>
              <a:defRPr sz="450"/>
            </a:lvl4pPr>
            <a:lvl5pPr marL="822960" indent="0">
              <a:buNone/>
              <a:defRPr sz="450"/>
            </a:lvl5pPr>
            <a:lvl6pPr marL="1028700" indent="0">
              <a:buNone/>
              <a:defRPr sz="450"/>
            </a:lvl6pPr>
            <a:lvl7pPr marL="1234440" indent="0">
              <a:buNone/>
              <a:defRPr sz="450"/>
            </a:lvl7pPr>
            <a:lvl8pPr marL="1440180" indent="0">
              <a:buNone/>
              <a:defRPr sz="450"/>
            </a:lvl8pPr>
            <a:lvl9pPr marL="164592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53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53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4654" y="170392"/>
            <a:ext cx="887254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2893" y="170392"/>
            <a:ext cx="2610326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06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93" y="170392"/>
            <a:ext cx="3549015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93" y="851959"/>
            <a:ext cx="3549015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893" y="2966297"/>
            <a:ext cx="92583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028" y="2966297"/>
            <a:ext cx="1388745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6078" y="2966297"/>
            <a:ext cx="92583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7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411480" rtl="0" eaLnBrk="1" latinLnBrk="0" hangingPunct="1">
        <a:lnSpc>
          <a:spcPct val="90000"/>
        </a:lnSpc>
        <a:spcBef>
          <a:spcPct val="0"/>
        </a:spcBef>
        <a:buNone/>
        <a:defRPr sz="19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870" indent="-102870" algn="l" defTabSz="41148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4pPr>
      <a:lvl5pPr marL="92583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5pPr>
      <a:lvl6pPr marL="113157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6pPr>
      <a:lvl7pPr marL="133731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7pPr>
      <a:lvl8pPr marL="154305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8pPr>
      <a:lvl9pPr marL="174879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3pPr>
      <a:lvl4pPr marL="61722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6pPr>
      <a:lvl7pPr marL="123444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angle 335">
            <a:extLst>
              <a:ext uri="{FF2B5EF4-FFF2-40B4-BE49-F238E27FC236}">
                <a16:creationId xmlns:a16="http://schemas.microsoft.com/office/drawing/2014/main" id="{36E2E514-ED8F-4FF9-8E75-E4C4B3444E85}"/>
              </a:ext>
            </a:extLst>
          </p:cNvPr>
          <p:cNvSpPr/>
          <p:nvPr/>
        </p:nvSpPr>
        <p:spPr>
          <a:xfrm>
            <a:off x="210394" y="406903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SPC3</a:t>
            </a: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0303B574-A385-4757-9A76-7AE2C0161AF5}"/>
              </a:ext>
            </a:extLst>
          </p:cNvPr>
          <p:cNvSpPr/>
          <p:nvPr/>
        </p:nvSpPr>
        <p:spPr>
          <a:xfrm>
            <a:off x="210394" y="771376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SPC2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CE9346F2-BA5D-4BE9-B39C-F647B9BB14A4}"/>
              </a:ext>
            </a:extLst>
          </p:cNvPr>
          <p:cNvSpPr/>
          <p:nvPr/>
        </p:nvSpPr>
        <p:spPr>
          <a:xfrm>
            <a:off x="209009" y="1136093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</a:t>
            </a: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AF4943A1-7869-4484-9A4C-CE0DC9F1330D}"/>
              </a:ext>
            </a:extLst>
          </p:cNvPr>
          <p:cNvSpPr/>
          <p:nvPr/>
        </p:nvSpPr>
        <p:spPr>
          <a:xfrm>
            <a:off x="212461" y="1485162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SPC0</a:t>
            </a: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3A5D6AC9-3CD8-4343-8A66-B61115559212}"/>
              </a:ext>
            </a:extLst>
          </p:cNvPr>
          <p:cNvSpPr/>
          <p:nvPr/>
        </p:nvSpPr>
        <p:spPr>
          <a:xfrm>
            <a:off x="1221758" y="430667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SPC7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8B05102D-9763-416D-B27C-93D515D8C3B9}"/>
              </a:ext>
            </a:extLst>
          </p:cNvPr>
          <p:cNvSpPr/>
          <p:nvPr/>
        </p:nvSpPr>
        <p:spPr>
          <a:xfrm>
            <a:off x="1214495" y="788992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SPC6</a:t>
            </a: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9DA4D718-7122-479E-B1A2-155AF2F6B72D}"/>
              </a:ext>
            </a:extLst>
          </p:cNvPr>
          <p:cNvSpPr/>
          <p:nvPr/>
        </p:nvSpPr>
        <p:spPr>
          <a:xfrm>
            <a:off x="1221758" y="1136093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SPC5</a:t>
            </a: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114DA6C4-30C5-43B7-B4AF-1E4F07FEFBDD}"/>
              </a:ext>
            </a:extLst>
          </p:cNvPr>
          <p:cNvSpPr/>
          <p:nvPr/>
        </p:nvSpPr>
        <p:spPr>
          <a:xfrm>
            <a:off x="1217615" y="1489098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SPC4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DC6B45DD-2AD9-435E-9526-EA2B6CCE3C11}"/>
              </a:ext>
            </a:extLst>
          </p:cNvPr>
          <p:cNvSpPr/>
          <p:nvPr/>
        </p:nvSpPr>
        <p:spPr>
          <a:xfrm>
            <a:off x="16856" y="2185569"/>
            <a:ext cx="948641" cy="46048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Tensor in UMA4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DB91525D-1B97-4ECE-9A50-13E081DD8083}"/>
              </a:ext>
            </a:extLst>
          </p:cNvPr>
          <p:cNvSpPr/>
          <p:nvPr/>
        </p:nvSpPr>
        <p:spPr>
          <a:xfrm>
            <a:off x="2251836" y="430667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SPC11</a:t>
            </a: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016AC24B-C9A5-4E70-ABAF-565BA0715C11}"/>
              </a:ext>
            </a:extLst>
          </p:cNvPr>
          <p:cNvSpPr/>
          <p:nvPr/>
        </p:nvSpPr>
        <p:spPr>
          <a:xfrm>
            <a:off x="2244573" y="788992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SPC10</a:t>
            </a: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6DB6256C-010B-4DCA-8282-FBEFAFD38AC2}"/>
              </a:ext>
            </a:extLst>
          </p:cNvPr>
          <p:cNvSpPr/>
          <p:nvPr/>
        </p:nvSpPr>
        <p:spPr>
          <a:xfrm>
            <a:off x="2251836" y="1136093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SPC9</a:t>
            </a: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EA499176-444F-4F92-AB77-9D796D414D38}"/>
              </a:ext>
            </a:extLst>
          </p:cNvPr>
          <p:cNvSpPr/>
          <p:nvPr/>
        </p:nvSpPr>
        <p:spPr>
          <a:xfrm>
            <a:off x="2247693" y="1489098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SPC8</a:t>
            </a: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FD739484-9738-442C-9314-D44234820DF1}"/>
              </a:ext>
            </a:extLst>
          </p:cNvPr>
          <p:cNvSpPr/>
          <p:nvPr/>
        </p:nvSpPr>
        <p:spPr>
          <a:xfrm>
            <a:off x="3266680" y="447790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SPC15</a:t>
            </a: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2468FAA0-7563-4AA5-A912-7C0EEF9EA306}"/>
              </a:ext>
            </a:extLst>
          </p:cNvPr>
          <p:cNvSpPr/>
          <p:nvPr/>
        </p:nvSpPr>
        <p:spPr>
          <a:xfrm>
            <a:off x="3259417" y="806115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SPC14</a:t>
            </a: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1F9D6178-A9DB-443C-9D70-A4BC23915CB6}"/>
              </a:ext>
            </a:extLst>
          </p:cNvPr>
          <p:cNvSpPr/>
          <p:nvPr/>
        </p:nvSpPr>
        <p:spPr>
          <a:xfrm>
            <a:off x="3266680" y="1153216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SPC13</a:t>
            </a: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E0F34BE9-B15F-4FCB-A6F8-5227C801ABB2}"/>
              </a:ext>
            </a:extLst>
          </p:cNvPr>
          <p:cNvSpPr/>
          <p:nvPr/>
        </p:nvSpPr>
        <p:spPr>
          <a:xfrm>
            <a:off x="3262537" y="1506221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SPC12</a:t>
            </a:r>
          </a:p>
        </p:txBody>
      </p:sp>
      <p:cxnSp>
        <p:nvCxnSpPr>
          <p:cNvPr id="353" name="Straight Arrow Connector 352">
            <a:extLst>
              <a:ext uri="{FF2B5EF4-FFF2-40B4-BE49-F238E27FC236}">
                <a16:creationId xmlns:a16="http://schemas.microsoft.com/office/drawing/2014/main" id="{A78076F3-1FBC-484E-890A-E634D76F284D}"/>
              </a:ext>
            </a:extLst>
          </p:cNvPr>
          <p:cNvCxnSpPr>
            <a:cxnSpLocks/>
            <a:stCxn id="344" idx="0"/>
          </p:cNvCxnSpPr>
          <p:nvPr/>
        </p:nvCxnSpPr>
        <p:spPr>
          <a:xfrm flipV="1">
            <a:off x="491177" y="1961353"/>
            <a:ext cx="0" cy="22421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>
            <a:extLst>
              <a:ext uri="{FF2B5EF4-FFF2-40B4-BE49-F238E27FC236}">
                <a16:creationId xmlns:a16="http://schemas.microsoft.com/office/drawing/2014/main" id="{DBB816CA-3E0F-4F7F-AFBC-B47FD3F39237}"/>
              </a:ext>
            </a:extLst>
          </p:cNvPr>
          <p:cNvSpPr txBox="1"/>
          <p:nvPr/>
        </p:nvSpPr>
        <p:spPr>
          <a:xfrm>
            <a:off x="873528" y="2669642"/>
            <a:ext cx="2560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SPCs in each VMC read the same coordinate from a UMA4 tensor </a:t>
            </a: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06D2BADD-CF39-4F82-9932-2F3E530CF8F8}"/>
              </a:ext>
            </a:extLst>
          </p:cNvPr>
          <p:cNvSpPr/>
          <p:nvPr/>
        </p:nvSpPr>
        <p:spPr>
          <a:xfrm>
            <a:off x="1034279" y="2186631"/>
            <a:ext cx="948641" cy="46048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Tensor in UMA4</a:t>
            </a: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F3ED6974-7822-49BE-AADC-CB717E1D5A29}"/>
              </a:ext>
            </a:extLst>
          </p:cNvPr>
          <p:cNvSpPr/>
          <p:nvPr/>
        </p:nvSpPr>
        <p:spPr>
          <a:xfrm>
            <a:off x="2113247" y="2184514"/>
            <a:ext cx="948641" cy="46048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Tensor in UMA4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7992AEB8-A8FF-4715-8490-53EDF3D26EB5}"/>
              </a:ext>
            </a:extLst>
          </p:cNvPr>
          <p:cNvSpPr txBox="1"/>
          <p:nvPr/>
        </p:nvSpPr>
        <p:spPr>
          <a:xfrm>
            <a:off x="184041" y="84529"/>
            <a:ext cx="657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VMC0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10595BA3-014A-4705-A9A0-FBCCB26E715E}"/>
              </a:ext>
            </a:extLst>
          </p:cNvPr>
          <p:cNvSpPr txBox="1"/>
          <p:nvPr/>
        </p:nvSpPr>
        <p:spPr>
          <a:xfrm>
            <a:off x="1181035" y="69093"/>
            <a:ext cx="657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VMC1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45C837BC-E118-490D-AB40-A263CE64A0F5}"/>
              </a:ext>
            </a:extLst>
          </p:cNvPr>
          <p:cNvSpPr txBox="1"/>
          <p:nvPr/>
        </p:nvSpPr>
        <p:spPr>
          <a:xfrm>
            <a:off x="2245158" y="89762"/>
            <a:ext cx="657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VMC2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D51815BB-72E4-44FC-AE8E-42D972D98D38}"/>
              </a:ext>
            </a:extLst>
          </p:cNvPr>
          <p:cNvSpPr txBox="1"/>
          <p:nvPr/>
        </p:nvSpPr>
        <p:spPr>
          <a:xfrm>
            <a:off x="3246318" y="100852"/>
            <a:ext cx="657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VMC3</a:t>
            </a: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57AD2A52-CCFE-4654-A5C7-166107BD8D43}"/>
              </a:ext>
            </a:extLst>
          </p:cNvPr>
          <p:cNvSpPr/>
          <p:nvPr/>
        </p:nvSpPr>
        <p:spPr>
          <a:xfrm>
            <a:off x="3141974" y="2186087"/>
            <a:ext cx="948641" cy="46048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Tensor in UMA4</a:t>
            </a:r>
          </a:p>
        </p:txBody>
      </p:sp>
      <p:cxnSp>
        <p:nvCxnSpPr>
          <p:cNvPr id="366" name="Straight Arrow Connector 365">
            <a:extLst>
              <a:ext uri="{FF2B5EF4-FFF2-40B4-BE49-F238E27FC236}">
                <a16:creationId xmlns:a16="http://schemas.microsoft.com/office/drawing/2014/main" id="{04C0286A-2BD2-4356-AE58-14BA2B5B64B6}"/>
              </a:ext>
            </a:extLst>
          </p:cNvPr>
          <p:cNvCxnSpPr>
            <a:cxnSpLocks/>
          </p:cNvCxnSpPr>
          <p:nvPr/>
        </p:nvCxnSpPr>
        <p:spPr>
          <a:xfrm flipV="1">
            <a:off x="1529174" y="1960298"/>
            <a:ext cx="0" cy="22421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Arrow Connector 366">
            <a:extLst>
              <a:ext uri="{FF2B5EF4-FFF2-40B4-BE49-F238E27FC236}">
                <a16:creationId xmlns:a16="http://schemas.microsoft.com/office/drawing/2014/main" id="{CA1474F2-1A04-4946-AB42-1EE43938CCE9}"/>
              </a:ext>
            </a:extLst>
          </p:cNvPr>
          <p:cNvCxnSpPr>
            <a:cxnSpLocks/>
          </p:cNvCxnSpPr>
          <p:nvPr/>
        </p:nvCxnSpPr>
        <p:spPr>
          <a:xfrm flipV="1">
            <a:off x="2615610" y="1960298"/>
            <a:ext cx="0" cy="22421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Arrow Connector 367">
            <a:extLst>
              <a:ext uri="{FF2B5EF4-FFF2-40B4-BE49-F238E27FC236}">
                <a16:creationId xmlns:a16="http://schemas.microsoft.com/office/drawing/2014/main" id="{AE68CF8E-15B6-48E6-A80F-D3D8E3965E37}"/>
              </a:ext>
            </a:extLst>
          </p:cNvPr>
          <p:cNvCxnSpPr>
            <a:cxnSpLocks/>
          </p:cNvCxnSpPr>
          <p:nvPr/>
        </p:nvCxnSpPr>
        <p:spPr>
          <a:xfrm flipV="1">
            <a:off x="3587620" y="1982404"/>
            <a:ext cx="0" cy="22421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3ACA55DC-D002-E5EA-7360-966EC18BB17B}"/>
              </a:ext>
            </a:extLst>
          </p:cNvPr>
          <p:cNvSpPr/>
          <p:nvPr/>
        </p:nvSpPr>
        <p:spPr>
          <a:xfrm>
            <a:off x="159994" y="342420"/>
            <a:ext cx="717854" cy="159534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05BB38-EC26-CF3E-BF4E-589392BC1390}"/>
              </a:ext>
            </a:extLst>
          </p:cNvPr>
          <p:cNvSpPr/>
          <p:nvPr/>
        </p:nvSpPr>
        <p:spPr>
          <a:xfrm>
            <a:off x="1160498" y="338423"/>
            <a:ext cx="717854" cy="159534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A064299-F8A5-3B4D-B559-F9336E42082F}"/>
              </a:ext>
            </a:extLst>
          </p:cNvPr>
          <p:cNvSpPr/>
          <p:nvPr/>
        </p:nvSpPr>
        <p:spPr>
          <a:xfrm>
            <a:off x="2194495" y="352634"/>
            <a:ext cx="717854" cy="159534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C0E4F8F-B803-7DEC-53C3-365508CB5827}"/>
              </a:ext>
            </a:extLst>
          </p:cNvPr>
          <p:cNvSpPr/>
          <p:nvPr/>
        </p:nvSpPr>
        <p:spPr>
          <a:xfrm>
            <a:off x="3222100" y="342106"/>
            <a:ext cx="717854" cy="159534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44</Words>
  <Application>Microsoft Office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Haichuan Wang(王海川)</cp:lastModifiedBy>
  <cp:revision>16</cp:revision>
  <dcterms:created xsi:type="dcterms:W3CDTF">2020-03-18T02:10:58Z</dcterms:created>
  <dcterms:modified xsi:type="dcterms:W3CDTF">2023-07-09T02:21:19Z</dcterms:modified>
</cp:coreProperties>
</file>