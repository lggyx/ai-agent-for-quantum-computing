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50292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1" autoAdjust="0"/>
    <p:restoredTop sz="94660"/>
  </p:normalViewPr>
  <p:slideViewPr>
    <p:cSldViewPr snapToGrid="0">
      <p:cViewPr varScale="1">
        <p:scale>
          <a:sx n="301" d="100"/>
          <a:sy n="301" d="100"/>
        </p:scale>
        <p:origin x="202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374121"/>
            <a:ext cx="37719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200679"/>
            <a:ext cx="37719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21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01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569913"/>
            <a:ext cx="4337685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1529821"/>
            <a:ext cx="4337685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071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608542"/>
            <a:ext cx="213741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608542"/>
            <a:ext cx="213741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44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21709"/>
            <a:ext cx="4337685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560388"/>
            <a:ext cx="2127587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835025"/>
            <a:ext cx="2127587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560388"/>
            <a:ext cx="2138065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835025"/>
            <a:ext cx="2138065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3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2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6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329142"/>
            <a:ext cx="2546033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92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329142"/>
            <a:ext cx="2546033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3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74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" y="121709"/>
            <a:ext cx="1084421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" y="121709"/>
            <a:ext cx="3190399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96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21709"/>
            <a:ext cx="4337685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608542"/>
            <a:ext cx="4337685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2118784"/>
            <a:ext cx="1697355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roup 311">
            <a:extLst>
              <a:ext uri="{FF2B5EF4-FFF2-40B4-BE49-F238E27FC236}">
                <a16:creationId xmlns:a16="http://schemas.microsoft.com/office/drawing/2014/main" id="{5F767ECD-DFFC-4095-8EE2-115DD76FD597}"/>
              </a:ext>
            </a:extLst>
          </p:cNvPr>
          <p:cNvGrpSpPr/>
          <p:nvPr/>
        </p:nvGrpSpPr>
        <p:grpSpPr>
          <a:xfrm>
            <a:off x="81987" y="45421"/>
            <a:ext cx="5043091" cy="2273213"/>
            <a:chOff x="523729" y="2371045"/>
            <a:chExt cx="5043091" cy="2273213"/>
          </a:xfrm>
        </p:grpSpPr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730529C8-5E6C-45A9-A590-9D2232B2EF57}"/>
                </a:ext>
              </a:extLst>
            </p:cNvPr>
            <p:cNvSpPr/>
            <p:nvPr/>
          </p:nvSpPr>
          <p:spPr>
            <a:xfrm>
              <a:off x="525114" y="2371045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SPC3</a:t>
              </a: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13F0BC3A-8BFF-468A-9E5C-29FF4D67A07C}"/>
                </a:ext>
              </a:extLst>
            </p:cNvPr>
            <p:cNvSpPr/>
            <p:nvPr/>
          </p:nvSpPr>
          <p:spPr>
            <a:xfrm>
              <a:off x="525114" y="2735518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SPC2</a:t>
              </a: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7285D9E3-21E1-461A-A9DD-D70ED6FE69CC}"/>
                </a:ext>
              </a:extLst>
            </p:cNvPr>
            <p:cNvSpPr/>
            <p:nvPr/>
          </p:nvSpPr>
          <p:spPr>
            <a:xfrm>
              <a:off x="523729" y="3100235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</a:t>
              </a:r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BF1025A9-AD6D-4DEE-AC3A-F930EF979EDD}"/>
                </a:ext>
              </a:extLst>
            </p:cNvPr>
            <p:cNvSpPr/>
            <p:nvPr/>
          </p:nvSpPr>
          <p:spPr>
            <a:xfrm>
              <a:off x="527181" y="3449304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SPC0</a:t>
              </a: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A3B44BC3-524A-46D7-B953-6111CE71F626}"/>
                </a:ext>
              </a:extLst>
            </p:cNvPr>
            <p:cNvSpPr/>
            <p:nvPr/>
          </p:nvSpPr>
          <p:spPr>
            <a:xfrm>
              <a:off x="1536478" y="2394809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SPC7</a:t>
              </a: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97AC233D-47EA-4B57-B4C5-F46D0E3DC81D}"/>
                </a:ext>
              </a:extLst>
            </p:cNvPr>
            <p:cNvSpPr/>
            <p:nvPr/>
          </p:nvSpPr>
          <p:spPr>
            <a:xfrm>
              <a:off x="1529215" y="2753134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SPC6</a:t>
              </a:r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99F0EFF8-896D-4B13-B64A-DCCFC7F9AFF9}"/>
                </a:ext>
              </a:extLst>
            </p:cNvPr>
            <p:cNvSpPr/>
            <p:nvPr/>
          </p:nvSpPr>
          <p:spPr>
            <a:xfrm>
              <a:off x="1536478" y="3100235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SPC5</a:t>
              </a: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F8A6F608-AF18-4488-9F1A-4609D396C082}"/>
                </a:ext>
              </a:extLst>
            </p:cNvPr>
            <p:cNvSpPr/>
            <p:nvPr/>
          </p:nvSpPr>
          <p:spPr>
            <a:xfrm>
              <a:off x="1532335" y="3453240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SPC4</a:t>
              </a: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BD2223B7-8D73-4D97-A85D-CD20536F3738}"/>
                </a:ext>
              </a:extLst>
            </p:cNvPr>
            <p:cNvSpPr/>
            <p:nvPr/>
          </p:nvSpPr>
          <p:spPr>
            <a:xfrm>
              <a:off x="1253174" y="4198497"/>
              <a:ext cx="2302612" cy="365125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Tensor in UMA</a:t>
              </a: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07C76AC4-15AF-4B76-B8A3-DD81302BE46C}"/>
                </a:ext>
              </a:extLst>
            </p:cNvPr>
            <p:cNvSpPr/>
            <p:nvPr/>
          </p:nvSpPr>
          <p:spPr>
            <a:xfrm>
              <a:off x="2566556" y="2394809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SPC11</a:t>
              </a: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66218B7A-651F-4C41-810A-2017697BB125}"/>
                </a:ext>
              </a:extLst>
            </p:cNvPr>
            <p:cNvSpPr/>
            <p:nvPr/>
          </p:nvSpPr>
          <p:spPr>
            <a:xfrm>
              <a:off x="2559293" y="2753134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SPC10</a:t>
              </a: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5AA73C05-6D75-4D39-88DC-DF49855871FB}"/>
                </a:ext>
              </a:extLst>
            </p:cNvPr>
            <p:cNvSpPr/>
            <p:nvPr/>
          </p:nvSpPr>
          <p:spPr>
            <a:xfrm>
              <a:off x="2566556" y="3100235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SPC9</a:t>
              </a: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7A61D9F3-5C53-4F4A-B2A1-39DFE8A96804}"/>
                </a:ext>
              </a:extLst>
            </p:cNvPr>
            <p:cNvSpPr/>
            <p:nvPr/>
          </p:nvSpPr>
          <p:spPr>
            <a:xfrm>
              <a:off x="2562413" y="3453240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SPC8</a:t>
              </a: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A1BACD18-3914-4D02-B642-C2BF0CC2714B}"/>
                </a:ext>
              </a:extLst>
            </p:cNvPr>
            <p:cNvSpPr/>
            <p:nvPr/>
          </p:nvSpPr>
          <p:spPr>
            <a:xfrm>
              <a:off x="3581400" y="2411932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SPC15</a:t>
              </a: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ADF4C2C6-E93A-4307-AA47-6DD84E0FF47C}"/>
                </a:ext>
              </a:extLst>
            </p:cNvPr>
            <p:cNvSpPr/>
            <p:nvPr/>
          </p:nvSpPr>
          <p:spPr>
            <a:xfrm>
              <a:off x="3574137" y="2770257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SPC14</a:t>
              </a: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60D8EEB9-6973-4D2C-86C7-5ABC92BA7452}"/>
                </a:ext>
              </a:extLst>
            </p:cNvPr>
            <p:cNvSpPr/>
            <p:nvPr/>
          </p:nvSpPr>
          <p:spPr>
            <a:xfrm>
              <a:off x="3581400" y="3117358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SPC13</a:t>
              </a: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12AFC86E-31F5-433A-8525-51C4A4F08313}"/>
                </a:ext>
              </a:extLst>
            </p:cNvPr>
            <p:cNvSpPr/>
            <p:nvPr/>
          </p:nvSpPr>
          <p:spPr>
            <a:xfrm>
              <a:off x="3577257" y="3470363"/>
              <a:ext cx="616527" cy="2885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SPC12</a:t>
              </a:r>
            </a:p>
          </p:txBody>
        </p:sp>
        <p:cxnSp>
          <p:nvCxnSpPr>
            <p:cNvPr id="330" name="Straight Arrow Connector 329">
              <a:extLst>
                <a:ext uri="{FF2B5EF4-FFF2-40B4-BE49-F238E27FC236}">
                  <a16:creationId xmlns:a16="http://schemas.microsoft.com/office/drawing/2014/main" id="{AB59732D-8CEE-473D-9701-4A2085441D66}"/>
                </a:ext>
              </a:extLst>
            </p:cNvPr>
            <p:cNvCxnSpPr>
              <a:cxnSpLocks/>
              <a:stCxn id="321" idx="0"/>
            </p:cNvCxnSpPr>
            <p:nvPr/>
          </p:nvCxnSpPr>
          <p:spPr>
            <a:xfrm flipH="1" flipV="1">
              <a:off x="792152" y="3831773"/>
              <a:ext cx="1612328" cy="366724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Arrow Connector 330">
              <a:extLst>
                <a:ext uri="{FF2B5EF4-FFF2-40B4-BE49-F238E27FC236}">
                  <a16:creationId xmlns:a16="http://schemas.microsoft.com/office/drawing/2014/main" id="{000A861F-F678-43FC-A3C2-49724D69FB69}"/>
                </a:ext>
              </a:extLst>
            </p:cNvPr>
            <p:cNvCxnSpPr>
              <a:cxnSpLocks/>
              <a:stCxn id="321" idx="0"/>
            </p:cNvCxnSpPr>
            <p:nvPr/>
          </p:nvCxnSpPr>
          <p:spPr>
            <a:xfrm flipH="1" flipV="1">
              <a:off x="1837478" y="3894115"/>
              <a:ext cx="567002" cy="304382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Arrow Connector 331">
              <a:extLst>
                <a:ext uri="{FF2B5EF4-FFF2-40B4-BE49-F238E27FC236}">
                  <a16:creationId xmlns:a16="http://schemas.microsoft.com/office/drawing/2014/main" id="{497597A4-D79E-4EA2-8A6B-CADE965B0FCA}"/>
                </a:ext>
              </a:extLst>
            </p:cNvPr>
            <p:cNvCxnSpPr>
              <a:cxnSpLocks/>
              <a:stCxn id="321" idx="0"/>
            </p:cNvCxnSpPr>
            <p:nvPr/>
          </p:nvCxnSpPr>
          <p:spPr>
            <a:xfrm flipV="1">
              <a:off x="2404480" y="3894115"/>
              <a:ext cx="502223" cy="304382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Arrow Connector 332">
              <a:extLst>
                <a:ext uri="{FF2B5EF4-FFF2-40B4-BE49-F238E27FC236}">
                  <a16:creationId xmlns:a16="http://schemas.microsoft.com/office/drawing/2014/main" id="{65050416-290C-4EA7-8B25-A59E45351996}"/>
                </a:ext>
              </a:extLst>
            </p:cNvPr>
            <p:cNvCxnSpPr>
              <a:cxnSpLocks/>
              <a:stCxn id="321" idx="0"/>
            </p:cNvCxnSpPr>
            <p:nvPr/>
          </p:nvCxnSpPr>
          <p:spPr>
            <a:xfrm flipV="1">
              <a:off x="2404480" y="3881976"/>
              <a:ext cx="1485183" cy="316521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8334877A-2C02-4148-B52B-D7926B40A65A}"/>
                </a:ext>
              </a:extLst>
            </p:cNvPr>
            <p:cNvSpPr txBox="1"/>
            <p:nvPr/>
          </p:nvSpPr>
          <p:spPr>
            <a:xfrm>
              <a:off x="3574137" y="3997927"/>
              <a:ext cx="19926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All SPCs read the same Tensor with the same coordinate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429C993-80FE-D589-C987-E0178E637890}"/>
              </a:ext>
            </a:extLst>
          </p:cNvPr>
          <p:cNvSpPr txBox="1"/>
          <p:nvPr/>
        </p:nvSpPr>
        <p:spPr>
          <a:xfrm>
            <a:off x="3792510" y="559166"/>
            <a:ext cx="1300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All SPCs are in the same group</a:t>
            </a:r>
            <a:endParaRPr lang="en-US" sz="11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17F7C6-6C6E-62AB-2998-19BF80543825}"/>
              </a:ext>
            </a:extLst>
          </p:cNvPr>
          <p:cNvSpPr/>
          <p:nvPr/>
        </p:nvSpPr>
        <p:spPr>
          <a:xfrm>
            <a:off x="45662" y="21536"/>
            <a:ext cx="3770321" cy="1506149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36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Haichuan Wang(王海川)</cp:lastModifiedBy>
  <cp:revision>16</cp:revision>
  <dcterms:created xsi:type="dcterms:W3CDTF">2020-03-18T02:10:58Z</dcterms:created>
  <dcterms:modified xsi:type="dcterms:W3CDTF">2023-07-13T21:38:29Z</dcterms:modified>
</cp:coreProperties>
</file>