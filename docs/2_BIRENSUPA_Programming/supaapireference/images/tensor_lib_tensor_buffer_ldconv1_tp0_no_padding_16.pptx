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72" r:id="rId1"/>
  </p:sldMasterIdLst>
  <p:notesMasterIdLst>
    <p:notesMasterId r:id="rId3"/>
  </p:notesMasterIdLst>
  <p:sldIdLst>
    <p:sldId id="256" r:id="rId2"/>
  </p:sldIdLst>
  <p:sldSz cx="6035675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476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44525" y="1143000"/>
            <a:ext cx="8147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44525" y="1143000"/>
            <a:ext cx="8147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374121"/>
            <a:ext cx="4526756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200679"/>
            <a:ext cx="4526756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3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569913"/>
            <a:ext cx="520577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1529821"/>
            <a:ext cx="520577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0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21709"/>
            <a:ext cx="5205770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560388"/>
            <a:ext cx="255337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835025"/>
            <a:ext cx="2553373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560388"/>
            <a:ext cx="2565948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835025"/>
            <a:ext cx="2565948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59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5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329142"/>
            <a:ext cx="305556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0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329142"/>
            <a:ext cx="305556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2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7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21709"/>
            <a:ext cx="1301442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21709"/>
            <a:ext cx="3828881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21709"/>
            <a:ext cx="520577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608542"/>
            <a:ext cx="520577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2118784"/>
            <a:ext cx="20370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>
            <a:extLst>
              <a:ext uri="{FF2B5EF4-FFF2-40B4-BE49-F238E27FC236}">
                <a16:creationId xmlns:a16="http://schemas.microsoft.com/office/drawing/2014/main" id="{627B5D84-13AB-A3EF-039F-41E9C3D28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75" y="128587"/>
            <a:ext cx="54959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1701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57</cp:revision>
  <dcterms:created xsi:type="dcterms:W3CDTF">2020-03-18T02:10:58Z</dcterms:created>
  <dcterms:modified xsi:type="dcterms:W3CDTF">2023-08-31T10:02:14Z</dcterms:modified>
</cp:coreProperties>
</file>