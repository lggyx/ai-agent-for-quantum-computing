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80" r:id="rId1"/>
  </p:sldMasterIdLst>
  <p:notesMasterIdLst>
    <p:notesMasterId r:id="rId3"/>
  </p:notesMasterIdLst>
  <p:sldIdLst>
    <p:sldId id="256" r:id="rId2"/>
  </p:sldIdLst>
  <p:sldSz cx="3657600" cy="27432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4424" autoAdjust="0"/>
    <p:restoredTop sz="93758" autoAdjust="0"/>
  </p:normalViewPr>
  <p:slideViewPr>
    <p:cSldViewPr snapToGrid="0">
      <p:cViewPr>
        <p:scale>
          <a:sx n="100" d="100"/>
          <a:sy n="100" d="100"/>
        </p:scale>
        <p:origin x="5214" y="2634"/>
      </p:cViewPr>
      <p:guideLst/>
    </p:cSldViewPr>
  </p:slideViewPr>
  <p:notesTextViewPr>
    <p:cViewPr>
      <p:scale>
        <a:sx n="20" d="100"/>
        <a:sy n="2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6BCA26-2497-4D2F-9571-A0C997A43EAA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F3C6A1-93D1-4A18-811B-789C522BAA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7986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2299365" rtl="0" eaLnBrk="1" latinLnBrk="0" hangingPunct="1">
      <a:defRPr sz="3017" kern="1200">
        <a:solidFill>
          <a:schemeClr val="tx1"/>
        </a:solidFill>
        <a:latin typeface="+mn-lt"/>
        <a:ea typeface="+mn-ea"/>
        <a:cs typeface="+mn-cs"/>
      </a:defRPr>
    </a:lvl1pPr>
    <a:lvl2pPr marL="1149682" algn="l" defTabSz="2299365" rtl="0" eaLnBrk="1" latinLnBrk="0" hangingPunct="1">
      <a:defRPr sz="3017" kern="1200">
        <a:solidFill>
          <a:schemeClr val="tx1"/>
        </a:solidFill>
        <a:latin typeface="+mn-lt"/>
        <a:ea typeface="+mn-ea"/>
        <a:cs typeface="+mn-cs"/>
      </a:defRPr>
    </a:lvl2pPr>
    <a:lvl3pPr marL="2299365" algn="l" defTabSz="2299365" rtl="0" eaLnBrk="1" latinLnBrk="0" hangingPunct="1">
      <a:defRPr sz="3017" kern="1200">
        <a:solidFill>
          <a:schemeClr val="tx1"/>
        </a:solidFill>
        <a:latin typeface="+mn-lt"/>
        <a:ea typeface="+mn-ea"/>
        <a:cs typeface="+mn-cs"/>
      </a:defRPr>
    </a:lvl3pPr>
    <a:lvl4pPr marL="3449047" algn="l" defTabSz="2299365" rtl="0" eaLnBrk="1" latinLnBrk="0" hangingPunct="1">
      <a:defRPr sz="3017" kern="1200">
        <a:solidFill>
          <a:schemeClr val="tx1"/>
        </a:solidFill>
        <a:latin typeface="+mn-lt"/>
        <a:ea typeface="+mn-ea"/>
        <a:cs typeface="+mn-cs"/>
      </a:defRPr>
    </a:lvl4pPr>
    <a:lvl5pPr marL="4598731" algn="l" defTabSz="2299365" rtl="0" eaLnBrk="1" latinLnBrk="0" hangingPunct="1">
      <a:defRPr sz="3017" kern="1200">
        <a:solidFill>
          <a:schemeClr val="tx1"/>
        </a:solidFill>
        <a:latin typeface="+mn-lt"/>
        <a:ea typeface="+mn-ea"/>
        <a:cs typeface="+mn-cs"/>
      </a:defRPr>
    </a:lvl5pPr>
    <a:lvl6pPr marL="5748413" algn="l" defTabSz="2299365" rtl="0" eaLnBrk="1" latinLnBrk="0" hangingPunct="1">
      <a:defRPr sz="3017" kern="1200">
        <a:solidFill>
          <a:schemeClr val="tx1"/>
        </a:solidFill>
        <a:latin typeface="+mn-lt"/>
        <a:ea typeface="+mn-ea"/>
        <a:cs typeface="+mn-cs"/>
      </a:defRPr>
    </a:lvl6pPr>
    <a:lvl7pPr marL="6898096" algn="l" defTabSz="2299365" rtl="0" eaLnBrk="1" latinLnBrk="0" hangingPunct="1">
      <a:defRPr sz="3017" kern="1200">
        <a:solidFill>
          <a:schemeClr val="tx1"/>
        </a:solidFill>
        <a:latin typeface="+mn-lt"/>
        <a:ea typeface="+mn-ea"/>
        <a:cs typeface="+mn-cs"/>
      </a:defRPr>
    </a:lvl7pPr>
    <a:lvl8pPr marL="8047778" algn="l" defTabSz="2299365" rtl="0" eaLnBrk="1" latinLnBrk="0" hangingPunct="1">
      <a:defRPr sz="3017" kern="1200">
        <a:solidFill>
          <a:schemeClr val="tx1"/>
        </a:solidFill>
        <a:latin typeface="+mn-lt"/>
        <a:ea typeface="+mn-ea"/>
        <a:cs typeface="+mn-cs"/>
      </a:defRPr>
    </a:lvl8pPr>
    <a:lvl9pPr marL="9197461" algn="l" defTabSz="2299365" rtl="0" eaLnBrk="1" latinLnBrk="0" hangingPunct="1">
      <a:defRPr sz="3017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F3C6A1-93D1-4A18-811B-789C522BAA5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9893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4320" y="448945"/>
            <a:ext cx="3108960" cy="955040"/>
          </a:xfrm>
        </p:spPr>
        <p:txBody>
          <a:bodyPr anchor="b"/>
          <a:lstStyle>
            <a:lvl1pPr algn="ctr"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1440815"/>
            <a:ext cx="2743200" cy="662305"/>
          </a:xfrm>
        </p:spPr>
        <p:txBody>
          <a:bodyPr/>
          <a:lstStyle>
            <a:lvl1pPr marL="0" indent="0" algn="ctr">
              <a:buNone/>
              <a:defRPr sz="960"/>
            </a:lvl1pPr>
            <a:lvl2pPr marL="182880" indent="0" algn="ctr">
              <a:buNone/>
              <a:defRPr sz="800"/>
            </a:lvl2pPr>
            <a:lvl3pPr marL="365760" indent="0" algn="ctr">
              <a:buNone/>
              <a:defRPr sz="720"/>
            </a:lvl3pPr>
            <a:lvl4pPr marL="548640" indent="0" algn="ctr">
              <a:buNone/>
              <a:defRPr sz="640"/>
            </a:lvl4pPr>
            <a:lvl5pPr marL="731520" indent="0" algn="ctr">
              <a:buNone/>
              <a:defRPr sz="640"/>
            </a:lvl5pPr>
            <a:lvl6pPr marL="914400" indent="0" algn="ctr">
              <a:buNone/>
              <a:defRPr sz="640"/>
            </a:lvl6pPr>
            <a:lvl7pPr marL="1097280" indent="0" algn="ctr">
              <a:buNone/>
              <a:defRPr sz="640"/>
            </a:lvl7pPr>
            <a:lvl8pPr marL="1280160" indent="0" algn="ctr">
              <a:buNone/>
              <a:defRPr sz="640"/>
            </a:lvl8pPr>
            <a:lvl9pPr marL="1463040" indent="0" algn="ctr">
              <a:buNone/>
              <a:defRPr sz="64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01800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4293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9555" y="683896"/>
            <a:ext cx="3154680" cy="1141095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9555" y="1835786"/>
            <a:ext cx="3154680" cy="600075"/>
          </a:xfrm>
        </p:spPr>
        <p:txBody>
          <a:bodyPr/>
          <a:lstStyle>
            <a:lvl1pPr marL="0" indent="0">
              <a:buNone/>
              <a:defRPr sz="960">
                <a:solidFill>
                  <a:schemeClr val="tx1"/>
                </a:solidFill>
              </a:defRPr>
            </a:lvl1pPr>
            <a:lvl2pPr marL="18288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2pPr>
            <a:lvl3pPr marL="365760" indent="0">
              <a:buNone/>
              <a:defRPr sz="720">
                <a:solidFill>
                  <a:schemeClr val="tx1">
                    <a:tint val="75000"/>
                  </a:schemeClr>
                </a:solidFill>
              </a:defRPr>
            </a:lvl3pPr>
            <a:lvl4pPr marL="548640" indent="0">
              <a:buNone/>
              <a:defRPr sz="640">
                <a:solidFill>
                  <a:schemeClr val="tx1">
                    <a:tint val="75000"/>
                  </a:schemeClr>
                </a:solidFill>
              </a:defRPr>
            </a:lvl4pPr>
            <a:lvl5pPr marL="731520" indent="0">
              <a:buNone/>
              <a:defRPr sz="640">
                <a:solidFill>
                  <a:schemeClr val="tx1">
                    <a:tint val="75000"/>
                  </a:schemeClr>
                </a:solidFill>
              </a:defRPr>
            </a:lvl5pPr>
            <a:lvl6pPr marL="914400" indent="0">
              <a:buNone/>
              <a:defRPr sz="640">
                <a:solidFill>
                  <a:schemeClr val="tx1">
                    <a:tint val="75000"/>
                  </a:schemeClr>
                </a:solidFill>
              </a:defRPr>
            </a:lvl6pPr>
            <a:lvl7pPr marL="1097280" indent="0">
              <a:buNone/>
              <a:defRPr sz="640">
                <a:solidFill>
                  <a:schemeClr val="tx1">
                    <a:tint val="75000"/>
                  </a:schemeClr>
                </a:solidFill>
              </a:defRPr>
            </a:lvl7pPr>
            <a:lvl8pPr marL="1280160" indent="0">
              <a:buNone/>
              <a:defRPr sz="640">
                <a:solidFill>
                  <a:schemeClr val="tx1">
                    <a:tint val="75000"/>
                  </a:schemeClr>
                </a:solidFill>
              </a:defRPr>
            </a:lvl8pPr>
            <a:lvl9pPr marL="1463040" indent="0">
              <a:buNone/>
              <a:defRPr sz="64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03361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1460" y="730250"/>
            <a:ext cx="1554480" cy="174053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851660" y="730250"/>
            <a:ext cx="1554480" cy="174053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05655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936" y="146051"/>
            <a:ext cx="3154680" cy="5302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1937" y="672465"/>
            <a:ext cx="1547336" cy="329565"/>
          </a:xfrm>
        </p:spPr>
        <p:txBody>
          <a:bodyPr anchor="b"/>
          <a:lstStyle>
            <a:lvl1pPr marL="0" indent="0">
              <a:buNone/>
              <a:defRPr sz="960" b="1"/>
            </a:lvl1pPr>
            <a:lvl2pPr marL="182880" indent="0">
              <a:buNone/>
              <a:defRPr sz="800" b="1"/>
            </a:lvl2pPr>
            <a:lvl3pPr marL="365760" indent="0">
              <a:buNone/>
              <a:defRPr sz="720" b="1"/>
            </a:lvl3pPr>
            <a:lvl4pPr marL="548640" indent="0">
              <a:buNone/>
              <a:defRPr sz="640" b="1"/>
            </a:lvl4pPr>
            <a:lvl5pPr marL="731520" indent="0">
              <a:buNone/>
              <a:defRPr sz="640" b="1"/>
            </a:lvl5pPr>
            <a:lvl6pPr marL="914400" indent="0">
              <a:buNone/>
              <a:defRPr sz="640" b="1"/>
            </a:lvl6pPr>
            <a:lvl7pPr marL="1097280" indent="0">
              <a:buNone/>
              <a:defRPr sz="640" b="1"/>
            </a:lvl7pPr>
            <a:lvl8pPr marL="1280160" indent="0">
              <a:buNone/>
              <a:defRPr sz="640" b="1"/>
            </a:lvl8pPr>
            <a:lvl9pPr marL="1463040" indent="0">
              <a:buNone/>
              <a:defRPr sz="64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1937" y="1002030"/>
            <a:ext cx="1547336" cy="147383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851660" y="672465"/>
            <a:ext cx="1554956" cy="329565"/>
          </a:xfrm>
        </p:spPr>
        <p:txBody>
          <a:bodyPr anchor="b"/>
          <a:lstStyle>
            <a:lvl1pPr marL="0" indent="0">
              <a:buNone/>
              <a:defRPr sz="960" b="1"/>
            </a:lvl1pPr>
            <a:lvl2pPr marL="182880" indent="0">
              <a:buNone/>
              <a:defRPr sz="800" b="1"/>
            </a:lvl2pPr>
            <a:lvl3pPr marL="365760" indent="0">
              <a:buNone/>
              <a:defRPr sz="720" b="1"/>
            </a:lvl3pPr>
            <a:lvl4pPr marL="548640" indent="0">
              <a:buNone/>
              <a:defRPr sz="640" b="1"/>
            </a:lvl4pPr>
            <a:lvl5pPr marL="731520" indent="0">
              <a:buNone/>
              <a:defRPr sz="640" b="1"/>
            </a:lvl5pPr>
            <a:lvl6pPr marL="914400" indent="0">
              <a:buNone/>
              <a:defRPr sz="640" b="1"/>
            </a:lvl6pPr>
            <a:lvl7pPr marL="1097280" indent="0">
              <a:buNone/>
              <a:defRPr sz="640" b="1"/>
            </a:lvl7pPr>
            <a:lvl8pPr marL="1280160" indent="0">
              <a:buNone/>
              <a:defRPr sz="640" b="1"/>
            </a:lvl8pPr>
            <a:lvl9pPr marL="1463040" indent="0">
              <a:buNone/>
              <a:defRPr sz="64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851660" y="1002030"/>
            <a:ext cx="1554956" cy="147383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37981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1031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40246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937" y="182880"/>
            <a:ext cx="1179671" cy="640080"/>
          </a:xfrm>
        </p:spPr>
        <p:txBody>
          <a:bodyPr anchor="b"/>
          <a:lstStyle>
            <a:lvl1pPr>
              <a:defRPr sz="128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54956" y="394971"/>
            <a:ext cx="1851660" cy="1949450"/>
          </a:xfrm>
        </p:spPr>
        <p:txBody>
          <a:bodyPr/>
          <a:lstStyle>
            <a:lvl1pPr>
              <a:defRPr sz="1280"/>
            </a:lvl1pPr>
            <a:lvl2pPr>
              <a:defRPr sz="1120"/>
            </a:lvl2pPr>
            <a:lvl3pPr>
              <a:defRPr sz="960"/>
            </a:lvl3pPr>
            <a:lvl4pPr>
              <a:defRPr sz="800"/>
            </a:lvl4pPr>
            <a:lvl5pPr>
              <a:defRPr sz="800"/>
            </a:lvl5pPr>
            <a:lvl6pPr>
              <a:defRPr sz="800"/>
            </a:lvl6pPr>
            <a:lvl7pPr>
              <a:defRPr sz="800"/>
            </a:lvl7pPr>
            <a:lvl8pPr>
              <a:defRPr sz="800"/>
            </a:lvl8pPr>
            <a:lvl9pPr>
              <a:defRPr sz="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1937" y="822960"/>
            <a:ext cx="1179671" cy="1524635"/>
          </a:xfrm>
        </p:spPr>
        <p:txBody>
          <a:bodyPr/>
          <a:lstStyle>
            <a:lvl1pPr marL="0" indent="0">
              <a:buNone/>
              <a:defRPr sz="640"/>
            </a:lvl1pPr>
            <a:lvl2pPr marL="182880" indent="0">
              <a:buNone/>
              <a:defRPr sz="560"/>
            </a:lvl2pPr>
            <a:lvl3pPr marL="365760" indent="0">
              <a:buNone/>
              <a:defRPr sz="480"/>
            </a:lvl3pPr>
            <a:lvl4pPr marL="548640" indent="0">
              <a:buNone/>
              <a:defRPr sz="400"/>
            </a:lvl4pPr>
            <a:lvl5pPr marL="731520" indent="0">
              <a:buNone/>
              <a:defRPr sz="400"/>
            </a:lvl5pPr>
            <a:lvl6pPr marL="914400" indent="0">
              <a:buNone/>
              <a:defRPr sz="400"/>
            </a:lvl6pPr>
            <a:lvl7pPr marL="1097280" indent="0">
              <a:buNone/>
              <a:defRPr sz="400"/>
            </a:lvl7pPr>
            <a:lvl8pPr marL="1280160" indent="0">
              <a:buNone/>
              <a:defRPr sz="400"/>
            </a:lvl8pPr>
            <a:lvl9pPr marL="1463040" indent="0">
              <a:buNone/>
              <a:defRPr sz="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20165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937" y="182880"/>
            <a:ext cx="1179671" cy="640080"/>
          </a:xfrm>
        </p:spPr>
        <p:txBody>
          <a:bodyPr anchor="b"/>
          <a:lstStyle>
            <a:lvl1pPr>
              <a:defRPr sz="128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54956" y="394971"/>
            <a:ext cx="1851660" cy="1949450"/>
          </a:xfrm>
        </p:spPr>
        <p:txBody>
          <a:bodyPr anchor="t"/>
          <a:lstStyle>
            <a:lvl1pPr marL="0" indent="0">
              <a:buNone/>
              <a:defRPr sz="1280"/>
            </a:lvl1pPr>
            <a:lvl2pPr marL="182880" indent="0">
              <a:buNone/>
              <a:defRPr sz="1120"/>
            </a:lvl2pPr>
            <a:lvl3pPr marL="365760" indent="0">
              <a:buNone/>
              <a:defRPr sz="960"/>
            </a:lvl3pPr>
            <a:lvl4pPr marL="548640" indent="0">
              <a:buNone/>
              <a:defRPr sz="800"/>
            </a:lvl4pPr>
            <a:lvl5pPr marL="731520" indent="0">
              <a:buNone/>
              <a:defRPr sz="800"/>
            </a:lvl5pPr>
            <a:lvl6pPr marL="914400" indent="0">
              <a:buNone/>
              <a:defRPr sz="800"/>
            </a:lvl6pPr>
            <a:lvl7pPr marL="1097280" indent="0">
              <a:buNone/>
              <a:defRPr sz="800"/>
            </a:lvl7pPr>
            <a:lvl8pPr marL="1280160" indent="0">
              <a:buNone/>
              <a:defRPr sz="800"/>
            </a:lvl8pPr>
            <a:lvl9pPr marL="1463040" indent="0">
              <a:buNone/>
              <a:defRPr sz="8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1937" y="822960"/>
            <a:ext cx="1179671" cy="1524635"/>
          </a:xfrm>
        </p:spPr>
        <p:txBody>
          <a:bodyPr/>
          <a:lstStyle>
            <a:lvl1pPr marL="0" indent="0">
              <a:buNone/>
              <a:defRPr sz="640"/>
            </a:lvl1pPr>
            <a:lvl2pPr marL="182880" indent="0">
              <a:buNone/>
              <a:defRPr sz="560"/>
            </a:lvl2pPr>
            <a:lvl3pPr marL="365760" indent="0">
              <a:buNone/>
              <a:defRPr sz="480"/>
            </a:lvl3pPr>
            <a:lvl4pPr marL="548640" indent="0">
              <a:buNone/>
              <a:defRPr sz="400"/>
            </a:lvl4pPr>
            <a:lvl5pPr marL="731520" indent="0">
              <a:buNone/>
              <a:defRPr sz="400"/>
            </a:lvl5pPr>
            <a:lvl6pPr marL="914400" indent="0">
              <a:buNone/>
              <a:defRPr sz="400"/>
            </a:lvl6pPr>
            <a:lvl7pPr marL="1097280" indent="0">
              <a:buNone/>
              <a:defRPr sz="400"/>
            </a:lvl7pPr>
            <a:lvl8pPr marL="1280160" indent="0">
              <a:buNone/>
              <a:defRPr sz="400"/>
            </a:lvl8pPr>
            <a:lvl9pPr marL="1463040" indent="0">
              <a:buNone/>
              <a:defRPr sz="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71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141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617470" y="146050"/>
            <a:ext cx="788670" cy="232473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1460" y="146050"/>
            <a:ext cx="2320290" cy="232473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4440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1460" y="146051"/>
            <a:ext cx="3154680" cy="530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1460" y="730250"/>
            <a:ext cx="3154680" cy="17405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51460" y="2542541"/>
            <a:ext cx="822960" cy="146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60EC89-F888-4496-B433-B8B27B9209F0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11580" y="2542541"/>
            <a:ext cx="1234440" cy="146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583180" y="2542541"/>
            <a:ext cx="822960" cy="146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99025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81" r:id="rId1"/>
    <p:sldLayoutId id="2147484082" r:id="rId2"/>
    <p:sldLayoutId id="2147484083" r:id="rId3"/>
    <p:sldLayoutId id="2147484084" r:id="rId4"/>
    <p:sldLayoutId id="2147484085" r:id="rId5"/>
    <p:sldLayoutId id="2147484086" r:id="rId6"/>
    <p:sldLayoutId id="2147484087" r:id="rId7"/>
    <p:sldLayoutId id="2147484088" r:id="rId8"/>
    <p:sldLayoutId id="2147484089" r:id="rId9"/>
    <p:sldLayoutId id="2147484090" r:id="rId10"/>
    <p:sldLayoutId id="2147484091" r:id="rId11"/>
  </p:sldLayoutIdLst>
  <p:txStyles>
    <p:titleStyle>
      <a:lvl1pPr algn="l" defTabSz="365760" rtl="0" eaLnBrk="1" latinLnBrk="0" hangingPunct="1">
        <a:lnSpc>
          <a:spcPct val="90000"/>
        </a:lnSpc>
        <a:spcBef>
          <a:spcPct val="0"/>
        </a:spcBef>
        <a:buNone/>
        <a:defRPr sz="17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36576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120" kern="1200">
          <a:solidFill>
            <a:schemeClr val="tx1"/>
          </a:solidFill>
          <a:latin typeface="+mn-lt"/>
          <a:ea typeface="+mn-ea"/>
          <a:cs typeface="+mn-cs"/>
        </a:defRPr>
      </a:lvl1pPr>
      <a:lvl2pPr marL="27432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96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3pPr>
      <a:lvl4pPr marL="64008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720" kern="1200">
          <a:solidFill>
            <a:schemeClr val="tx1"/>
          </a:solidFill>
          <a:latin typeface="+mn-lt"/>
          <a:ea typeface="+mn-ea"/>
          <a:cs typeface="+mn-cs"/>
        </a:defRPr>
      </a:lvl4pPr>
      <a:lvl5pPr marL="82296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720" kern="1200">
          <a:solidFill>
            <a:schemeClr val="tx1"/>
          </a:solidFill>
          <a:latin typeface="+mn-lt"/>
          <a:ea typeface="+mn-ea"/>
          <a:cs typeface="+mn-cs"/>
        </a:defRPr>
      </a:lvl5pPr>
      <a:lvl6pPr marL="100584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720" kern="1200">
          <a:solidFill>
            <a:schemeClr val="tx1"/>
          </a:solidFill>
          <a:latin typeface="+mn-lt"/>
          <a:ea typeface="+mn-ea"/>
          <a:cs typeface="+mn-cs"/>
        </a:defRPr>
      </a:lvl6pPr>
      <a:lvl7pPr marL="118872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720" kern="1200">
          <a:solidFill>
            <a:schemeClr val="tx1"/>
          </a:solidFill>
          <a:latin typeface="+mn-lt"/>
          <a:ea typeface="+mn-ea"/>
          <a:cs typeface="+mn-cs"/>
        </a:defRPr>
      </a:lvl7pPr>
      <a:lvl8pPr marL="137160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720" kern="1200">
          <a:solidFill>
            <a:schemeClr val="tx1"/>
          </a:solidFill>
          <a:latin typeface="+mn-lt"/>
          <a:ea typeface="+mn-ea"/>
          <a:cs typeface="+mn-cs"/>
        </a:defRPr>
      </a:lvl8pPr>
      <a:lvl9pPr marL="155448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7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1pPr>
      <a:lvl2pPr marL="18288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2pPr>
      <a:lvl3pPr marL="36576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3pPr>
      <a:lvl4pPr marL="54864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4pPr>
      <a:lvl5pPr marL="73152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6pPr>
      <a:lvl7pPr marL="109728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7pPr>
      <a:lvl8pPr marL="128016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8pPr>
      <a:lvl9pPr marL="146304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>
            <a:extLst>
              <a:ext uri="{FF2B5EF4-FFF2-40B4-BE49-F238E27FC236}">
                <a16:creationId xmlns:a16="http://schemas.microsoft.com/office/drawing/2014/main" id="{AA9C1862-EB3E-5C02-CEAC-389884AD8E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312" y="276225"/>
            <a:ext cx="3228975" cy="2190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70047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1682</TotalTime>
  <Words>1</Words>
  <Application>Microsoft Office PowerPoint</Application>
  <PresentationFormat>自定义</PresentationFormat>
  <Paragraphs>1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Haichuan Wang(王海川)</dc:creator>
  <cp:lastModifiedBy>Xi Zhang(张熙-Peter)</cp:lastModifiedBy>
  <cp:revision>42</cp:revision>
  <dcterms:created xsi:type="dcterms:W3CDTF">2020-03-18T02:10:58Z</dcterms:created>
  <dcterms:modified xsi:type="dcterms:W3CDTF">2023-08-31T09:43:33Z</dcterms:modified>
</cp:coreProperties>
</file>