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32" r:id="rId1"/>
  </p:sldMasterIdLst>
  <p:notesMasterIdLst>
    <p:notesMasterId r:id="rId3"/>
  </p:notesMasterIdLst>
  <p:sldIdLst>
    <p:sldId id="256" r:id="rId2"/>
  </p:sldIdLst>
  <p:sldSz cx="6035675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464" y="220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143000"/>
            <a:ext cx="4524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143000"/>
            <a:ext cx="45243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76" y="673418"/>
            <a:ext cx="5130324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460" y="2161223"/>
            <a:ext cx="4526756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39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09" y="1025844"/>
            <a:ext cx="5205770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809" y="2753679"/>
            <a:ext cx="5205770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/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6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53" y="1095375"/>
            <a:ext cx="2565162" cy="2610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55560" y="1095375"/>
            <a:ext cx="2565162" cy="2610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219076"/>
            <a:ext cx="5205770" cy="7953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739" y="1008698"/>
            <a:ext cx="2553373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739" y="1503045"/>
            <a:ext cx="2553373" cy="22107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55561" y="1008698"/>
            <a:ext cx="2565948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55561" y="1503045"/>
            <a:ext cx="2565948" cy="22107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9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8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3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274320"/>
            <a:ext cx="1946662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5948" y="592456"/>
            <a:ext cx="3055560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1234440"/>
            <a:ext cx="1946662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8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274320"/>
            <a:ext cx="1946662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65948" y="592456"/>
            <a:ext cx="3055560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1234440"/>
            <a:ext cx="1946662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70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6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19280" y="219075"/>
            <a:ext cx="1301442" cy="348710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53" y="219075"/>
            <a:ext cx="3828881" cy="348710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7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53" y="219076"/>
            <a:ext cx="520577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53" y="1095375"/>
            <a:ext cx="520577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53" y="3813811"/>
            <a:ext cx="1358027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9318" y="3813811"/>
            <a:ext cx="203704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2695" y="3813811"/>
            <a:ext cx="1358027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7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4" r:id="rId2"/>
    <p:sldLayoutId id="2147484335" r:id="rId3"/>
    <p:sldLayoutId id="2147484336" r:id="rId4"/>
    <p:sldLayoutId id="2147484337" r:id="rId5"/>
    <p:sldLayoutId id="2147484338" r:id="rId6"/>
    <p:sldLayoutId id="2147484339" r:id="rId7"/>
    <p:sldLayoutId id="2147484340" r:id="rId8"/>
    <p:sldLayoutId id="2147484341" r:id="rId9"/>
    <p:sldLayoutId id="2147484342" r:id="rId10"/>
    <p:sldLayoutId id="2147484343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>
            <a:extLst>
              <a:ext uri="{FF2B5EF4-FFF2-40B4-BE49-F238E27FC236}">
                <a16:creationId xmlns:a16="http://schemas.microsoft.com/office/drawing/2014/main" id="{6B05C735-BCDF-7D25-4A43-D80B0EFFE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300037"/>
            <a:ext cx="555307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1706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63</cp:revision>
  <dcterms:created xsi:type="dcterms:W3CDTF">2020-03-18T02:10:58Z</dcterms:created>
  <dcterms:modified xsi:type="dcterms:W3CDTF">2023-08-31T10:07:32Z</dcterms:modified>
</cp:coreProperties>
</file>