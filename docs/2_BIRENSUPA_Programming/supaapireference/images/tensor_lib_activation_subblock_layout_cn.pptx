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058400" cy="6675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2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092486"/>
            <a:ext cx="8549640" cy="2324041"/>
          </a:xfrm>
        </p:spPr>
        <p:txBody>
          <a:bodyPr anchor="b"/>
          <a:lstStyle>
            <a:lvl1pPr algn="ctr">
              <a:defRPr sz="5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506151"/>
            <a:ext cx="7543800" cy="1611685"/>
          </a:xfrm>
        </p:spPr>
        <p:txBody>
          <a:bodyPr/>
          <a:lstStyle>
            <a:lvl1pPr marL="0" indent="0" algn="ctr">
              <a:buNone/>
              <a:defRPr sz="2336"/>
            </a:lvl1pPr>
            <a:lvl2pPr marL="445038" indent="0" algn="ctr">
              <a:buNone/>
              <a:defRPr sz="1947"/>
            </a:lvl2pPr>
            <a:lvl3pPr marL="890077" indent="0" algn="ctr">
              <a:buNone/>
              <a:defRPr sz="1752"/>
            </a:lvl3pPr>
            <a:lvl4pPr marL="1335115" indent="0" algn="ctr">
              <a:buNone/>
              <a:defRPr sz="1557"/>
            </a:lvl4pPr>
            <a:lvl5pPr marL="1780154" indent="0" algn="ctr">
              <a:buNone/>
              <a:defRPr sz="1557"/>
            </a:lvl5pPr>
            <a:lvl6pPr marL="2225192" indent="0" algn="ctr">
              <a:buNone/>
              <a:defRPr sz="1557"/>
            </a:lvl6pPr>
            <a:lvl7pPr marL="2670231" indent="0" algn="ctr">
              <a:buNone/>
              <a:defRPr sz="1557"/>
            </a:lvl7pPr>
            <a:lvl8pPr marL="3115269" indent="0" algn="ctr">
              <a:buNone/>
              <a:defRPr sz="1557"/>
            </a:lvl8pPr>
            <a:lvl9pPr marL="3560308" indent="0" algn="ctr">
              <a:buNone/>
              <a:defRPr sz="15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0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8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664226"/>
            <a:ext cx="8675370" cy="2776796"/>
          </a:xfrm>
        </p:spPr>
        <p:txBody>
          <a:bodyPr anchor="b"/>
          <a:lstStyle>
            <a:lvl1pPr>
              <a:defRPr sz="5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4467291"/>
            <a:ext cx="8675370" cy="1460252"/>
          </a:xfrm>
        </p:spPr>
        <p:txBody>
          <a:bodyPr/>
          <a:lstStyle>
            <a:lvl1pPr marL="0" indent="0">
              <a:buNone/>
              <a:defRPr sz="2336">
                <a:solidFill>
                  <a:schemeClr val="tx1"/>
                </a:solidFill>
              </a:defRPr>
            </a:lvl1pPr>
            <a:lvl2pPr marL="445038" indent="0">
              <a:buNone/>
              <a:defRPr sz="1947">
                <a:solidFill>
                  <a:schemeClr val="tx1">
                    <a:tint val="75000"/>
                  </a:schemeClr>
                </a:solidFill>
              </a:defRPr>
            </a:lvl2pPr>
            <a:lvl3pPr marL="890077" indent="0">
              <a:buNone/>
              <a:defRPr sz="1752">
                <a:solidFill>
                  <a:schemeClr val="tx1">
                    <a:tint val="75000"/>
                  </a:schemeClr>
                </a:solidFill>
              </a:defRPr>
            </a:lvl3pPr>
            <a:lvl4pPr marL="1335115" indent="0">
              <a:buNone/>
              <a:defRPr sz="1557">
                <a:solidFill>
                  <a:schemeClr val="tx1">
                    <a:tint val="75000"/>
                  </a:schemeClr>
                </a:solidFill>
              </a:defRPr>
            </a:lvl4pPr>
            <a:lvl5pPr marL="1780154" indent="0">
              <a:buNone/>
              <a:defRPr sz="1557">
                <a:solidFill>
                  <a:schemeClr val="tx1">
                    <a:tint val="75000"/>
                  </a:schemeClr>
                </a:solidFill>
              </a:defRPr>
            </a:lvl5pPr>
            <a:lvl6pPr marL="2225192" indent="0">
              <a:buNone/>
              <a:defRPr sz="1557">
                <a:solidFill>
                  <a:schemeClr val="tx1">
                    <a:tint val="75000"/>
                  </a:schemeClr>
                </a:solidFill>
              </a:defRPr>
            </a:lvl6pPr>
            <a:lvl7pPr marL="2670231" indent="0">
              <a:buNone/>
              <a:defRPr sz="1557">
                <a:solidFill>
                  <a:schemeClr val="tx1">
                    <a:tint val="75000"/>
                  </a:schemeClr>
                </a:solidFill>
              </a:defRPr>
            </a:lvl7pPr>
            <a:lvl8pPr marL="3115269" indent="0">
              <a:buNone/>
              <a:defRPr sz="1557">
                <a:solidFill>
                  <a:schemeClr val="tx1">
                    <a:tint val="75000"/>
                  </a:schemeClr>
                </a:solidFill>
              </a:defRPr>
            </a:lvl8pPr>
            <a:lvl9pPr marL="3560308" indent="0">
              <a:buNone/>
              <a:defRPr sz="15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9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1777026"/>
            <a:ext cx="4274820" cy="423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1777026"/>
            <a:ext cx="4274820" cy="4235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4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355407"/>
            <a:ext cx="8675370" cy="12902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636410"/>
            <a:ext cx="4255174" cy="801979"/>
          </a:xfrm>
        </p:spPr>
        <p:txBody>
          <a:bodyPr anchor="b"/>
          <a:lstStyle>
            <a:lvl1pPr marL="0" indent="0">
              <a:buNone/>
              <a:defRPr sz="2336" b="1"/>
            </a:lvl1pPr>
            <a:lvl2pPr marL="445038" indent="0">
              <a:buNone/>
              <a:defRPr sz="1947" b="1"/>
            </a:lvl2pPr>
            <a:lvl3pPr marL="890077" indent="0">
              <a:buNone/>
              <a:defRPr sz="1752" b="1"/>
            </a:lvl3pPr>
            <a:lvl4pPr marL="1335115" indent="0">
              <a:buNone/>
              <a:defRPr sz="1557" b="1"/>
            </a:lvl4pPr>
            <a:lvl5pPr marL="1780154" indent="0">
              <a:buNone/>
              <a:defRPr sz="1557" b="1"/>
            </a:lvl5pPr>
            <a:lvl6pPr marL="2225192" indent="0">
              <a:buNone/>
              <a:defRPr sz="1557" b="1"/>
            </a:lvl6pPr>
            <a:lvl7pPr marL="2670231" indent="0">
              <a:buNone/>
              <a:defRPr sz="1557" b="1"/>
            </a:lvl7pPr>
            <a:lvl8pPr marL="3115269" indent="0">
              <a:buNone/>
              <a:defRPr sz="1557" b="1"/>
            </a:lvl8pPr>
            <a:lvl9pPr marL="3560308" indent="0">
              <a:buNone/>
              <a:defRPr sz="15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438389"/>
            <a:ext cx="4255174" cy="3586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636410"/>
            <a:ext cx="4276130" cy="801979"/>
          </a:xfrm>
        </p:spPr>
        <p:txBody>
          <a:bodyPr anchor="b"/>
          <a:lstStyle>
            <a:lvl1pPr marL="0" indent="0">
              <a:buNone/>
              <a:defRPr sz="2336" b="1"/>
            </a:lvl1pPr>
            <a:lvl2pPr marL="445038" indent="0">
              <a:buNone/>
              <a:defRPr sz="1947" b="1"/>
            </a:lvl2pPr>
            <a:lvl3pPr marL="890077" indent="0">
              <a:buNone/>
              <a:defRPr sz="1752" b="1"/>
            </a:lvl3pPr>
            <a:lvl4pPr marL="1335115" indent="0">
              <a:buNone/>
              <a:defRPr sz="1557" b="1"/>
            </a:lvl4pPr>
            <a:lvl5pPr marL="1780154" indent="0">
              <a:buNone/>
              <a:defRPr sz="1557" b="1"/>
            </a:lvl5pPr>
            <a:lvl6pPr marL="2225192" indent="0">
              <a:buNone/>
              <a:defRPr sz="1557" b="1"/>
            </a:lvl6pPr>
            <a:lvl7pPr marL="2670231" indent="0">
              <a:buNone/>
              <a:defRPr sz="1557" b="1"/>
            </a:lvl7pPr>
            <a:lvl8pPr marL="3115269" indent="0">
              <a:buNone/>
              <a:defRPr sz="1557" b="1"/>
            </a:lvl8pPr>
            <a:lvl9pPr marL="3560308" indent="0">
              <a:buNone/>
              <a:defRPr sz="15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438389"/>
            <a:ext cx="4276130" cy="3586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47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79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1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45029"/>
            <a:ext cx="3244096" cy="1557602"/>
          </a:xfrm>
        </p:spPr>
        <p:txBody>
          <a:bodyPr anchor="b"/>
          <a:lstStyle>
            <a:lvl1pPr>
              <a:defRPr sz="3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961141"/>
            <a:ext cx="5092065" cy="4743888"/>
          </a:xfrm>
        </p:spPr>
        <p:txBody>
          <a:bodyPr/>
          <a:lstStyle>
            <a:lvl1pPr>
              <a:defRPr sz="3115"/>
            </a:lvl1pPr>
            <a:lvl2pPr>
              <a:defRPr sz="2726"/>
            </a:lvl2pPr>
            <a:lvl3pPr>
              <a:defRPr sz="2336"/>
            </a:lvl3pPr>
            <a:lvl4pPr>
              <a:defRPr sz="1947"/>
            </a:lvl4pPr>
            <a:lvl5pPr>
              <a:defRPr sz="1947"/>
            </a:lvl5pPr>
            <a:lvl6pPr>
              <a:defRPr sz="1947"/>
            </a:lvl6pPr>
            <a:lvl7pPr>
              <a:defRPr sz="1947"/>
            </a:lvl7pPr>
            <a:lvl8pPr>
              <a:defRPr sz="1947"/>
            </a:lvl8pPr>
            <a:lvl9pPr>
              <a:defRPr sz="19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02632"/>
            <a:ext cx="3244096" cy="3710122"/>
          </a:xfrm>
        </p:spPr>
        <p:txBody>
          <a:bodyPr/>
          <a:lstStyle>
            <a:lvl1pPr marL="0" indent="0">
              <a:buNone/>
              <a:defRPr sz="1557"/>
            </a:lvl1pPr>
            <a:lvl2pPr marL="445038" indent="0">
              <a:buNone/>
              <a:defRPr sz="1363"/>
            </a:lvl2pPr>
            <a:lvl3pPr marL="890077" indent="0">
              <a:buNone/>
              <a:defRPr sz="1168"/>
            </a:lvl3pPr>
            <a:lvl4pPr marL="1335115" indent="0">
              <a:buNone/>
              <a:defRPr sz="973"/>
            </a:lvl4pPr>
            <a:lvl5pPr marL="1780154" indent="0">
              <a:buNone/>
              <a:defRPr sz="973"/>
            </a:lvl5pPr>
            <a:lvl6pPr marL="2225192" indent="0">
              <a:buNone/>
              <a:defRPr sz="973"/>
            </a:lvl6pPr>
            <a:lvl7pPr marL="2670231" indent="0">
              <a:buNone/>
              <a:defRPr sz="973"/>
            </a:lvl7pPr>
            <a:lvl8pPr marL="3115269" indent="0">
              <a:buNone/>
              <a:defRPr sz="973"/>
            </a:lvl8pPr>
            <a:lvl9pPr marL="3560308" indent="0">
              <a:buNone/>
              <a:defRPr sz="9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2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45029"/>
            <a:ext cx="3244096" cy="1557602"/>
          </a:xfrm>
        </p:spPr>
        <p:txBody>
          <a:bodyPr anchor="b"/>
          <a:lstStyle>
            <a:lvl1pPr>
              <a:defRPr sz="31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961141"/>
            <a:ext cx="5092065" cy="4743888"/>
          </a:xfrm>
        </p:spPr>
        <p:txBody>
          <a:bodyPr anchor="t"/>
          <a:lstStyle>
            <a:lvl1pPr marL="0" indent="0">
              <a:buNone/>
              <a:defRPr sz="3115"/>
            </a:lvl1pPr>
            <a:lvl2pPr marL="445038" indent="0">
              <a:buNone/>
              <a:defRPr sz="2726"/>
            </a:lvl2pPr>
            <a:lvl3pPr marL="890077" indent="0">
              <a:buNone/>
              <a:defRPr sz="2336"/>
            </a:lvl3pPr>
            <a:lvl4pPr marL="1335115" indent="0">
              <a:buNone/>
              <a:defRPr sz="1947"/>
            </a:lvl4pPr>
            <a:lvl5pPr marL="1780154" indent="0">
              <a:buNone/>
              <a:defRPr sz="1947"/>
            </a:lvl5pPr>
            <a:lvl6pPr marL="2225192" indent="0">
              <a:buNone/>
              <a:defRPr sz="1947"/>
            </a:lvl6pPr>
            <a:lvl7pPr marL="2670231" indent="0">
              <a:buNone/>
              <a:defRPr sz="1947"/>
            </a:lvl7pPr>
            <a:lvl8pPr marL="3115269" indent="0">
              <a:buNone/>
              <a:defRPr sz="1947"/>
            </a:lvl8pPr>
            <a:lvl9pPr marL="3560308" indent="0">
              <a:buNone/>
              <a:defRPr sz="19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002632"/>
            <a:ext cx="3244096" cy="3710122"/>
          </a:xfrm>
        </p:spPr>
        <p:txBody>
          <a:bodyPr/>
          <a:lstStyle>
            <a:lvl1pPr marL="0" indent="0">
              <a:buNone/>
              <a:defRPr sz="1557"/>
            </a:lvl1pPr>
            <a:lvl2pPr marL="445038" indent="0">
              <a:buNone/>
              <a:defRPr sz="1363"/>
            </a:lvl2pPr>
            <a:lvl3pPr marL="890077" indent="0">
              <a:buNone/>
              <a:defRPr sz="1168"/>
            </a:lvl3pPr>
            <a:lvl4pPr marL="1335115" indent="0">
              <a:buNone/>
              <a:defRPr sz="973"/>
            </a:lvl4pPr>
            <a:lvl5pPr marL="1780154" indent="0">
              <a:buNone/>
              <a:defRPr sz="973"/>
            </a:lvl5pPr>
            <a:lvl6pPr marL="2225192" indent="0">
              <a:buNone/>
              <a:defRPr sz="973"/>
            </a:lvl6pPr>
            <a:lvl7pPr marL="2670231" indent="0">
              <a:buNone/>
              <a:defRPr sz="973"/>
            </a:lvl7pPr>
            <a:lvl8pPr marL="3115269" indent="0">
              <a:buNone/>
              <a:defRPr sz="973"/>
            </a:lvl8pPr>
            <a:lvl9pPr marL="3560308" indent="0">
              <a:buNone/>
              <a:defRPr sz="9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7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8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355405"/>
            <a:ext cx="2168843" cy="5657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355405"/>
            <a:ext cx="6380798" cy="5657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9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355407"/>
            <a:ext cx="8675370" cy="12902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1777026"/>
            <a:ext cx="8675370" cy="423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6187144"/>
            <a:ext cx="2263140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B6AD3-80F2-4E8F-9EF4-93F40CB70692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6187144"/>
            <a:ext cx="3394710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6187144"/>
            <a:ext cx="2263140" cy="3554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B053B-2812-40B4-9ADE-7A400EB58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0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90077" rtl="0" eaLnBrk="1" latinLnBrk="0" hangingPunct="1">
        <a:lnSpc>
          <a:spcPct val="90000"/>
        </a:lnSpc>
        <a:spcBef>
          <a:spcPct val="0"/>
        </a:spcBef>
        <a:buNone/>
        <a:defRPr sz="42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519" indent="-222519" algn="l" defTabSz="890077" rtl="0" eaLnBrk="1" latinLnBrk="0" hangingPunct="1">
        <a:lnSpc>
          <a:spcPct val="90000"/>
        </a:lnSpc>
        <a:spcBef>
          <a:spcPts val="973"/>
        </a:spcBef>
        <a:buFont typeface="Arial" panose="020B0604020202020204" pitchFamily="34" charset="0"/>
        <a:buChar char="•"/>
        <a:defRPr sz="2726" kern="1200">
          <a:solidFill>
            <a:schemeClr val="tx1"/>
          </a:solidFill>
          <a:latin typeface="+mn-lt"/>
          <a:ea typeface="+mn-ea"/>
          <a:cs typeface="+mn-cs"/>
        </a:defRPr>
      </a:lvl1pPr>
      <a:lvl2pPr marL="667558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12596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7" kern="1200">
          <a:solidFill>
            <a:schemeClr val="tx1"/>
          </a:solidFill>
          <a:latin typeface="+mn-lt"/>
          <a:ea typeface="+mn-ea"/>
          <a:cs typeface="+mn-cs"/>
        </a:defRPr>
      </a:lvl3pPr>
      <a:lvl4pPr marL="1557635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4pPr>
      <a:lvl5pPr marL="2002673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5pPr>
      <a:lvl6pPr marL="2447712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6pPr>
      <a:lvl7pPr marL="2892750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7pPr>
      <a:lvl8pPr marL="3337789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8pPr>
      <a:lvl9pPr marL="3782827" indent="-222519" algn="l" defTabSz="890077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1pPr>
      <a:lvl2pPr marL="445038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2pPr>
      <a:lvl3pPr marL="890077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3pPr>
      <a:lvl4pPr marL="1335115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4pPr>
      <a:lvl5pPr marL="1780154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5pPr>
      <a:lvl6pPr marL="2225192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6pPr>
      <a:lvl7pPr marL="2670231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7pPr>
      <a:lvl8pPr marL="3115269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8pPr>
      <a:lvl9pPr marL="3560308" algn="l" defTabSz="890077" rtl="0" eaLnBrk="1" latinLnBrk="0" hangingPunct="1">
        <a:defRPr sz="17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224">
            <a:extLst>
              <a:ext uri="{FF2B5EF4-FFF2-40B4-BE49-F238E27FC236}">
                <a16:creationId xmlns:a16="http://schemas.microsoft.com/office/drawing/2014/main" id="{B84A7496-917D-4E7B-967B-6E7CE1B248AA}"/>
              </a:ext>
            </a:extLst>
          </p:cNvPr>
          <p:cNvSpPr txBox="1"/>
          <p:nvPr/>
        </p:nvSpPr>
        <p:spPr>
          <a:xfrm>
            <a:off x="596304" y="0"/>
            <a:ext cx="22299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FP32/int/</a:t>
            </a:r>
            <a:r>
              <a:rPr lang="en-US" sz="15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uint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1*4*8</a:t>
            </a:r>
          </a:p>
        </p:txBody>
      </p:sp>
      <p:graphicFrame>
        <p:nvGraphicFramePr>
          <p:cNvPr id="226" name="Table 39">
            <a:extLst>
              <a:ext uri="{FF2B5EF4-FFF2-40B4-BE49-F238E27FC236}">
                <a16:creationId xmlns:a16="http://schemas.microsoft.com/office/drawing/2014/main" id="{709A0C2E-0D7F-45BA-8816-6EE809856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972994"/>
              </p:ext>
            </p:extLst>
          </p:nvPr>
        </p:nvGraphicFramePr>
        <p:xfrm>
          <a:off x="705069" y="698116"/>
          <a:ext cx="1666240" cy="804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8925937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94722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37155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073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036364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76639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66608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6565139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3817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394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529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666072"/>
                  </a:ext>
                </a:extLst>
              </a:tr>
            </a:tbl>
          </a:graphicData>
        </a:graphic>
      </p:graphicFrame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4D764EB7-9EE1-48A5-9090-1184E26054BD}"/>
              </a:ext>
            </a:extLst>
          </p:cNvPr>
          <p:cNvCxnSpPr>
            <a:cxnSpLocks/>
          </p:cNvCxnSpPr>
          <p:nvPr/>
        </p:nvCxnSpPr>
        <p:spPr>
          <a:xfrm>
            <a:off x="809319" y="803262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FB79B7DB-B375-49A7-A74B-D33D1DDB96E5}"/>
              </a:ext>
            </a:extLst>
          </p:cNvPr>
          <p:cNvCxnSpPr>
            <a:cxnSpLocks/>
          </p:cNvCxnSpPr>
          <p:nvPr/>
        </p:nvCxnSpPr>
        <p:spPr>
          <a:xfrm flipH="1">
            <a:off x="809319" y="813066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4FA5D0C7-2506-4086-AAE9-724EFCB32820}"/>
              </a:ext>
            </a:extLst>
          </p:cNvPr>
          <p:cNvCxnSpPr>
            <a:cxnSpLocks/>
          </p:cNvCxnSpPr>
          <p:nvPr/>
        </p:nvCxnSpPr>
        <p:spPr>
          <a:xfrm>
            <a:off x="809319" y="1001912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A220E962-B332-41E3-BCE6-A197402BCB41}"/>
              </a:ext>
            </a:extLst>
          </p:cNvPr>
          <p:cNvCxnSpPr>
            <a:cxnSpLocks/>
          </p:cNvCxnSpPr>
          <p:nvPr/>
        </p:nvCxnSpPr>
        <p:spPr>
          <a:xfrm flipH="1">
            <a:off x="809319" y="1011716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BD3D2475-071A-458C-B895-2D5784341630}"/>
              </a:ext>
            </a:extLst>
          </p:cNvPr>
          <p:cNvCxnSpPr>
            <a:cxnSpLocks/>
          </p:cNvCxnSpPr>
          <p:nvPr/>
        </p:nvCxnSpPr>
        <p:spPr>
          <a:xfrm>
            <a:off x="809319" y="1202653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A7A97DCE-17AE-496F-82E5-2BF5FD7B839A}"/>
              </a:ext>
            </a:extLst>
          </p:cNvPr>
          <p:cNvCxnSpPr>
            <a:cxnSpLocks/>
          </p:cNvCxnSpPr>
          <p:nvPr/>
        </p:nvCxnSpPr>
        <p:spPr>
          <a:xfrm flipH="1">
            <a:off x="809319" y="1212457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CBAADA4-EE93-41B5-B17D-D5164F8FF338}"/>
              </a:ext>
            </a:extLst>
          </p:cNvPr>
          <p:cNvCxnSpPr>
            <a:cxnSpLocks/>
          </p:cNvCxnSpPr>
          <p:nvPr/>
        </p:nvCxnSpPr>
        <p:spPr>
          <a:xfrm>
            <a:off x="809319" y="1394023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F68D2D90-F88D-4B13-BA53-76590EE90E6A}"/>
              </a:ext>
            </a:extLst>
          </p:cNvPr>
          <p:cNvCxnSpPr>
            <a:cxnSpLocks/>
          </p:cNvCxnSpPr>
          <p:nvPr/>
        </p:nvCxnSpPr>
        <p:spPr>
          <a:xfrm>
            <a:off x="717601" y="591804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F58BEC5B-DBDF-4541-984D-4F01ACC05A63}"/>
              </a:ext>
            </a:extLst>
          </p:cNvPr>
          <p:cNvSpPr txBox="1"/>
          <p:nvPr/>
        </p:nvSpPr>
        <p:spPr>
          <a:xfrm>
            <a:off x="1147092" y="47305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4CD8C2B9-C282-480D-B971-D6C2D85DE856}"/>
              </a:ext>
            </a:extLst>
          </p:cNvPr>
          <p:cNvCxnSpPr>
            <a:cxnSpLocks/>
          </p:cNvCxnSpPr>
          <p:nvPr/>
        </p:nvCxnSpPr>
        <p:spPr>
          <a:xfrm>
            <a:off x="582866" y="719272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BE993AD1-A6CF-4761-8637-CC3F6AB5E2F8}"/>
              </a:ext>
            </a:extLst>
          </p:cNvPr>
          <p:cNvSpPr txBox="1"/>
          <p:nvPr/>
        </p:nvSpPr>
        <p:spPr>
          <a:xfrm>
            <a:off x="435747" y="1042613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35165EA2-5F98-4E2A-9882-E14300A45D1A}"/>
              </a:ext>
            </a:extLst>
          </p:cNvPr>
          <p:cNvSpPr txBox="1"/>
          <p:nvPr/>
        </p:nvSpPr>
        <p:spPr>
          <a:xfrm>
            <a:off x="2368295" y="510241"/>
            <a:ext cx="76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altLang="zh-CN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通道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9" name="Table 18">
            <a:extLst>
              <a:ext uri="{FF2B5EF4-FFF2-40B4-BE49-F238E27FC236}">
                <a16:creationId xmlns:a16="http://schemas.microsoft.com/office/drawing/2014/main" id="{12745C46-CB3B-4B4A-9330-916EEF708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288284"/>
              </p:ext>
            </p:extLst>
          </p:nvPr>
        </p:nvGraphicFramePr>
        <p:xfrm>
          <a:off x="3679711" y="717123"/>
          <a:ext cx="6082168" cy="792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0271">
                  <a:extLst>
                    <a:ext uri="{9D8B030D-6E8A-4147-A177-3AD203B41FA5}">
                      <a16:colId xmlns:a16="http://schemas.microsoft.com/office/drawing/2014/main" val="1067690189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654618495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3554846889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985077961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777511258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343513548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692514432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1855657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h, w+4)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h, w+5)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h, w+6)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h, w+7)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45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h+1,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h+1, w+4)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h+1, w+5)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h+1, w+6)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h+1, w+7)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736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h+2, w+4)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h+2, w+5)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h+2, w+6)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h+2, w+7)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0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h+3,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h+3, w+4)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h+3, w+5)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h+3, w+6)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(c, h+3, w+7)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703545"/>
                  </a:ext>
                </a:extLst>
              </a:tr>
            </a:tbl>
          </a:graphicData>
        </a:graphic>
      </p:graphicFrame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2FEEE190-9104-48F5-9698-2453D4608299}"/>
              </a:ext>
            </a:extLst>
          </p:cNvPr>
          <p:cNvCxnSpPr>
            <a:cxnSpLocks/>
          </p:cNvCxnSpPr>
          <p:nvPr/>
        </p:nvCxnSpPr>
        <p:spPr>
          <a:xfrm>
            <a:off x="4231363" y="867389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540E9DF2-832F-477F-8196-9BF9E6D94A2A}"/>
              </a:ext>
            </a:extLst>
          </p:cNvPr>
          <p:cNvCxnSpPr>
            <a:cxnSpLocks/>
          </p:cNvCxnSpPr>
          <p:nvPr/>
        </p:nvCxnSpPr>
        <p:spPr>
          <a:xfrm>
            <a:off x="4231363" y="1070081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95A8198F-89EF-43CF-A93A-69BBA955E340}"/>
              </a:ext>
            </a:extLst>
          </p:cNvPr>
          <p:cNvCxnSpPr>
            <a:cxnSpLocks/>
          </p:cNvCxnSpPr>
          <p:nvPr/>
        </p:nvCxnSpPr>
        <p:spPr>
          <a:xfrm>
            <a:off x="4231363" y="1266677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49998F5C-F27B-4603-9293-2CB7074D1C83}"/>
              </a:ext>
            </a:extLst>
          </p:cNvPr>
          <p:cNvCxnSpPr>
            <a:cxnSpLocks/>
          </p:cNvCxnSpPr>
          <p:nvPr/>
        </p:nvCxnSpPr>
        <p:spPr>
          <a:xfrm>
            <a:off x="4231363" y="1458701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311041FA-2101-4AFD-BE73-9BC0515D6A8D}"/>
              </a:ext>
            </a:extLst>
          </p:cNvPr>
          <p:cNvCxnSpPr>
            <a:cxnSpLocks/>
          </p:cNvCxnSpPr>
          <p:nvPr/>
        </p:nvCxnSpPr>
        <p:spPr>
          <a:xfrm flipH="1">
            <a:off x="4231363" y="867389"/>
            <a:ext cx="5434506" cy="1920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E9A25A7B-E969-449D-BDE4-753489DE6457}"/>
              </a:ext>
            </a:extLst>
          </p:cNvPr>
          <p:cNvCxnSpPr>
            <a:cxnSpLocks/>
          </p:cNvCxnSpPr>
          <p:nvPr/>
        </p:nvCxnSpPr>
        <p:spPr>
          <a:xfrm flipH="1">
            <a:off x="4231363" y="1080750"/>
            <a:ext cx="5434506" cy="1920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5F8A51E2-13B1-43F2-B95B-9A921F788CA2}"/>
              </a:ext>
            </a:extLst>
          </p:cNvPr>
          <p:cNvCxnSpPr>
            <a:cxnSpLocks/>
          </p:cNvCxnSpPr>
          <p:nvPr/>
        </p:nvCxnSpPr>
        <p:spPr>
          <a:xfrm flipH="1">
            <a:off x="4231363" y="1264854"/>
            <a:ext cx="5434506" cy="1920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7" name="Cube 246">
            <a:extLst>
              <a:ext uri="{FF2B5EF4-FFF2-40B4-BE49-F238E27FC236}">
                <a16:creationId xmlns:a16="http://schemas.microsoft.com/office/drawing/2014/main" id="{DF4A793E-B35A-4171-A49F-76C63D722CBA}"/>
              </a:ext>
            </a:extLst>
          </p:cNvPr>
          <p:cNvSpPr/>
          <p:nvPr/>
        </p:nvSpPr>
        <p:spPr>
          <a:xfrm flipH="1">
            <a:off x="651101" y="2405182"/>
            <a:ext cx="1806894" cy="929543"/>
          </a:xfrm>
          <a:prstGeom prst="cube">
            <a:avLst>
              <a:gd name="adj" fmla="val 1460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8" name="Table 39">
            <a:extLst>
              <a:ext uri="{FF2B5EF4-FFF2-40B4-BE49-F238E27FC236}">
                <a16:creationId xmlns:a16="http://schemas.microsoft.com/office/drawing/2014/main" id="{4B5B1E37-7FEA-4D5F-BF3A-34711F8C6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42877"/>
              </p:ext>
            </p:extLst>
          </p:nvPr>
        </p:nvGraphicFramePr>
        <p:xfrm>
          <a:off x="794962" y="2530053"/>
          <a:ext cx="1666240" cy="804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8925937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94722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37155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073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036364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76639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66608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6565139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3817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394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529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666072"/>
                  </a:ext>
                </a:extLst>
              </a:tr>
            </a:tbl>
          </a:graphicData>
        </a:graphic>
      </p:graphicFrame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6C63AF1C-CA97-49AC-AEB2-5770B3B8C756}"/>
              </a:ext>
            </a:extLst>
          </p:cNvPr>
          <p:cNvCxnSpPr>
            <a:cxnSpLocks/>
          </p:cNvCxnSpPr>
          <p:nvPr/>
        </p:nvCxnSpPr>
        <p:spPr>
          <a:xfrm>
            <a:off x="899212" y="2635199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D62095E7-CE7B-4247-B3FE-B5B7249FA5F2}"/>
              </a:ext>
            </a:extLst>
          </p:cNvPr>
          <p:cNvCxnSpPr>
            <a:cxnSpLocks/>
          </p:cNvCxnSpPr>
          <p:nvPr/>
        </p:nvCxnSpPr>
        <p:spPr>
          <a:xfrm flipH="1">
            <a:off x="899212" y="2645003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628EEE40-7858-4A2E-8D30-49F53EAD34AA}"/>
              </a:ext>
            </a:extLst>
          </p:cNvPr>
          <p:cNvCxnSpPr>
            <a:cxnSpLocks/>
          </p:cNvCxnSpPr>
          <p:nvPr/>
        </p:nvCxnSpPr>
        <p:spPr>
          <a:xfrm>
            <a:off x="899212" y="2833849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8269E491-EC1E-44C6-ADBE-D9BC87A5A8D2}"/>
              </a:ext>
            </a:extLst>
          </p:cNvPr>
          <p:cNvCxnSpPr>
            <a:cxnSpLocks/>
          </p:cNvCxnSpPr>
          <p:nvPr/>
        </p:nvCxnSpPr>
        <p:spPr>
          <a:xfrm flipH="1">
            <a:off x="899212" y="2843653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3D8ABDF6-F3F5-4D8F-B969-2050DBDC6363}"/>
              </a:ext>
            </a:extLst>
          </p:cNvPr>
          <p:cNvCxnSpPr>
            <a:cxnSpLocks/>
          </p:cNvCxnSpPr>
          <p:nvPr/>
        </p:nvCxnSpPr>
        <p:spPr>
          <a:xfrm>
            <a:off x="899212" y="3034590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1B381B81-C7A0-4841-8CD3-D27104DCBFCB}"/>
              </a:ext>
            </a:extLst>
          </p:cNvPr>
          <p:cNvCxnSpPr>
            <a:cxnSpLocks/>
          </p:cNvCxnSpPr>
          <p:nvPr/>
        </p:nvCxnSpPr>
        <p:spPr>
          <a:xfrm flipH="1">
            <a:off x="899212" y="3044394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DF8A01F9-05A5-4A79-AAC2-E9BE23458B9A}"/>
              </a:ext>
            </a:extLst>
          </p:cNvPr>
          <p:cNvCxnSpPr>
            <a:cxnSpLocks/>
          </p:cNvCxnSpPr>
          <p:nvPr/>
        </p:nvCxnSpPr>
        <p:spPr>
          <a:xfrm>
            <a:off x="910377" y="3251729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87A91767-8C8A-4B13-BABF-5B808244FD31}"/>
              </a:ext>
            </a:extLst>
          </p:cNvPr>
          <p:cNvCxnSpPr>
            <a:cxnSpLocks/>
          </p:cNvCxnSpPr>
          <p:nvPr/>
        </p:nvCxnSpPr>
        <p:spPr>
          <a:xfrm>
            <a:off x="570689" y="2319703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E14F7F97-B93B-4B22-8D7A-34CE32B1F499}"/>
              </a:ext>
            </a:extLst>
          </p:cNvPr>
          <p:cNvSpPr txBox="1"/>
          <p:nvPr/>
        </p:nvSpPr>
        <p:spPr>
          <a:xfrm>
            <a:off x="1000180" y="220095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FE9FB3A8-75A5-4CB3-9051-FDA882266417}"/>
              </a:ext>
            </a:extLst>
          </p:cNvPr>
          <p:cNvCxnSpPr>
            <a:cxnSpLocks/>
          </p:cNvCxnSpPr>
          <p:nvPr/>
        </p:nvCxnSpPr>
        <p:spPr>
          <a:xfrm>
            <a:off x="435954" y="2447171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FA13EFB6-95EB-4CE3-8172-92390F40ABE1}"/>
              </a:ext>
            </a:extLst>
          </p:cNvPr>
          <p:cNvSpPr txBox="1"/>
          <p:nvPr/>
        </p:nvSpPr>
        <p:spPr>
          <a:xfrm>
            <a:off x="288835" y="277051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53628C52-D407-482D-8298-FF84EC0E00EA}"/>
              </a:ext>
            </a:extLst>
          </p:cNvPr>
          <p:cNvCxnSpPr>
            <a:cxnSpLocks/>
          </p:cNvCxnSpPr>
          <p:nvPr/>
        </p:nvCxnSpPr>
        <p:spPr>
          <a:xfrm flipH="1" flipV="1">
            <a:off x="330751" y="2176043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9B3A5940-4BF0-44B4-8CA4-0890F3A3A8D7}"/>
              </a:ext>
            </a:extLst>
          </p:cNvPr>
          <p:cNvSpPr txBox="1"/>
          <p:nvPr/>
        </p:nvSpPr>
        <p:spPr>
          <a:xfrm>
            <a:off x="0" y="2125403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718D6E1-5DE4-4795-AC3A-DE916C69EEFB}"/>
              </a:ext>
            </a:extLst>
          </p:cNvPr>
          <p:cNvSpPr txBox="1"/>
          <p:nvPr/>
        </p:nvSpPr>
        <p:spPr>
          <a:xfrm>
            <a:off x="2420309" y="2281233"/>
            <a:ext cx="76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altLang="zh-CN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通道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9BE084B7-31D8-4EB4-8C53-88DE85816426}"/>
              </a:ext>
            </a:extLst>
          </p:cNvPr>
          <p:cNvCxnSpPr/>
          <p:nvPr/>
        </p:nvCxnSpPr>
        <p:spPr>
          <a:xfrm flipH="1" flipV="1">
            <a:off x="2109007" y="2400713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FBE96738-E02C-42B0-A9BC-3DCC332AEA43}"/>
              </a:ext>
            </a:extLst>
          </p:cNvPr>
          <p:cNvCxnSpPr>
            <a:cxnSpLocks/>
          </p:cNvCxnSpPr>
          <p:nvPr/>
        </p:nvCxnSpPr>
        <p:spPr>
          <a:xfrm flipH="1" flipV="1">
            <a:off x="1918327" y="2402712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EDCF0B32-299C-46C9-9E29-4CEAF25176A9}"/>
              </a:ext>
            </a:extLst>
          </p:cNvPr>
          <p:cNvCxnSpPr/>
          <p:nvPr/>
        </p:nvCxnSpPr>
        <p:spPr>
          <a:xfrm flipH="1" flipV="1">
            <a:off x="1710875" y="2406391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06B7E427-B7C9-44E2-B85B-C5C9399712CB}"/>
              </a:ext>
            </a:extLst>
          </p:cNvPr>
          <p:cNvCxnSpPr/>
          <p:nvPr/>
        </p:nvCxnSpPr>
        <p:spPr>
          <a:xfrm flipH="1" flipV="1">
            <a:off x="1501829" y="2411208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375F20FD-6388-4EE5-89EE-398D7213F721}"/>
              </a:ext>
            </a:extLst>
          </p:cNvPr>
          <p:cNvCxnSpPr/>
          <p:nvPr/>
        </p:nvCxnSpPr>
        <p:spPr>
          <a:xfrm flipH="1" flipV="1">
            <a:off x="1288085" y="2406391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5DDDF5D9-9098-48F4-943F-5ED42BB7F756}"/>
              </a:ext>
            </a:extLst>
          </p:cNvPr>
          <p:cNvCxnSpPr/>
          <p:nvPr/>
        </p:nvCxnSpPr>
        <p:spPr>
          <a:xfrm flipH="1" flipV="1">
            <a:off x="1081598" y="2405304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95A6D1D-4FD2-4038-BF49-7B9D278ECFF4}"/>
              </a:ext>
            </a:extLst>
          </p:cNvPr>
          <p:cNvCxnSpPr/>
          <p:nvPr/>
        </p:nvCxnSpPr>
        <p:spPr>
          <a:xfrm flipH="1" flipV="1">
            <a:off x="864707" y="2399707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238C5BE4-1E06-4E53-A57F-E6CD8881EDE8}"/>
              </a:ext>
            </a:extLst>
          </p:cNvPr>
          <p:cNvCxnSpPr/>
          <p:nvPr/>
        </p:nvCxnSpPr>
        <p:spPr>
          <a:xfrm flipH="1" flipV="1">
            <a:off x="651506" y="2596870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93B966D8-3521-4080-86E1-D6EB9D7403FF}"/>
              </a:ext>
            </a:extLst>
          </p:cNvPr>
          <p:cNvCxnSpPr/>
          <p:nvPr/>
        </p:nvCxnSpPr>
        <p:spPr>
          <a:xfrm flipH="1" flipV="1">
            <a:off x="656686" y="2813510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5628DA02-DC74-4DE2-9435-9443135AB559}"/>
              </a:ext>
            </a:extLst>
          </p:cNvPr>
          <p:cNvCxnSpPr/>
          <p:nvPr/>
        </p:nvCxnSpPr>
        <p:spPr>
          <a:xfrm flipH="1" flipV="1">
            <a:off x="656185" y="3008263"/>
            <a:ext cx="135522" cy="12487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Parallelogram 272">
            <a:extLst>
              <a:ext uri="{FF2B5EF4-FFF2-40B4-BE49-F238E27FC236}">
                <a16:creationId xmlns:a16="http://schemas.microsoft.com/office/drawing/2014/main" id="{8CFB6D9C-9D55-4897-98EC-3D35236ACECD}"/>
              </a:ext>
            </a:extLst>
          </p:cNvPr>
          <p:cNvSpPr/>
          <p:nvPr/>
        </p:nvSpPr>
        <p:spPr>
          <a:xfrm flipH="1">
            <a:off x="2115573" y="2401409"/>
            <a:ext cx="336368" cy="124176"/>
          </a:xfrm>
          <a:prstGeom prst="parallelogram">
            <a:avLst>
              <a:gd name="adj" fmla="val 105541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4" name="Table 18">
            <a:extLst>
              <a:ext uri="{FF2B5EF4-FFF2-40B4-BE49-F238E27FC236}">
                <a16:creationId xmlns:a16="http://schemas.microsoft.com/office/drawing/2014/main" id="{4AAB55EC-2CB2-4D23-9C6C-3C51592F6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449548"/>
              </p:ext>
            </p:extLst>
          </p:nvPr>
        </p:nvGraphicFramePr>
        <p:xfrm>
          <a:off x="3686111" y="2407133"/>
          <a:ext cx="6082168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0271">
                  <a:extLst>
                    <a:ext uri="{9D8B030D-6E8A-4147-A177-3AD203B41FA5}">
                      <a16:colId xmlns:a16="http://schemas.microsoft.com/office/drawing/2014/main" val="1067690189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654618495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3554846889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985077961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777511258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343513548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692514432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1855657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h, w),</a:t>
                      </a:r>
                    </a:p>
                    <a:p>
                      <a:r>
                        <a:rPr lang="en-US" sz="700" dirty="0"/>
                        <a:t>(c+1, 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(c+1, 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w+3)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w+4)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w+5)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w+6)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w+7)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45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h+1,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(c+1, h+1,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(c+1,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w+3)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w+4)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w+5)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w+6)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w+7)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736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h+2,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(c+1, h+2,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w+1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w+2)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w+3)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w+4)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w+5)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w+6)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w+7)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0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h+3,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(c+1, h+3,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w+1)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w+1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w+2)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w+3)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w+4)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w+5)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w+6)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w+7)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703545"/>
                  </a:ext>
                </a:extLst>
              </a:tr>
            </a:tbl>
          </a:graphicData>
        </a:graphic>
      </p:graphicFrame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8C8AF093-857E-48A7-9064-20903105CE20}"/>
              </a:ext>
            </a:extLst>
          </p:cNvPr>
          <p:cNvCxnSpPr>
            <a:cxnSpLocks/>
          </p:cNvCxnSpPr>
          <p:nvPr/>
        </p:nvCxnSpPr>
        <p:spPr>
          <a:xfrm>
            <a:off x="4310243" y="2660709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7DFF0C29-DD88-4B54-AABD-F9685AAD4EB6}"/>
              </a:ext>
            </a:extLst>
          </p:cNvPr>
          <p:cNvCxnSpPr>
            <a:cxnSpLocks/>
          </p:cNvCxnSpPr>
          <p:nvPr/>
        </p:nvCxnSpPr>
        <p:spPr>
          <a:xfrm>
            <a:off x="4310243" y="2979577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A5896EBC-C700-43E5-9B80-696B862C744F}"/>
              </a:ext>
            </a:extLst>
          </p:cNvPr>
          <p:cNvCxnSpPr>
            <a:cxnSpLocks/>
          </p:cNvCxnSpPr>
          <p:nvPr/>
        </p:nvCxnSpPr>
        <p:spPr>
          <a:xfrm>
            <a:off x="4310243" y="3258439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0A99E0D1-F988-4026-B179-21B09A671986}"/>
              </a:ext>
            </a:extLst>
          </p:cNvPr>
          <p:cNvCxnSpPr>
            <a:cxnSpLocks/>
          </p:cNvCxnSpPr>
          <p:nvPr/>
        </p:nvCxnSpPr>
        <p:spPr>
          <a:xfrm>
            <a:off x="4310243" y="3578479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F8C85A18-6CDB-42D6-A664-728D45144A7C}"/>
              </a:ext>
            </a:extLst>
          </p:cNvPr>
          <p:cNvCxnSpPr>
            <a:cxnSpLocks/>
          </p:cNvCxnSpPr>
          <p:nvPr/>
        </p:nvCxnSpPr>
        <p:spPr>
          <a:xfrm flipH="1">
            <a:off x="4323096" y="2656507"/>
            <a:ext cx="5421653" cy="32617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20B833FD-4B34-4BF9-B88F-014D194B0AC0}"/>
              </a:ext>
            </a:extLst>
          </p:cNvPr>
          <p:cNvCxnSpPr>
            <a:cxnSpLocks/>
            <a:stCxn id="274" idx="3"/>
          </p:cNvCxnSpPr>
          <p:nvPr/>
        </p:nvCxnSpPr>
        <p:spPr>
          <a:xfrm flipH="1" flipV="1">
            <a:off x="4310243" y="3016733"/>
            <a:ext cx="5458036" cy="7817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5B9CBD7E-A896-4CB5-AD7B-5334D1D45C65}"/>
              </a:ext>
            </a:extLst>
          </p:cNvPr>
          <p:cNvCxnSpPr>
            <a:cxnSpLocks/>
          </p:cNvCxnSpPr>
          <p:nvPr/>
        </p:nvCxnSpPr>
        <p:spPr>
          <a:xfrm flipH="1">
            <a:off x="4310243" y="3266843"/>
            <a:ext cx="5434506" cy="30853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C4DC56BD-BDED-41B7-9FC1-6ECE7C859BC1}"/>
              </a:ext>
            </a:extLst>
          </p:cNvPr>
          <p:cNvSpPr txBox="1"/>
          <p:nvPr/>
        </p:nvSpPr>
        <p:spPr>
          <a:xfrm>
            <a:off x="540702" y="1713436"/>
            <a:ext cx="2260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BF16/S16 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2*4*8</a:t>
            </a:r>
          </a:p>
        </p:txBody>
      </p:sp>
      <p:sp>
        <p:nvSpPr>
          <p:cNvPr id="283" name="Cube 282">
            <a:extLst>
              <a:ext uri="{FF2B5EF4-FFF2-40B4-BE49-F238E27FC236}">
                <a16:creationId xmlns:a16="http://schemas.microsoft.com/office/drawing/2014/main" id="{F795057B-6FFC-474F-8EDA-70618414D9BF}"/>
              </a:ext>
            </a:extLst>
          </p:cNvPr>
          <p:cNvSpPr/>
          <p:nvPr/>
        </p:nvSpPr>
        <p:spPr>
          <a:xfrm flipH="1">
            <a:off x="671399" y="4479626"/>
            <a:ext cx="2054459" cy="1183621"/>
          </a:xfrm>
          <a:prstGeom prst="cube">
            <a:avLst>
              <a:gd name="adj" fmla="val 3290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8D563D17-A3AB-4CB8-BE6D-BDF1C2A968FD}"/>
              </a:ext>
            </a:extLst>
          </p:cNvPr>
          <p:cNvSpPr txBox="1"/>
          <p:nvPr/>
        </p:nvSpPr>
        <p:spPr>
          <a:xfrm>
            <a:off x="618669" y="3843471"/>
            <a:ext cx="2260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S8</a:t>
            </a:r>
            <a:r>
              <a:rPr lang="en-US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/U8 </a:t>
            </a:r>
            <a:r>
              <a:rPr lang="zh-CN" altLang="en-US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子块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4*4*8</a:t>
            </a:r>
          </a:p>
        </p:txBody>
      </p:sp>
      <p:graphicFrame>
        <p:nvGraphicFramePr>
          <p:cNvPr id="285" name="Table 39">
            <a:extLst>
              <a:ext uri="{FF2B5EF4-FFF2-40B4-BE49-F238E27FC236}">
                <a16:creationId xmlns:a16="http://schemas.microsoft.com/office/drawing/2014/main" id="{44A90AD9-718D-415D-945E-941A879F2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211205"/>
              </p:ext>
            </p:extLst>
          </p:nvPr>
        </p:nvGraphicFramePr>
        <p:xfrm>
          <a:off x="1059622" y="4858576"/>
          <a:ext cx="1666240" cy="804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89259379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94722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371558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073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036364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3766398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66608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6565139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3817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3943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5292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666072"/>
                  </a:ext>
                </a:extLst>
              </a:tr>
            </a:tbl>
          </a:graphicData>
        </a:graphic>
      </p:graphicFrame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DA93333B-02ED-4491-9126-0AB9AE3A023D}"/>
              </a:ext>
            </a:extLst>
          </p:cNvPr>
          <p:cNvCxnSpPr>
            <a:cxnSpLocks/>
          </p:cNvCxnSpPr>
          <p:nvPr/>
        </p:nvCxnSpPr>
        <p:spPr>
          <a:xfrm>
            <a:off x="1163872" y="4963722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D2064BD3-188E-442B-9FDC-67DA2AE01141}"/>
              </a:ext>
            </a:extLst>
          </p:cNvPr>
          <p:cNvCxnSpPr>
            <a:cxnSpLocks/>
          </p:cNvCxnSpPr>
          <p:nvPr/>
        </p:nvCxnSpPr>
        <p:spPr>
          <a:xfrm flipH="1">
            <a:off x="1163872" y="4973526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F400B809-1227-4521-AF25-9E676774CF7A}"/>
              </a:ext>
            </a:extLst>
          </p:cNvPr>
          <p:cNvCxnSpPr>
            <a:cxnSpLocks/>
          </p:cNvCxnSpPr>
          <p:nvPr/>
        </p:nvCxnSpPr>
        <p:spPr>
          <a:xfrm>
            <a:off x="1163872" y="5162372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663B7FC2-ED84-4CAA-9F48-0267686189DA}"/>
              </a:ext>
            </a:extLst>
          </p:cNvPr>
          <p:cNvCxnSpPr>
            <a:cxnSpLocks/>
          </p:cNvCxnSpPr>
          <p:nvPr/>
        </p:nvCxnSpPr>
        <p:spPr>
          <a:xfrm flipH="1">
            <a:off x="1163872" y="5172176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F47DC0A9-06E1-4CB4-ABEB-54ABA58A5F05}"/>
              </a:ext>
            </a:extLst>
          </p:cNvPr>
          <p:cNvCxnSpPr>
            <a:cxnSpLocks/>
          </p:cNvCxnSpPr>
          <p:nvPr/>
        </p:nvCxnSpPr>
        <p:spPr>
          <a:xfrm>
            <a:off x="1163872" y="5363113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91732E1F-4578-414B-AC33-E7D57B3B4962}"/>
              </a:ext>
            </a:extLst>
          </p:cNvPr>
          <p:cNvCxnSpPr>
            <a:cxnSpLocks/>
          </p:cNvCxnSpPr>
          <p:nvPr/>
        </p:nvCxnSpPr>
        <p:spPr>
          <a:xfrm flipH="1">
            <a:off x="1163872" y="5372917"/>
            <a:ext cx="1457739" cy="20171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418FE60B-2103-4252-BB69-92B911A9C1EF}"/>
              </a:ext>
            </a:extLst>
          </p:cNvPr>
          <p:cNvCxnSpPr>
            <a:cxnSpLocks/>
          </p:cNvCxnSpPr>
          <p:nvPr/>
        </p:nvCxnSpPr>
        <p:spPr>
          <a:xfrm>
            <a:off x="1163872" y="5554483"/>
            <a:ext cx="145773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0DE2AE27-67F5-40DC-B339-9E3392C6F63D}"/>
              </a:ext>
            </a:extLst>
          </p:cNvPr>
          <p:cNvCxnSpPr>
            <a:cxnSpLocks/>
          </p:cNvCxnSpPr>
          <p:nvPr/>
        </p:nvCxnSpPr>
        <p:spPr>
          <a:xfrm>
            <a:off x="570689" y="439136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DF680BCC-83D9-417C-BBD4-CBA18E72DFB3}"/>
              </a:ext>
            </a:extLst>
          </p:cNvPr>
          <p:cNvSpPr txBox="1"/>
          <p:nvPr/>
        </p:nvSpPr>
        <p:spPr>
          <a:xfrm>
            <a:off x="1000180" y="427261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7EAC30E6-B280-46D2-9620-41B5528D5DCF}"/>
              </a:ext>
            </a:extLst>
          </p:cNvPr>
          <p:cNvCxnSpPr>
            <a:cxnSpLocks/>
          </p:cNvCxnSpPr>
          <p:nvPr/>
        </p:nvCxnSpPr>
        <p:spPr>
          <a:xfrm>
            <a:off x="435954" y="451883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:a16="http://schemas.microsoft.com/office/drawing/2014/main" id="{002E71C5-C57A-49BB-B846-0E891F3BBD2A}"/>
              </a:ext>
            </a:extLst>
          </p:cNvPr>
          <p:cNvSpPr txBox="1"/>
          <p:nvPr/>
        </p:nvSpPr>
        <p:spPr>
          <a:xfrm>
            <a:off x="288835" y="484217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AA4E1800-B456-49BC-AD33-577A6C24E66C}"/>
              </a:ext>
            </a:extLst>
          </p:cNvPr>
          <p:cNvCxnSpPr>
            <a:cxnSpLocks/>
          </p:cNvCxnSpPr>
          <p:nvPr/>
        </p:nvCxnSpPr>
        <p:spPr>
          <a:xfrm flipH="1" flipV="1">
            <a:off x="330751" y="4247705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132EFB12-94BB-461A-AEF3-B500F04B027D}"/>
              </a:ext>
            </a:extLst>
          </p:cNvPr>
          <p:cNvSpPr txBox="1"/>
          <p:nvPr/>
        </p:nvSpPr>
        <p:spPr>
          <a:xfrm>
            <a:off x="0" y="4197065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A18FF436-5F82-4473-9080-A0B77A8784D9}"/>
              </a:ext>
            </a:extLst>
          </p:cNvPr>
          <p:cNvSpPr txBox="1"/>
          <p:nvPr/>
        </p:nvSpPr>
        <p:spPr>
          <a:xfrm>
            <a:off x="2576017" y="4389987"/>
            <a:ext cx="767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altLang="zh-CN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通道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0" name="Parallelogram 299">
            <a:extLst>
              <a:ext uri="{FF2B5EF4-FFF2-40B4-BE49-F238E27FC236}">
                <a16:creationId xmlns:a16="http://schemas.microsoft.com/office/drawing/2014/main" id="{B066EF19-63BA-48F9-A4E9-0E7DD8656B45}"/>
              </a:ext>
            </a:extLst>
          </p:cNvPr>
          <p:cNvSpPr/>
          <p:nvPr/>
        </p:nvSpPr>
        <p:spPr>
          <a:xfrm flipH="1">
            <a:off x="2111388" y="4479625"/>
            <a:ext cx="616851" cy="382363"/>
          </a:xfrm>
          <a:prstGeom prst="parallelogram">
            <a:avLst>
              <a:gd name="adj" fmla="val 105541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9D6C04FF-0F4B-478B-97CB-6025B5DA6683}"/>
              </a:ext>
            </a:extLst>
          </p:cNvPr>
          <p:cNvCxnSpPr>
            <a:cxnSpLocks/>
          </p:cNvCxnSpPr>
          <p:nvPr/>
        </p:nvCxnSpPr>
        <p:spPr>
          <a:xfrm flipH="1" flipV="1">
            <a:off x="1899742" y="4479624"/>
            <a:ext cx="417497" cy="382365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2F123E1-5560-44B6-9A22-0F895CC0670D}"/>
              </a:ext>
            </a:extLst>
          </p:cNvPr>
          <p:cNvCxnSpPr>
            <a:cxnSpLocks/>
          </p:cNvCxnSpPr>
          <p:nvPr/>
        </p:nvCxnSpPr>
        <p:spPr>
          <a:xfrm flipH="1" flipV="1">
            <a:off x="1690989" y="4481567"/>
            <a:ext cx="417497" cy="382365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86FE6854-281C-4783-A223-9DF13EC4C390}"/>
              </a:ext>
            </a:extLst>
          </p:cNvPr>
          <p:cNvCxnSpPr>
            <a:cxnSpLocks/>
          </p:cNvCxnSpPr>
          <p:nvPr/>
        </p:nvCxnSpPr>
        <p:spPr>
          <a:xfrm flipH="1" flipV="1">
            <a:off x="1480794" y="4483506"/>
            <a:ext cx="417497" cy="382365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97184472-8895-48FF-A542-0B576377926B}"/>
              </a:ext>
            </a:extLst>
          </p:cNvPr>
          <p:cNvCxnSpPr>
            <a:cxnSpLocks/>
          </p:cNvCxnSpPr>
          <p:nvPr/>
        </p:nvCxnSpPr>
        <p:spPr>
          <a:xfrm flipH="1" flipV="1">
            <a:off x="1281131" y="4481566"/>
            <a:ext cx="417497" cy="382365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F777559A-3859-4326-ADC4-486512CB3EE5}"/>
              </a:ext>
            </a:extLst>
          </p:cNvPr>
          <p:cNvCxnSpPr>
            <a:cxnSpLocks/>
          </p:cNvCxnSpPr>
          <p:nvPr/>
        </p:nvCxnSpPr>
        <p:spPr>
          <a:xfrm flipH="1" flipV="1">
            <a:off x="1068034" y="4483505"/>
            <a:ext cx="417497" cy="382365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58F7C2D4-9504-48A8-A057-B82B85677D8B}"/>
              </a:ext>
            </a:extLst>
          </p:cNvPr>
          <p:cNvCxnSpPr>
            <a:cxnSpLocks/>
          </p:cNvCxnSpPr>
          <p:nvPr/>
        </p:nvCxnSpPr>
        <p:spPr>
          <a:xfrm flipH="1" flipV="1">
            <a:off x="862576" y="4481041"/>
            <a:ext cx="417497" cy="382365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91C18F6B-BBFF-4BCD-8C2C-307FB6D31F4E}"/>
              </a:ext>
            </a:extLst>
          </p:cNvPr>
          <p:cNvCxnSpPr>
            <a:cxnSpLocks/>
          </p:cNvCxnSpPr>
          <p:nvPr/>
        </p:nvCxnSpPr>
        <p:spPr>
          <a:xfrm flipH="1" flipV="1">
            <a:off x="681869" y="4701566"/>
            <a:ext cx="382675" cy="3648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638B89CC-82DD-4CBF-BA89-EDAC9230B7BE}"/>
              </a:ext>
            </a:extLst>
          </p:cNvPr>
          <p:cNvCxnSpPr>
            <a:cxnSpLocks/>
          </p:cNvCxnSpPr>
          <p:nvPr/>
        </p:nvCxnSpPr>
        <p:spPr>
          <a:xfrm flipH="1" flipV="1">
            <a:off x="676255" y="4898489"/>
            <a:ext cx="382675" cy="3648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FFA03CB4-EDD5-4D44-8CF0-EDD6FFE61D1F}"/>
              </a:ext>
            </a:extLst>
          </p:cNvPr>
          <p:cNvCxnSpPr>
            <a:cxnSpLocks/>
          </p:cNvCxnSpPr>
          <p:nvPr/>
        </p:nvCxnSpPr>
        <p:spPr>
          <a:xfrm flipH="1" flipV="1">
            <a:off x="677017" y="5091863"/>
            <a:ext cx="382675" cy="364837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0" name="Table 18">
            <a:extLst>
              <a:ext uri="{FF2B5EF4-FFF2-40B4-BE49-F238E27FC236}">
                <a16:creationId xmlns:a16="http://schemas.microsoft.com/office/drawing/2014/main" id="{328E18A3-4409-459C-BA30-7D312EEE7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426794"/>
              </p:ext>
            </p:extLst>
          </p:nvPr>
        </p:nvGraphicFramePr>
        <p:xfrm>
          <a:off x="3677330" y="4477739"/>
          <a:ext cx="6082168" cy="2072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0271">
                  <a:extLst>
                    <a:ext uri="{9D8B030D-6E8A-4147-A177-3AD203B41FA5}">
                      <a16:colId xmlns:a16="http://schemas.microsoft.com/office/drawing/2014/main" val="1067690189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654618495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3554846889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985077961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777511258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343513548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2692514432"/>
                    </a:ext>
                  </a:extLst>
                </a:gridCol>
                <a:gridCol w="760271">
                  <a:extLst>
                    <a:ext uri="{9D8B030D-6E8A-4147-A177-3AD203B41FA5}">
                      <a16:colId xmlns:a16="http://schemas.microsoft.com/office/drawing/2014/main" val="1855657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h, w),</a:t>
                      </a:r>
                    </a:p>
                    <a:p>
                      <a:r>
                        <a:rPr lang="en-US" sz="700" dirty="0"/>
                        <a:t>(c+1, h,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w+1),</a:t>
                      </a:r>
                    </a:p>
                    <a:p>
                      <a:r>
                        <a:rPr lang="en-US" sz="700" dirty="0"/>
                        <a:t>(c+1, h,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</a:t>
                      </a:r>
                      <a:r>
                        <a:rPr lang="en-US" altLang="zh-CN" sz="700" dirty="0"/>
                        <a:t>+</a:t>
                      </a:r>
                      <a:r>
                        <a:rPr lang="en-US" sz="700" dirty="0"/>
                        <a:t>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w+2),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w+2),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</a:t>
                      </a:r>
                      <a:r>
                        <a:rPr lang="en-US" altLang="zh-CN" sz="700" dirty="0"/>
                        <a:t>+</a:t>
                      </a:r>
                      <a:r>
                        <a:rPr lang="en-US" sz="700" dirty="0"/>
                        <a:t>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w+3)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w+3),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</a:t>
                      </a:r>
                      <a:r>
                        <a:rPr lang="en-US" altLang="zh-CN" sz="700" dirty="0"/>
                        <a:t>+</a:t>
                      </a:r>
                      <a:r>
                        <a:rPr lang="en-US" sz="700" dirty="0"/>
                        <a:t>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w+4)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w+4),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</a:t>
                      </a:r>
                      <a:r>
                        <a:rPr lang="en-US" altLang="zh-CN" sz="700" dirty="0"/>
                        <a:t>+</a:t>
                      </a:r>
                      <a:r>
                        <a:rPr lang="en-US" sz="700" dirty="0"/>
                        <a:t>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w+5)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w+5),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</a:t>
                      </a:r>
                      <a:r>
                        <a:rPr lang="en-US" altLang="zh-CN" sz="700" dirty="0"/>
                        <a:t>+</a:t>
                      </a:r>
                      <a:r>
                        <a:rPr lang="en-US" sz="700" dirty="0"/>
                        <a:t>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w+6)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w+6),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</a:t>
                      </a:r>
                      <a:r>
                        <a:rPr lang="en-US" altLang="zh-CN" sz="700" dirty="0"/>
                        <a:t>+</a:t>
                      </a:r>
                      <a:r>
                        <a:rPr lang="en-US" sz="700" dirty="0"/>
                        <a:t>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h, w+7)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h, w+7),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h, w</a:t>
                      </a:r>
                      <a:r>
                        <a:rPr lang="en-US" altLang="zh-CN" sz="700" dirty="0"/>
                        <a:t>+</a:t>
                      </a:r>
                      <a:r>
                        <a:rPr lang="en-US" sz="700" dirty="0"/>
                        <a:t>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45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h+1, w),</a:t>
                      </a:r>
                    </a:p>
                    <a:p>
                      <a:r>
                        <a:rPr lang="en-US" sz="700" dirty="0"/>
                        <a:t>(c+1, h+1,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w+1),</a:t>
                      </a:r>
                    </a:p>
                    <a:p>
                      <a:r>
                        <a:rPr lang="en-US" sz="700" dirty="0"/>
                        <a:t>(c+1,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w+2),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w+3)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w+3),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w+4)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w+4),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w+5)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w+5),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w+6)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w+6),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h+1, w+7)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w+7),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+1</a:t>
                      </a:r>
                      <a:r>
                        <a:rPr lang="en-US" sz="700" dirty="0"/>
                        <a:t>, w+7)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736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h+2, w),</a:t>
                      </a:r>
                    </a:p>
                    <a:p>
                      <a:r>
                        <a:rPr lang="en-US" sz="700" dirty="0"/>
                        <a:t>(c+1, h+2,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w+1),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w+1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w+2)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w+3)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w+3),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w+4)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w+4),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w+5)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w+5),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w+6)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w+6),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h+2, w+7)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h+2,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w+7),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+2</a:t>
                      </a:r>
                      <a:r>
                        <a:rPr lang="en-US" sz="700" dirty="0"/>
                        <a:t>, w+7)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0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(c, h+3, w),</a:t>
                      </a:r>
                    </a:p>
                    <a:p>
                      <a:r>
                        <a:rPr lang="en-US" sz="700" dirty="0"/>
                        <a:t>(c+1, h+3,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w+1)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w+1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w+2)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w+2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w+3)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w+3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w+3),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w+4)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w+4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w+4),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w+5)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w+5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w+5),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w+6)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w+6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w+6),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w+6)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(c, h+3, w+7) ,</a:t>
                      </a:r>
                    </a:p>
                    <a:p>
                      <a:r>
                        <a:rPr lang="en-US" sz="700" dirty="0"/>
                        <a:t>(c</a:t>
                      </a:r>
                      <a:r>
                        <a:rPr lang="en-US" altLang="zh-CN" sz="700" dirty="0"/>
                        <a:t>+1,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h+3,</a:t>
                      </a:r>
                      <a:r>
                        <a:rPr lang="zh-CN" altLang="en-US" sz="700" dirty="0"/>
                        <a:t> </a:t>
                      </a:r>
                      <a:r>
                        <a:rPr lang="en-US" altLang="zh-CN" sz="700" dirty="0"/>
                        <a:t>w+7</a:t>
                      </a:r>
                      <a:r>
                        <a:rPr lang="en-US" sz="700" dirty="0"/>
                        <a:t>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(c+2,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w+7),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(c+3, h</a:t>
                      </a:r>
                      <a:r>
                        <a:rPr lang="en-US" altLang="zh-CN" sz="700" dirty="0"/>
                        <a:t>+3</a:t>
                      </a:r>
                      <a:r>
                        <a:rPr lang="en-US" sz="700" dirty="0"/>
                        <a:t>, w+7)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703545"/>
                  </a:ext>
                </a:extLst>
              </a:tr>
            </a:tbl>
          </a:graphicData>
        </a:graphic>
      </p:graphicFrame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80D26B07-0462-4E0A-8B22-1DCDF5D05FDD}"/>
              </a:ext>
            </a:extLst>
          </p:cNvPr>
          <p:cNvCxnSpPr>
            <a:cxnSpLocks/>
          </p:cNvCxnSpPr>
          <p:nvPr/>
        </p:nvCxnSpPr>
        <p:spPr>
          <a:xfrm>
            <a:off x="4301462" y="4955343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42B46216-BDA3-41D5-9A88-BE908D782023}"/>
              </a:ext>
            </a:extLst>
          </p:cNvPr>
          <p:cNvCxnSpPr>
            <a:cxnSpLocks/>
          </p:cNvCxnSpPr>
          <p:nvPr/>
        </p:nvCxnSpPr>
        <p:spPr>
          <a:xfrm>
            <a:off x="4301462" y="5470807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4AD5A4F8-B397-4424-B192-47C3DE338D66}"/>
              </a:ext>
            </a:extLst>
          </p:cNvPr>
          <p:cNvCxnSpPr>
            <a:cxnSpLocks/>
          </p:cNvCxnSpPr>
          <p:nvPr/>
        </p:nvCxnSpPr>
        <p:spPr>
          <a:xfrm>
            <a:off x="4301462" y="5987413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56B01499-47C2-4FFA-9013-C61E61FCD427}"/>
              </a:ext>
            </a:extLst>
          </p:cNvPr>
          <p:cNvCxnSpPr>
            <a:cxnSpLocks/>
          </p:cNvCxnSpPr>
          <p:nvPr/>
        </p:nvCxnSpPr>
        <p:spPr>
          <a:xfrm>
            <a:off x="4301462" y="6494905"/>
            <a:ext cx="543450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451F2A2A-AFBD-4F2F-BA2D-FD78CCF9186A}"/>
              </a:ext>
            </a:extLst>
          </p:cNvPr>
          <p:cNvCxnSpPr>
            <a:cxnSpLocks/>
          </p:cNvCxnSpPr>
          <p:nvPr/>
        </p:nvCxnSpPr>
        <p:spPr>
          <a:xfrm flipH="1">
            <a:off x="4314315" y="4955343"/>
            <a:ext cx="5421653" cy="51546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8EE442FB-6296-4281-997A-CD0185C11052}"/>
              </a:ext>
            </a:extLst>
          </p:cNvPr>
          <p:cNvCxnSpPr>
            <a:cxnSpLocks/>
          </p:cNvCxnSpPr>
          <p:nvPr/>
        </p:nvCxnSpPr>
        <p:spPr>
          <a:xfrm flipH="1">
            <a:off x="4301463" y="5987413"/>
            <a:ext cx="5434505" cy="50749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7675A52B-DD6E-43BE-B144-502640A048A9}"/>
              </a:ext>
            </a:extLst>
          </p:cNvPr>
          <p:cNvCxnSpPr>
            <a:cxnSpLocks/>
          </p:cNvCxnSpPr>
          <p:nvPr/>
        </p:nvCxnSpPr>
        <p:spPr>
          <a:xfrm flipH="1">
            <a:off x="4290785" y="5470759"/>
            <a:ext cx="5434505" cy="50749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21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2641</Words>
  <Application>Microsoft Office PowerPoint</Application>
  <PresentationFormat>自定义</PresentationFormat>
  <Paragraphs>243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6</cp:revision>
  <dcterms:created xsi:type="dcterms:W3CDTF">2022-04-07T11:05:10Z</dcterms:created>
  <dcterms:modified xsi:type="dcterms:W3CDTF">2023-05-27T06:56:39Z</dcterms:modified>
</cp:coreProperties>
</file>