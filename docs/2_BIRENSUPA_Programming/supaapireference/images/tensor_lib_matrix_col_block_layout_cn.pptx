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3632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598593"/>
            <a:ext cx="7772400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921087"/>
            <a:ext cx="7772400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0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13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73" y="911860"/>
            <a:ext cx="8938260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073" y="2447714"/>
            <a:ext cx="8938260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2470" y="973666"/>
            <a:ext cx="440436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973666"/>
            <a:ext cx="440436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55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194734"/>
            <a:ext cx="893826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820" y="896620"/>
            <a:ext cx="4384119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3820" y="1336040"/>
            <a:ext cx="4384119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896620"/>
            <a:ext cx="4405710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1336040"/>
            <a:ext cx="440571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4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0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243840"/>
            <a:ext cx="3342401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5710" y="526627"/>
            <a:ext cx="5246370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820" y="1097280"/>
            <a:ext cx="3342401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96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243840"/>
            <a:ext cx="3342401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05710" y="526627"/>
            <a:ext cx="5246370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820" y="1097280"/>
            <a:ext cx="3342401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3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16165" y="194733"/>
            <a:ext cx="2234565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2470" y="194733"/>
            <a:ext cx="6574155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470" y="194734"/>
            <a:ext cx="893826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470" y="973666"/>
            <a:ext cx="893826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2470" y="3390054"/>
            <a:ext cx="233172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D7CCE-7A62-49B1-A9DF-E2AD55CD9AB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2810" y="3390054"/>
            <a:ext cx="34975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9010" y="3390054"/>
            <a:ext cx="233172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BF176-8F97-411C-9A9A-E29D0B043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47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A58A8E7D-7C8E-4328-BA4A-09A5C25A2915}"/>
              </a:ext>
            </a:extLst>
          </p:cNvPr>
          <p:cNvSpPr txBox="1"/>
          <p:nvPr/>
        </p:nvSpPr>
        <p:spPr>
          <a:xfrm>
            <a:off x="3902120" y="20858"/>
            <a:ext cx="18113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块粒度分布</a:t>
            </a:r>
            <a:endParaRPr lang="en-US" altLang="zh-CN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1D5E2B3-246A-4D9D-AA58-4F856AFB0C50}"/>
              </a:ext>
            </a:extLst>
          </p:cNvPr>
          <p:cNvCxnSpPr>
            <a:cxnSpLocks/>
          </p:cNvCxnSpPr>
          <p:nvPr/>
        </p:nvCxnSpPr>
        <p:spPr>
          <a:xfrm>
            <a:off x="4036856" y="503635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5CC0D91-961D-47A2-9D28-7542E0D634D8}"/>
              </a:ext>
            </a:extLst>
          </p:cNvPr>
          <p:cNvSpPr txBox="1"/>
          <p:nvPr/>
        </p:nvSpPr>
        <p:spPr>
          <a:xfrm>
            <a:off x="4466347" y="38488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E09931F-0346-4A2A-8D49-BA7757AE539D}"/>
              </a:ext>
            </a:extLst>
          </p:cNvPr>
          <p:cNvCxnSpPr>
            <a:cxnSpLocks/>
          </p:cNvCxnSpPr>
          <p:nvPr/>
        </p:nvCxnSpPr>
        <p:spPr>
          <a:xfrm>
            <a:off x="3902121" y="631103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0A02CBF-29EC-4E12-999C-CA11955BA7E1}"/>
              </a:ext>
            </a:extLst>
          </p:cNvPr>
          <p:cNvSpPr txBox="1"/>
          <p:nvPr/>
        </p:nvSpPr>
        <p:spPr>
          <a:xfrm>
            <a:off x="3755002" y="954444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D546339E-91BF-4692-949E-42D75815B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806048"/>
              </p:ext>
            </p:extLst>
          </p:nvPr>
        </p:nvGraphicFramePr>
        <p:xfrm>
          <a:off x="4049239" y="635220"/>
          <a:ext cx="3840480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7878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58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64217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760FDBCA-518C-4E4E-AF48-0F0FB086A44B}"/>
              </a:ext>
            </a:extLst>
          </p:cNvPr>
          <p:cNvSpPr txBox="1"/>
          <p:nvPr/>
        </p:nvSpPr>
        <p:spPr>
          <a:xfrm>
            <a:off x="7988613" y="1951384"/>
            <a:ext cx="24279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2KB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对齐</a:t>
            </a:r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(H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主序</a:t>
            </a:r>
            <a:r>
              <a:rPr lang="en-US" altLang="zh-CN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数据块对齐</a:t>
            </a:r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8D8A55A-025C-4F8A-877F-F54478855422}"/>
              </a:ext>
            </a:extLst>
          </p:cNvPr>
          <p:cNvSpPr/>
          <p:nvPr/>
        </p:nvSpPr>
        <p:spPr>
          <a:xfrm>
            <a:off x="4050214" y="635817"/>
            <a:ext cx="3692602" cy="2441938"/>
          </a:xfrm>
          <a:prstGeom prst="rect">
            <a:avLst/>
          </a:prstGeom>
          <a:solidFill>
            <a:schemeClr val="accent2">
              <a:lumMod val="75000"/>
              <a:alpha val="51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CC61EB-FF42-4406-9A3F-FFD52C20C8CB}"/>
              </a:ext>
            </a:extLst>
          </p:cNvPr>
          <p:cNvSpPr txBox="1"/>
          <p:nvPr/>
        </p:nvSpPr>
        <p:spPr>
          <a:xfrm>
            <a:off x="4894340" y="1419792"/>
            <a:ext cx="200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实际数据</a:t>
            </a:r>
            <a:endParaRPr 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8D8024A-DA3E-42BC-B61A-C7E52CD7DFA3}"/>
              </a:ext>
            </a:extLst>
          </p:cNvPr>
          <p:cNvCxnSpPr>
            <a:cxnSpLocks/>
          </p:cNvCxnSpPr>
          <p:nvPr/>
        </p:nvCxnSpPr>
        <p:spPr>
          <a:xfrm flipV="1">
            <a:off x="8095039" y="631103"/>
            <a:ext cx="0" cy="11580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ED6ED8E-857C-407E-B6A0-D208C6ED6C09}"/>
              </a:ext>
            </a:extLst>
          </p:cNvPr>
          <p:cNvCxnSpPr>
            <a:cxnSpLocks/>
          </p:cNvCxnSpPr>
          <p:nvPr/>
        </p:nvCxnSpPr>
        <p:spPr>
          <a:xfrm>
            <a:off x="8095039" y="2345180"/>
            <a:ext cx="0" cy="12567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675C984F-C5DB-434B-9646-796F7E601941}"/>
              </a:ext>
            </a:extLst>
          </p:cNvPr>
          <p:cNvSpPr/>
          <p:nvPr/>
        </p:nvSpPr>
        <p:spPr>
          <a:xfrm>
            <a:off x="619248" y="1306424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69F8F80-A80E-4AE4-B03C-A55133614522}"/>
              </a:ext>
            </a:extLst>
          </p:cNvPr>
          <p:cNvSpPr txBox="1"/>
          <p:nvPr/>
        </p:nvSpPr>
        <p:spPr>
          <a:xfrm>
            <a:off x="556333" y="796468"/>
            <a:ext cx="18113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Matrix3D</a:t>
            </a:r>
            <a:endParaRPr lang="en-US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B1052C5-39EF-4D68-BFB5-40A04A123495}"/>
              </a:ext>
            </a:extLst>
          </p:cNvPr>
          <p:cNvSpPr/>
          <p:nvPr/>
        </p:nvSpPr>
        <p:spPr>
          <a:xfrm>
            <a:off x="771648" y="1458824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2BB20E3-AB86-4871-BC3C-A9D8A519E738}"/>
              </a:ext>
            </a:extLst>
          </p:cNvPr>
          <p:cNvSpPr/>
          <p:nvPr/>
        </p:nvSpPr>
        <p:spPr>
          <a:xfrm>
            <a:off x="924048" y="1611224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Matrix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H,W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7699C69-5920-4D76-8C60-46A61125FFCB}"/>
              </a:ext>
            </a:extLst>
          </p:cNvPr>
          <p:cNvCxnSpPr>
            <a:cxnSpLocks/>
          </p:cNvCxnSpPr>
          <p:nvPr/>
        </p:nvCxnSpPr>
        <p:spPr>
          <a:xfrm>
            <a:off x="626911" y="1200242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7390A47-A5CF-4A01-900B-C11DDCAD7FA8}"/>
              </a:ext>
            </a:extLst>
          </p:cNvPr>
          <p:cNvSpPr txBox="1"/>
          <p:nvPr/>
        </p:nvSpPr>
        <p:spPr>
          <a:xfrm>
            <a:off x="1056402" y="1081489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63958FB-ACE6-4C78-8F86-A63780D1740E}"/>
              </a:ext>
            </a:extLst>
          </p:cNvPr>
          <p:cNvCxnSpPr>
            <a:cxnSpLocks/>
          </p:cNvCxnSpPr>
          <p:nvPr/>
        </p:nvCxnSpPr>
        <p:spPr>
          <a:xfrm>
            <a:off x="492176" y="1327710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529EF0FF-D1C0-43DB-8152-2BFEB201D4B1}"/>
              </a:ext>
            </a:extLst>
          </p:cNvPr>
          <p:cNvSpPr txBox="1"/>
          <p:nvPr/>
        </p:nvSpPr>
        <p:spPr>
          <a:xfrm>
            <a:off x="345057" y="1651051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B3CD724-887C-4C6D-84A9-98C600F8DE68}"/>
              </a:ext>
            </a:extLst>
          </p:cNvPr>
          <p:cNvCxnSpPr>
            <a:cxnSpLocks/>
          </p:cNvCxnSpPr>
          <p:nvPr/>
        </p:nvCxnSpPr>
        <p:spPr>
          <a:xfrm flipH="1" flipV="1">
            <a:off x="328195" y="1068342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6BB02A54-05E4-4764-A235-566216B2E13A}"/>
              </a:ext>
            </a:extLst>
          </p:cNvPr>
          <p:cNvSpPr txBox="1"/>
          <p:nvPr/>
        </p:nvSpPr>
        <p:spPr>
          <a:xfrm>
            <a:off x="79866" y="101770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4D7096E-C524-44FD-B650-2D3E29EA1C84}"/>
              </a:ext>
            </a:extLst>
          </p:cNvPr>
          <p:cNvCxnSpPr>
            <a:cxnSpLocks/>
          </p:cNvCxnSpPr>
          <p:nvPr/>
        </p:nvCxnSpPr>
        <p:spPr>
          <a:xfrm>
            <a:off x="4351891" y="825533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30B1113-E7E5-4EA6-A3F4-4D8A9A825B01}"/>
              </a:ext>
            </a:extLst>
          </p:cNvPr>
          <p:cNvCxnSpPr>
            <a:cxnSpLocks/>
          </p:cNvCxnSpPr>
          <p:nvPr/>
        </p:nvCxnSpPr>
        <p:spPr>
          <a:xfrm flipV="1">
            <a:off x="4351891" y="820819"/>
            <a:ext cx="678647" cy="265891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D143BDF-0FA8-4E8B-A663-A9DC434F1178}"/>
              </a:ext>
            </a:extLst>
          </p:cNvPr>
          <p:cNvCxnSpPr>
            <a:cxnSpLocks/>
          </p:cNvCxnSpPr>
          <p:nvPr/>
        </p:nvCxnSpPr>
        <p:spPr>
          <a:xfrm>
            <a:off x="5020328" y="825533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FC698C6-A287-42E9-94FB-50895658C33E}"/>
              </a:ext>
            </a:extLst>
          </p:cNvPr>
          <p:cNvCxnSpPr>
            <a:cxnSpLocks/>
          </p:cNvCxnSpPr>
          <p:nvPr/>
        </p:nvCxnSpPr>
        <p:spPr>
          <a:xfrm flipV="1">
            <a:off x="5020328" y="820819"/>
            <a:ext cx="678647" cy="265891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579FFC3-E42B-456C-A09C-01400958B0D2}"/>
              </a:ext>
            </a:extLst>
          </p:cNvPr>
          <p:cNvCxnSpPr>
            <a:cxnSpLocks/>
          </p:cNvCxnSpPr>
          <p:nvPr/>
        </p:nvCxnSpPr>
        <p:spPr>
          <a:xfrm>
            <a:off x="5688764" y="825533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CF78C26-E300-4D2D-BC14-4976A4AD0F03}"/>
              </a:ext>
            </a:extLst>
          </p:cNvPr>
          <p:cNvCxnSpPr>
            <a:cxnSpLocks/>
          </p:cNvCxnSpPr>
          <p:nvPr/>
        </p:nvCxnSpPr>
        <p:spPr>
          <a:xfrm flipV="1">
            <a:off x="5688764" y="820819"/>
            <a:ext cx="635891" cy="265892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F7488C6-FAA4-41CC-9492-E09DD35AAF37}"/>
              </a:ext>
            </a:extLst>
          </p:cNvPr>
          <p:cNvCxnSpPr>
            <a:cxnSpLocks/>
          </p:cNvCxnSpPr>
          <p:nvPr/>
        </p:nvCxnSpPr>
        <p:spPr>
          <a:xfrm>
            <a:off x="6308610" y="824461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2766146-19C7-412D-8527-52681C8F859D}"/>
              </a:ext>
            </a:extLst>
          </p:cNvPr>
          <p:cNvCxnSpPr>
            <a:cxnSpLocks/>
          </p:cNvCxnSpPr>
          <p:nvPr/>
        </p:nvCxnSpPr>
        <p:spPr>
          <a:xfrm flipV="1">
            <a:off x="6308609" y="820819"/>
            <a:ext cx="625681" cy="265784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C2E01C3-FE71-4AE6-9EAC-DE68BE28F8F7}"/>
              </a:ext>
            </a:extLst>
          </p:cNvPr>
          <p:cNvCxnSpPr>
            <a:cxnSpLocks/>
          </p:cNvCxnSpPr>
          <p:nvPr/>
        </p:nvCxnSpPr>
        <p:spPr>
          <a:xfrm>
            <a:off x="6934291" y="825533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AB6B5C-6344-42E9-8127-90EA9EF673EA}"/>
              </a:ext>
            </a:extLst>
          </p:cNvPr>
          <p:cNvCxnSpPr>
            <a:cxnSpLocks/>
          </p:cNvCxnSpPr>
          <p:nvPr/>
        </p:nvCxnSpPr>
        <p:spPr>
          <a:xfrm flipV="1">
            <a:off x="6934291" y="820819"/>
            <a:ext cx="678647" cy="265891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998FD05-289B-4AA6-8274-50CFAA30C622}"/>
              </a:ext>
            </a:extLst>
          </p:cNvPr>
          <p:cNvCxnSpPr>
            <a:cxnSpLocks/>
          </p:cNvCxnSpPr>
          <p:nvPr/>
        </p:nvCxnSpPr>
        <p:spPr>
          <a:xfrm>
            <a:off x="7596994" y="824461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DCD39DC-378B-41CA-A58A-644E5DF08B23}"/>
              </a:ext>
            </a:extLst>
          </p:cNvPr>
          <p:cNvCxnSpPr>
            <a:cxnSpLocks/>
          </p:cNvCxnSpPr>
          <p:nvPr/>
        </p:nvCxnSpPr>
        <p:spPr>
          <a:xfrm>
            <a:off x="2624791" y="2039827"/>
            <a:ext cx="124466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957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23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4</cp:revision>
  <dcterms:created xsi:type="dcterms:W3CDTF">2022-04-07T10:47:50Z</dcterms:created>
  <dcterms:modified xsi:type="dcterms:W3CDTF">2022-11-25T07:47:27Z</dcterms:modified>
</cp:coreProperties>
</file>