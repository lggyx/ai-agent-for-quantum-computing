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96" r:id="rId1"/>
  </p:sldMasterIdLst>
  <p:notesMasterIdLst>
    <p:notesMasterId r:id="rId3"/>
  </p:notesMasterIdLst>
  <p:sldIdLst>
    <p:sldId id="256" r:id="rId2"/>
  </p:sldIdLst>
  <p:sldSz cx="6035675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>
        <p:scale>
          <a:sx n="100" d="100"/>
          <a:sy n="100" d="100"/>
        </p:scale>
        <p:origin x="4464" y="2346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84238" y="1143000"/>
            <a:ext cx="5089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1pPr>
    <a:lvl2pPr marL="66130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2pPr>
    <a:lvl3pPr marL="132260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3pPr>
    <a:lvl4pPr marL="198391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4pPr>
    <a:lvl5pPr marL="264521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5pPr>
    <a:lvl6pPr marL="330652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6pPr>
    <a:lvl7pPr marL="396782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7pPr>
    <a:lvl8pPr marL="4629133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8pPr>
    <a:lvl9pPr marL="529043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4238" y="1143000"/>
            <a:ext cx="50895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460" y="598593"/>
            <a:ext cx="4526756" cy="1273387"/>
          </a:xfrm>
        </p:spPr>
        <p:txBody>
          <a:bodyPr anchor="b"/>
          <a:lstStyle>
            <a:lvl1pPr algn="ctr">
              <a:defRPr sz="297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4460" y="1921087"/>
            <a:ext cx="4526756" cy="883073"/>
          </a:xfrm>
        </p:spPr>
        <p:txBody>
          <a:bodyPr/>
          <a:lstStyle>
            <a:lvl1pPr marL="0" indent="0" algn="ctr">
              <a:buNone/>
              <a:defRPr sz="1188"/>
            </a:lvl1pPr>
            <a:lvl2pPr marL="226360" indent="0" algn="ctr">
              <a:buNone/>
              <a:defRPr sz="990"/>
            </a:lvl2pPr>
            <a:lvl3pPr marL="452719" indent="0" algn="ctr">
              <a:buNone/>
              <a:defRPr sz="891"/>
            </a:lvl3pPr>
            <a:lvl4pPr marL="679079" indent="0" algn="ctr">
              <a:buNone/>
              <a:defRPr sz="792"/>
            </a:lvl4pPr>
            <a:lvl5pPr marL="905439" indent="0" algn="ctr">
              <a:buNone/>
              <a:defRPr sz="792"/>
            </a:lvl5pPr>
            <a:lvl6pPr marL="1131799" indent="0" algn="ctr">
              <a:buNone/>
              <a:defRPr sz="792"/>
            </a:lvl6pPr>
            <a:lvl7pPr marL="1358158" indent="0" algn="ctr">
              <a:buNone/>
              <a:defRPr sz="792"/>
            </a:lvl7pPr>
            <a:lvl8pPr marL="1584518" indent="0" algn="ctr">
              <a:buNone/>
              <a:defRPr sz="792"/>
            </a:lvl8pPr>
            <a:lvl9pPr marL="1810878" indent="0" algn="ctr">
              <a:buNone/>
              <a:defRPr sz="79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13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0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809" y="911860"/>
            <a:ext cx="5205770" cy="1521460"/>
          </a:xfrm>
        </p:spPr>
        <p:txBody>
          <a:bodyPr anchor="b"/>
          <a:lstStyle>
            <a:lvl1pPr>
              <a:defRPr sz="297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809" y="2447714"/>
            <a:ext cx="5205770" cy="800100"/>
          </a:xfrm>
        </p:spPr>
        <p:txBody>
          <a:bodyPr/>
          <a:lstStyle>
            <a:lvl1pPr marL="0" indent="0">
              <a:buNone/>
              <a:defRPr sz="1188">
                <a:solidFill>
                  <a:schemeClr val="tx1">
                    <a:tint val="75000"/>
                  </a:schemeClr>
                </a:solidFill>
              </a:defRPr>
            </a:lvl1pPr>
            <a:lvl2pPr marL="22636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2pPr>
            <a:lvl3pPr marL="452719" indent="0">
              <a:buNone/>
              <a:defRPr sz="891">
                <a:solidFill>
                  <a:schemeClr val="tx1">
                    <a:tint val="75000"/>
                  </a:schemeClr>
                </a:solidFill>
              </a:defRPr>
            </a:lvl3pPr>
            <a:lvl4pPr marL="679079" indent="0">
              <a:buNone/>
              <a:defRPr sz="792">
                <a:solidFill>
                  <a:schemeClr val="tx1">
                    <a:tint val="75000"/>
                  </a:schemeClr>
                </a:solidFill>
              </a:defRPr>
            </a:lvl4pPr>
            <a:lvl5pPr marL="905439" indent="0">
              <a:buNone/>
              <a:defRPr sz="792">
                <a:solidFill>
                  <a:schemeClr val="tx1">
                    <a:tint val="75000"/>
                  </a:schemeClr>
                </a:solidFill>
              </a:defRPr>
            </a:lvl5pPr>
            <a:lvl6pPr marL="1131799" indent="0">
              <a:buNone/>
              <a:defRPr sz="792">
                <a:solidFill>
                  <a:schemeClr val="tx1">
                    <a:tint val="75000"/>
                  </a:schemeClr>
                </a:solidFill>
              </a:defRPr>
            </a:lvl6pPr>
            <a:lvl7pPr marL="1358158" indent="0">
              <a:buNone/>
              <a:defRPr sz="792">
                <a:solidFill>
                  <a:schemeClr val="tx1">
                    <a:tint val="75000"/>
                  </a:schemeClr>
                </a:solidFill>
              </a:defRPr>
            </a:lvl7pPr>
            <a:lvl8pPr marL="1584518" indent="0">
              <a:buNone/>
              <a:defRPr sz="792">
                <a:solidFill>
                  <a:schemeClr val="tx1">
                    <a:tint val="75000"/>
                  </a:schemeClr>
                </a:solidFill>
              </a:defRPr>
            </a:lvl8pPr>
            <a:lvl9pPr marL="1810878" indent="0">
              <a:buNone/>
              <a:defRPr sz="7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86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953" y="973666"/>
            <a:ext cx="2565162" cy="2320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55560" y="973666"/>
            <a:ext cx="2565162" cy="2320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34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194734"/>
            <a:ext cx="5205770" cy="7069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5739" y="896620"/>
            <a:ext cx="2553373" cy="439420"/>
          </a:xfrm>
        </p:spPr>
        <p:txBody>
          <a:bodyPr anchor="b"/>
          <a:lstStyle>
            <a:lvl1pPr marL="0" indent="0">
              <a:buNone/>
              <a:defRPr sz="1188" b="1"/>
            </a:lvl1pPr>
            <a:lvl2pPr marL="226360" indent="0">
              <a:buNone/>
              <a:defRPr sz="990" b="1"/>
            </a:lvl2pPr>
            <a:lvl3pPr marL="452719" indent="0">
              <a:buNone/>
              <a:defRPr sz="891" b="1"/>
            </a:lvl3pPr>
            <a:lvl4pPr marL="679079" indent="0">
              <a:buNone/>
              <a:defRPr sz="792" b="1"/>
            </a:lvl4pPr>
            <a:lvl5pPr marL="905439" indent="0">
              <a:buNone/>
              <a:defRPr sz="792" b="1"/>
            </a:lvl5pPr>
            <a:lvl6pPr marL="1131799" indent="0">
              <a:buNone/>
              <a:defRPr sz="792" b="1"/>
            </a:lvl6pPr>
            <a:lvl7pPr marL="1358158" indent="0">
              <a:buNone/>
              <a:defRPr sz="792" b="1"/>
            </a:lvl7pPr>
            <a:lvl8pPr marL="1584518" indent="0">
              <a:buNone/>
              <a:defRPr sz="792" b="1"/>
            </a:lvl8pPr>
            <a:lvl9pPr marL="1810878" indent="0">
              <a:buNone/>
              <a:defRPr sz="7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739" y="1336040"/>
            <a:ext cx="2553373" cy="19651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55560" y="896620"/>
            <a:ext cx="2565948" cy="439420"/>
          </a:xfrm>
        </p:spPr>
        <p:txBody>
          <a:bodyPr anchor="b"/>
          <a:lstStyle>
            <a:lvl1pPr marL="0" indent="0">
              <a:buNone/>
              <a:defRPr sz="1188" b="1"/>
            </a:lvl1pPr>
            <a:lvl2pPr marL="226360" indent="0">
              <a:buNone/>
              <a:defRPr sz="990" b="1"/>
            </a:lvl2pPr>
            <a:lvl3pPr marL="452719" indent="0">
              <a:buNone/>
              <a:defRPr sz="891" b="1"/>
            </a:lvl3pPr>
            <a:lvl4pPr marL="679079" indent="0">
              <a:buNone/>
              <a:defRPr sz="792" b="1"/>
            </a:lvl4pPr>
            <a:lvl5pPr marL="905439" indent="0">
              <a:buNone/>
              <a:defRPr sz="792" b="1"/>
            </a:lvl5pPr>
            <a:lvl6pPr marL="1131799" indent="0">
              <a:buNone/>
              <a:defRPr sz="792" b="1"/>
            </a:lvl6pPr>
            <a:lvl7pPr marL="1358158" indent="0">
              <a:buNone/>
              <a:defRPr sz="792" b="1"/>
            </a:lvl7pPr>
            <a:lvl8pPr marL="1584518" indent="0">
              <a:buNone/>
              <a:defRPr sz="792" b="1"/>
            </a:lvl8pPr>
            <a:lvl9pPr marL="1810878" indent="0">
              <a:buNone/>
              <a:defRPr sz="7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55560" y="1336040"/>
            <a:ext cx="2565948" cy="19651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61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51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81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243840"/>
            <a:ext cx="1946662" cy="853440"/>
          </a:xfrm>
        </p:spPr>
        <p:txBody>
          <a:bodyPr anchor="b"/>
          <a:lstStyle>
            <a:lvl1pPr>
              <a:defRPr sz="15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5948" y="526627"/>
            <a:ext cx="3055560" cy="2599267"/>
          </a:xfrm>
        </p:spPr>
        <p:txBody>
          <a:bodyPr/>
          <a:lstStyle>
            <a:lvl1pPr>
              <a:defRPr sz="1584"/>
            </a:lvl1pPr>
            <a:lvl2pPr>
              <a:defRPr sz="1386"/>
            </a:lvl2pPr>
            <a:lvl3pPr>
              <a:defRPr sz="1188"/>
            </a:lvl3pPr>
            <a:lvl4pPr>
              <a:defRPr sz="990"/>
            </a:lvl4pPr>
            <a:lvl5pPr>
              <a:defRPr sz="990"/>
            </a:lvl5pPr>
            <a:lvl6pPr>
              <a:defRPr sz="990"/>
            </a:lvl6pPr>
            <a:lvl7pPr>
              <a:defRPr sz="990"/>
            </a:lvl7pPr>
            <a:lvl8pPr>
              <a:defRPr sz="990"/>
            </a:lvl8pPr>
            <a:lvl9pPr>
              <a:defRPr sz="99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5739" y="1097280"/>
            <a:ext cx="1946662" cy="2032847"/>
          </a:xfrm>
        </p:spPr>
        <p:txBody>
          <a:bodyPr/>
          <a:lstStyle>
            <a:lvl1pPr marL="0" indent="0">
              <a:buNone/>
              <a:defRPr sz="792"/>
            </a:lvl1pPr>
            <a:lvl2pPr marL="226360" indent="0">
              <a:buNone/>
              <a:defRPr sz="693"/>
            </a:lvl2pPr>
            <a:lvl3pPr marL="452719" indent="0">
              <a:buNone/>
              <a:defRPr sz="594"/>
            </a:lvl3pPr>
            <a:lvl4pPr marL="679079" indent="0">
              <a:buNone/>
              <a:defRPr sz="495"/>
            </a:lvl4pPr>
            <a:lvl5pPr marL="905439" indent="0">
              <a:buNone/>
              <a:defRPr sz="495"/>
            </a:lvl5pPr>
            <a:lvl6pPr marL="1131799" indent="0">
              <a:buNone/>
              <a:defRPr sz="495"/>
            </a:lvl6pPr>
            <a:lvl7pPr marL="1358158" indent="0">
              <a:buNone/>
              <a:defRPr sz="495"/>
            </a:lvl7pPr>
            <a:lvl8pPr marL="1584518" indent="0">
              <a:buNone/>
              <a:defRPr sz="495"/>
            </a:lvl8pPr>
            <a:lvl9pPr marL="1810878" indent="0">
              <a:buNone/>
              <a:defRPr sz="49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46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243840"/>
            <a:ext cx="1946662" cy="853440"/>
          </a:xfrm>
        </p:spPr>
        <p:txBody>
          <a:bodyPr anchor="b"/>
          <a:lstStyle>
            <a:lvl1pPr>
              <a:defRPr sz="15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65948" y="526627"/>
            <a:ext cx="3055560" cy="2599267"/>
          </a:xfrm>
        </p:spPr>
        <p:txBody>
          <a:bodyPr anchor="t"/>
          <a:lstStyle>
            <a:lvl1pPr marL="0" indent="0">
              <a:buNone/>
              <a:defRPr sz="1584"/>
            </a:lvl1pPr>
            <a:lvl2pPr marL="226360" indent="0">
              <a:buNone/>
              <a:defRPr sz="1386"/>
            </a:lvl2pPr>
            <a:lvl3pPr marL="452719" indent="0">
              <a:buNone/>
              <a:defRPr sz="1188"/>
            </a:lvl3pPr>
            <a:lvl4pPr marL="679079" indent="0">
              <a:buNone/>
              <a:defRPr sz="990"/>
            </a:lvl4pPr>
            <a:lvl5pPr marL="905439" indent="0">
              <a:buNone/>
              <a:defRPr sz="990"/>
            </a:lvl5pPr>
            <a:lvl6pPr marL="1131799" indent="0">
              <a:buNone/>
              <a:defRPr sz="990"/>
            </a:lvl6pPr>
            <a:lvl7pPr marL="1358158" indent="0">
              <a:buNone/>
              <a:defRPr sz="990"/>
            </a:lvl7pPr>
            <a:lvl8pPr marL="1584518" indent="0">
              <a:buNone/>
              <a:defRPr sz="990"/>
            </a:lvl8pPr>
            <a:lvl9pPr marL="1810878" indent="0">
              <a:buNone/>
              <a:defRPr sz="99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5739" y="1097280"/>
            <a:ext cx="1946662" cy="2032847"/>
          </a:xfrm>
        </p:spPr>
        <p:txBody>
          <a:bodyPr/>
          <a:lstStyle>
            <a:lvl1pPr marL="0" indent="0">
              <a:buNone/>
              <a:defRPr sz="792"/>
            </a:lvl1pPr>
            <a:lvl2pPr marL="226360" indent="0">
              <a:buNone/>
              <a:defRPr sz="693"/>
            </a:lvl2pPr>
            <a:lvl3pPr marL="452719" indent="0">
              <a:buNone/>
              <a:defRPr sz="594"/>
            </a:lvl3pPr>
            <a:lvl4pPr marL="679079" indent="0">
              <a:buNone/>
              <a:defRPr sz="495"/>
            </a:lvl4pPr>
            <a:lvl5pPr marL="905439" indent="0">
              <a:buNone/>
              <a:defRPr sz="495"/>
            </a:lvl5pPr>
            <a:lvl6pPr marL="1131799" indent="0">
              <a:buNone/>
              <a:defRPr sz="495"/>
            </a:lvl6pPr>
            <a:lvl7pPr marL="1358158" indent="0">
              <a:buNone/>
              <a:defRPr sz="495"/>
            </a:lvl7pPr>
            <a:lvl8pPr marL="1584518" indent="0">
              <a:buNone/>
              <a:defRPr sz="495"/>
            </a:lvl8pPr>
            <a:lvl9pPr marL="1810878" indent="0">
              <a:buNone/>
              <a:defRPr sz="49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48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18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19280" y="194733"/>
            <a:ext cx="1301442" cy="309964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4953" y="194733"/>
            <a:ext cx="3828881" cy="309964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2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953" y="194734"/>
            <a:ext cx="520577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953" y="973666"/>
            <a:ext cx="520577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4953" y="3390054"/>
            <a:ext cx="1358027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9318" y="3390054"/>
            <a:ext cx="203704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2695" y="3390054"/>
            <a:ext cx="1358027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9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7" r:id="rId1"/>
    <p:sldLayoutId id="2147484298" r:id="rId2"/>
    <p:sldLayoutId id="2147484299" r:id="rId3"/>
    <p:sldLayoutId id="2147484300" r:id="rId4"/>
    <p:sldLayoutId id="2147484301" r:id="rId5"/>
    <p:sldLayoutId id="2147484302" r:id="rId6"/>
    <p:sldLayoutId id="2147484303" r:id="rId7"/>
    <p:sldLayoutId id="2147484304" r:id="rId8"/>
    <p:sldLayoutId id="2147484305" r:id="rId9"/>
    <p:sldLayoutId id="2147484306" r:id="rId10"/>
    <p:sldLayoutId id="2147484307" r:id="rId11"/>
  </p:sldLayoutIdLst>
  <p:txStyles>
    <p:titleStyle>
      <a:lvl1pPr algn="l" defTabSz="452719" rtl="0" eaLnBrk="1" latinLnBrk="0" hangingPunct="1">
        <a:lnSpc>
          <a:spcPct val="90000"/>
        </a:lnSpc>
        <a:spcBef>
          <a:spcPct val="0"/>
        </a:spcBef>
        <a:buNone/>
        <a:defRPr sz="217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3180" indent="-113180" algn="l" defTabSz="452719" rtl="0" eaLnBrk="1" latinLnBrk="0" hangingPunct="1">
        <a:lnSpc>
          <a:spcPct val="90000"/>
        </a:lnSpc>
        <a:spcBef>
          <a:spcPts val="495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1pPr>
      <a:lvl2pPr marL="339540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1188" kern="1200">
          <a:solidFill>
            <a:schemeClr val="tx1"/>
          </a:solidFill>
          <a:latin typeface="+mn-lt"/>
          <a:ea typeface="+mn-ea"/>
          <a:cs typeface="+mn-cs"/>
        </a:defRPr>
      </a:lvl2pPr>
      <a:lvl3pPr marL="565899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3pPr>
      <a:lvl4pPr marL="792259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1" kern="1200">
          <a:solidFill>
            <a:schemeClr val="tx1"/>
          </a:solidFill>
          <a:latin typeface="+mn-lt"/>
          <a:ea typeface="+mn-ea"/>
          <a:cs typeface="+mn-cs"/>
        </a:defRPr>
      </a:lvl4pPr>
      <a:lvl5pPr marL="1018619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1" kern="1200">
          <a:solidFill>
            <a:schemeClr val="tx1"/>
          </a:solidFill>
          <a:latin typeface="+mn-lt"/>
          <a:ea typeface="+mn-ea"/>
          <a:cs typeface="+mn-cs"/>
        </a:defRPr>
      </a:lvl5pPr>
      <a:lvl6pPr marL="1244978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1" kern="1200">
          <a:solidFill>
            <a:schemeClr val="tx1"/>
          </a:solidFill>
          <a:latin typeface="+mn-lt"/>
          <a:ea typeface="+mn-ea"/>
          <a:cs typeface="+mn-cs"/>
        </a:defRPr>
      </a:lvl6pPr>
      <a:lvl7pPr marL="1471338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1" kern="1200">
          <a:solidFill>
            <a:schemeClr val="tx1"/>
          </a:solidFill>
          <a:latin typeface="+mn-lt"/>
          <a:ea typeface="+mn-ea"/>
          <a:cs typeface="+mn-cs"/>
        </a:defRPr>
      </a:lvl7pPr>
      <a:lvl8pPr marL="1697698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1" kern="1200">
          <a:solidFill>
            <a:schemeClr val="tx1"/>
          </a:solidFill>
          <a:latin typeface="+mn-lt"/>
          <a:ea typeface="+mn-ea"/>
          <a:cs typeface="+mn-cs"/>
        </a:defRPr>
      </a:lvl8pPr>
      <a:lvl9pPr marL="1924058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1pPr>
      <a:lvl2pPr marL="226360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2pPr>
      <a:lvl3pPr marL="452719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3pPr>
      <a:lvl4pPr marL="679079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4pPr>
      <a:lvl5pPr marL="905439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5pPr>
      <a:lvl6pPr marL="1131799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6pPr>
      <a:lvl7pPr marL="1358158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7pPr>
      <a:lvl8pPr marL="1584518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8pPr>
      <a:lvl9pPr marL="1810878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图片 90">
            <a:extLst>
              <a:ext uri="{FF2B5EF4-FFF2-40B4-BE49-F238E27FC236}">
                <a16:creationId xmlns:a16="http://schemas.microsoft.com/office/drawing/2014/main" id="{224D8F02-FB8E-FD06-9F72-8C9C148DB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87" y="285750"/>
            <a:ext cx="55245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1703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60</cp:revision>
  <dcterms:created xsi:type="dcterms:W3CDTF">2020-03-18T02:10:58Z</dcterms:created>
  <dcterms:modified xsi:type="dcterms:W3CDTF">2023-08-31T10:04:17Z</dcterms:modified>
</cp:coreProperties>
</file>