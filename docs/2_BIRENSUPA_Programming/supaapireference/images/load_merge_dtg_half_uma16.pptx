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301" d="100"/>
          <a:sy n="301" d="100"/>
        </p:scale>
        <p:origin x="20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0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7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4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9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312">
            <a:extLst>
              <a:ext uri="{FF2B5EF4-FFF2-40B4-BE49-F238E27FC236}">
                <a16:creationId xmlns:a16="http://schemas.microsoft.com/office/drawing/2014/main" id="{730529C8-5E6C-45A9-A590-9D2232B2EF57}"/>
              </a:ext>
            </a:extLst>
          </p:cNvPr>
          <p:cNvSpPr/>
          <p:nvPr/>
        </p:nvSpPr>
        <p:spPr>
          <a:xfrm>
            <a:off x="83372" y="4542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13F0BC3A-8BFF-468A-9E5C-29FF4D67A07C}"/>
              </a:ext>
            </a:extLst>
          </p:cNvPr>
          <p:cNvSpPr/>
          <p:nvPr/>
        </p:nvSpPr>
        <p:spPr>
          <a:xfrm>
            <a:off x="83372" y="40989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285D9E3-21E1-461A-A9DD-D70ED6FE69CC}"/>
              </a:ext>
            </a:extLst>
          </p:cNvPr>
          <p:cNvSpPr/>
          <p:nvPr/>
        </p:nvSpPr>
        <p:spPr>
          <a:xfrm>
            <a:off x="81987" y="87175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BF1025A9-AD6D-4DEE-AC3A-F930EF979EDD}"/>
              </a:ext>
            </a:extLst>
          </p:cNvPr>
          <p:cNvSpPr/>
          <p:nvPr/>
        </p:nvSpPr>
        <p:spPr>
          <a:xfrm>
            <a:off x="85439" y="122082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A3B44BC3-524A-46D7-B953-6111CE71F626}"/>
              </a:ext>
            </a:extLst>
          </p:cNvPr>
          <p:cNvSpPr/>
          <p:nvPr/>
        </p:nvSpPr>
        <p:spPr>
          <a:xfrm>
            <a:off x="917695" y="5346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97AC233D-47EA-4B57-B4C5-F46D0E3DC81D}"/>
              </a:ext>
            </a:extLst>
          </p:cNvPr>
          <p:cNvSpPr/>
          <p:nvPr/>
        </p:nvSpPr>
        <p:spPr>
          <a:xfrm>
            <a:off x="910432" y="41178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99F0EFF8-896D-4B13-B64A-DCCFC7F9AFF9}"/>
              </a:ext>
            </a:extLst>
          </p:cNvPr>
          <p:cNvSpPr/>
          <p:nvPr/>
        </p:nvSpPr>
        <p:spPr>
          <a:xfrm>
            <a:off x="917695" y="85602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8A6F608-AF18-4488-9F1A-4609D396C082}"/>
              </a:ext>
            </a:extLst>
          </p:cNvPr>
          <p:cNvSpPr/>
          <p:nvPr/>
        </p:nvSpPr>
        <p:spPr>
          <a:xfrm>
            <a:off x="913552" y="120903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D2223B7-8D73-4D97-A85D-CD20536F3738}"/>
              </a:ext>
            </a:extLst>
          </p:cNvPr>
          <p:cNvSpPr/>
          <p:nvPr/>
        </p:nvSpPr>
        <p:spPr>
          <a:xfrm>
            <a:off x="3372032" y="1685017"/>
            <a:ext cx="692662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7C76AC4-15AF-4B76-B8A3-DD81302BE46C}"/>
              </a:ext>
            </a:extLst>
          </p:cNvPr>
          <p:cNvSpPr/>
          <p:nvPr/>
        </p:nvSpPr>
        <p:spPr>
          <a:xfrm>
            <a:off x="1741635" y="4542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SPC11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66218B7A-651F-4C41-810A-2017697BB125}"/>
              </a:ext>
            </a:extLst>
          </p:cNvPr>
          <p:cNvSpPr/>
          <p:nvPr/>
        </p:nvSpPr>
        <p:spPr>
          <a:xfrm>
            <a:off x="1734372" y="40374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SPC10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AA73C05-6D75-4D39-88DC-DF49855871FB}"/>
              </a:ext>
            </a:extLst>
          </p:cNvPr>
          <p:cNvSpPr/>
          <p:nvPr/>
        </p:nvSpPr>
        <p:spPr>
          <a:xfrm>
            <a:off x="1741635" y="84799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SPC9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7A61D9F3-5C53-4F4A-B2A1-39DFE8A96804}"/>
              </a:ext>
            </a:extLst>
          </p:cNvPr>
          <p:cNvSpPr/>
          <p:nvPr/>
        </p:nvSpPr>
        <p:spPr>
          <a:xfrm>
            <a:off x="1737492" y="120099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SPC8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A1BACD18-3914-4D02-B642-C2BF0CC2714B}"/>
              </a:ext>
            </a:extLst>
          </p:cNvPr>
          <p:cNvSpPr/>
          <p:nvPr/>
        </p:nvSpPr>
        <p:spPr>
          <a:xfrm>
            <a:off x="2583221" y="4486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SPC15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DF4C2C6-E93A-4307-AA47-6DD84E0FF47C}"/>
              </a:ext>
            </a:extLst>
          </p:cNvPr>
          <p:cNvSpPr/>
          <p:nvPr/>
        </p:nvSpPr>
        <p:spPr>
          <a:xfrm>
            <a:off x="2575958" y="403188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SPC14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0D8EEB9-6973-4D2C-86C7-5ABC92BA7452}"/>
              </a:ext>
            </a:extLst>
          </p:cNvPr>
          <p:cNvSpPr/>
          <p:nvPr/>
        </p:nvSpPr>
        <p:spPr>
          <a:xfrm>
            <a:off x="2583221" y="84743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SPC13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2AFC86E-31F5-433A-8525-51C4A4F08313}"/>
              </a:ext>
            </a:extLst>
          </p:cNvPr>
          <p:cNvSpPr/>
          <p:nvPr/>
        </p:nvSpPr>
        <p:spPr>
          <a:xfrm>
            <a:off x="2579078" y="120043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SPC12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8334877A-2C02-4148-B52B-D7926B40A65A}"/>
              </a:ext>
            </a:extLst>
          </p:cNvPr>
          <p:cNvSpPr txBox="1"/>
          <p:nvPr/>
        </p:nvSpPr>
        <p:spPr>
          <a:xfrm>
            <a:off x="1270015" y="1639669"/>
            <a:ext cx="1992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SPCs in each group read the same Tensor with the same coordinate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F93A8-7EBB-6E53-1B21-39B82CDEF7ED}"/>
              </a:ext>
            </a:extLst>
          </p:cNvPr>
          <p:cNvSpPr/>
          <p:nvPr/>
        </p:nvSpPr>
        <p:spPr>
          <a:xfrm>
            <a:off x="28606" y="0"/>
            <a:ext cx="3234092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9C993-80FE-D589-C987-E0178E637890}"/>
              </a:ext>
            </a:extLst>
          </p:cNvPr>
          <p:cNvSpPr txBox="1"/>
          <p:nvPr/>
        </p:nvSpPr>
        <p:spPr>
          <a:xfrm>
            <a:off x="3317464" y="4787"/>
            <a:ext cx="106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UMA16 Group 1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6B124-7E3B-3C18-6EF2-7EE24DFAF9EF}"/>
              </a:ext>
            </a:extLst>
          </p:cNvPr>
          <p:cNvSpPr txBox="1"/>
          <p:nvPr/>
        </p:nvSpPr>
        <p:spPr>
          <a:xfrm>
            <a:off x="3328329" y="802967"/>
            <a:ext cx="106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UMA16 Group 2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E50B6-1128-6781-66C4-0FCBB3F94162}"/>
              </a:ext>
            </a:extLst>
          </p:cNvPr>
          <p:cNvSpPr txBox="1"/>
          <p:nvPr/>
        </p:nvSpPr>
        <p:spPr>
          <a:xfrm>
            <a:off x="3246461" y="1948638"/>
            <a:ext cx="1636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E19198-4901-E722-054F-320589FE3AB0}"/>
              </a:ext>
            </a:extLst>
          </p:cNvPr>
          <p:cNvSpPr/>
          <p:nvPr/>
        </p:nvSpPr>
        <p:spPr>
          <a:xfrm>
            <a:off x="4064694" y="1685017"/>
            <a:ext cx="692662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6B82E9-70AB-FF0F-436A-740B1FA96ABD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3262698" y="376763"/>
            <a:ext cx="1148327" cy="13082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288AE5E-F769-6B86-AF32-6EBE5C20E86B}"/>
              </a:ext>
            </a:extLst>
          </p:cNvPr>
          <p:cNvCxnSpPr>
            <a:cxnSpLocks/>
            <a:endCxn id="321" idx="0"/>
          </p:cNvCxnSpPr>
          <p:nvPr/>
        </p:nvCxnSpPr>
        <p:spPr>
          <a:xfrm>
            <a:off x="3252618" y="1183748"/>
            <a:ext cx="465745" cy="5012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ECE3C8A-7AA7-B07A-043D-461AEF573BF6}"/>
              </a:ext>
            </a:extLst>
          </p:cNvPr>
          <p:cNvSpPr/>
          <p:nvPr/>
        </p:nvSpPr>
        <p:spPr>
          <a:xfrm>
            <a:off x="18526" y="806985"/>
            <a:ext cx="3234092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41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17</cp:revision>
  <dcterms:created xsi:type="dcterms:W3CDTF">2020-03-18T02:10:58Z</dcterms:created>
  <dcterms:modified xsi:type="dcterms:W3CDTF">2023-07-13T21:37:21Z</dcterms:modified>
</cp:coreProperties>
</file>