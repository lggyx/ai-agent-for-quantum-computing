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12" r:id="rId1"/>
  </p:sldMasterIdLst>
  <p:notesMasterIdLst>
    <p:notesMasterId r:id="rId3"/>
  </p:notesMasterIdLst>
  <p:sldIdLst>
    <p:sldId id="256" r:id="rId2"/>
  </p:sldIdLst>
  <p:sldSz cx="3657600" cy="365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24" autoAdjust="0"/>
    <p:restoredTop sz="93758" autoAdjust="0"/>
  </p:normalViewPr>
  <p:slideViewPr>
    <p:cSldViewPr snapToGrid="0">
      <p:cViewPr varScale="1">
        <p:scale>
          <a:sx n="285" d="100"/>
          <a:sy n="285" d="100"/>
        </p:scale>
        <p:origin x="3918" y="222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BCA26-2497-4D2F-9571-A0C997A43EAA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3C6A1-93D1-4A18-811B-789C522BA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18951" rtl="0" eaLnBrk="1" latinLnBrk="0" hangingPunct="1">
      <a:defRPr sz="2387" kern="1200">
        <a:solidFill>
          <a:schemeClr val="tx1"/>
        </a:solidFill>
        <a:latin typeface="+mn-lt"/>
        <a:ea typeface="+mn-ea"/>
        <a:cs typeface="+mn-cs"/>
      </a:defRPr>
    </a:lvl1pPr>
    <a:lvl2pPr marL="909475" algn="l" defTabSz="1818951" rtl="0" eaLnBrk="1" latinLnBrk="0" hangingPunct="1">
      <a:defRPr sz="2387" kern="1200">
        <a:solidFill>
          <a:schemeClr val="tx1"/>
        </a:solidFill>
        <a:latin typeface="+mn-lt"/>
        <a:ea typeface="+mn-ea"/>
        <a:cs typeface="+mn-cs"/>
      </a:defRPr>
    </a:lvl2pPr>
    <a:lvl3pPr marL="1818951" algn="l" defTabSz="1818951" rtl="0" eaLnBrk="1" latinLnBrk="0" hangingPunct="1">
      <a:defRPr sz="2387" kern="1200">
        <a:solidFill>
          <a:schemeClr val="tx1"/>
        </a:solidFill>
        <a:latin typeface="+mn-lt"/>
        <a:ea typeface="+mn-ea"/>
        <a:cs typeface="+mn-cs"/>
      </a:defRPr>
    </a:lvl3pPr>
    <a:lvl4pPr marL="2728428" algn="l" defTabSz="1818951" rtl="0" eaLnBrk="1" latinLnBrk="0" hangingPunct="1">
      <a:defRPr sz="2387" kern="1200">
        <a:solidFill>
          <a:schemeClr val="tx1"/>
        </a:solidFill>
        <a:latin typeface="+mn-lt"/>
        <a:ea typeface="+mn-ea"/>
        <a:cs typeface="+mn-cs"/>
      </a:defRPr>
    </a:lvl4pPr>
    <a:lvl5pPr marL="3637904" algn="l" defTabSz="1818951" rtl="0" eaLnBrk="1" latinLnBrk="0" hangingPunct="1">
      <a:defRPr sz="2387" kern="1200">
        <a:solidFill>
          <a:schemeClr val="tx1"/>
        </a:solidFill>
        <a:latin typeface="+mn-lt"/>
        <a:ea typeface="+mn-ea"/>
        <a:cs typeface="+mn-cs"/>
      </a:defRPr>
    </a:lvl5pPr>
    <a:lvl6pPr marL="4547379" algn="l" defTabSz="1818951" rtl="0" eaLnBrk="1" latinLnBrk="0" hangingPunct="1">
      <a:defRPr sz="2387" kern="1200">
        <a:solidFill>
          <a:schemeClr val="tx1"/>
        </a:solidFill>
        <a:latin typeface="+mn-lt"/>
        <a:ea typeface="+mn-ea"/>
        <a:cs typeface="+mn-cs"/>
      </a:defRPr>
    </a:lvl6pPr>
    <a:lvl7pPr marL="5456855" algn="l" defTabSz="1818951" rtl="0" eaLnBrk="1" latinLnBrk="0" hangingPunct="1">
      <a:defRPr sz="2387" kern="1200">
        <a:solidFill>
          <a:schemeClr val="tx1"/>
        </a:solidFill>
        <a:latin typeface="+mn-lt"/>
        <a:ea typeface="+mn-ea"/>
        <a:cs typeface="+mn-cs"/>
      </a:defRPr>
    </a:lvl7pPr>
    <a:lvl8pPr marL="6366331" algn="l" defTabSz="1818951" rtl="0" eaLnBrk="1" latinLnBrk="0" hangingPunct="1">
      <a:defRPr sz="2387" kern="1200">
        <a:solidFill>
          <a:schemeClr val="tx1"/>
        </a:solidFill>
        <a:latin typeface="+mn-lt"/>
        <a:ea typeface="+mn-ea"/>
        <a:cs typeface="+mn-cs"/>
      </a:defRPr>
    </a:lvl8pPr>
    <a:lvl9pPr marL="7275807" algn="l" defTabSz="1818951" rtl="0" eaLnBrk="1" latinLnBrk="0" hangingPunct="1">
      <a:defRPr sz="238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3C6A1-93D1-4A18-811B-789C522BAA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89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" y="598593"/>
            <a:ext cx="3108960" cy="1273387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921087"/>
            <a:ext cx="2743200" cy="883073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047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096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" y="911861"/>
            <a:ext cx="3154680" cy="152146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" y="2447714"/>
            <a:ext cx="3154680" cy="800100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/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015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" y="973666"/>
            <a:ext cx="1554480" cy="2320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" y="973666"/>
            <a:ext cx="1554480" cy="2320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18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" y="194734"/>
            <a:ext cx="3154680" cy="7069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7" y="896620"/>
            <a:ext cx="1547336" cy="439420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7" y="1336040"/>
            <a:ext cx="1547336" cy="19651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" y="896620"/>
            <a:ext cx="1554956" cy="439420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" y="1336040"/>
            <a:ext cx="1554956" cy="19651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127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24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478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243840"/>
            <a:ext cx="1179671" cy="85344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" y="526627"/>
            <a:ext cx="1851660" cy="2599267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1097280"/>
            <a:ext cx="1179671" cy="2032847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762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243840"/>
            <a:ext cx="1179671" cy="85344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" y="526627"/>
            <a:ext cx="1851660" cy="2599267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1097280"/>
            <a:ext cx="1179671" cy="2032847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281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39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" y="194733"/>
            <a:ext cx="788670" cy="309964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" y="194733"/>
            <a:ext cx="2320290" cy="309964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213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" y="194734"/>
            <a:ext cx="3154680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" y="973666"/>
            <a:ext cx="3154680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" y="3390054"/>
            <a:ext cx="82296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" y="3390054"/>
            <a:ext cx="123444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" y="3390054"/>
            <a:ext cx="82296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13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3" r:id="rId1"/>
    <p:sldLayoutId id="2147484214" r:id="rId2"/>
    <p:sldLayoutId id="2147484215" r:id="rId3"/>
    <p:sldLayoutId id="2147484216" r:id="rId4"/>
    <p:sldLayoutId id="2147484217" r:id="rId5"/>
    <p:sldLayoutId id="2147484218" r:id="rId6"/>
    <p:sldLayoutId id="2147484219" r:id="rId7"/>
    <p:sldLayoutId id="2147484220" r:id="rId8"/>
    <p:sldLayoutId id="2147484221" r:id="rId9"/>
    <p:sldLayoutId id="2147484222" r:id="rId10"/>
    <p:sldLayoutId id="2147484223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B14C7A6-DDC9-4D8A-1578-C95918FEC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" y="152400"/>
            <a:ext cx="329565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1690</TotalTime>
  <Words>1</Words>
  <Application>Microsoft Office PowerPoint</Application>
  <PresentationFormat>自定义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Xi Zhang(张熙-Peter)</cp:lastModifiedBy>
  <cp:revision>50</cp:revision>
  <dcterms:created xsi:type="dcterms:W3CDTF">2020-03-18T02:10:58Z</dcterms:created>
  <dcterms:modified xsi:type="dcterms:W3CDTF">2023-09-01T08:54:24Z</dcterms:modified>
</cp:coreProperties>
</file>