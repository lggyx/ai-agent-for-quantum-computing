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6" r:id="rId1"/>
  </p:sldMasterIdLst>
  <p:notesMasterIdLst>
    <p:notesMasterId r:id="rId3"/>
  </p:notesMasterIdLst>
  <p:sldIdLst>
    <p:sldId id="256" r:id="rId2"/>
  </p:sldIdLst>
  <p:sldSz cx="6035675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350" y="234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4238" y="1143000"/>
            <a:ext cx="5089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4238" y="1143000"/>
            <a:ext cx="50895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460" y="598593"/>
            <a:ext cx="4526756" cy="1273387"/>
          </a:xfrm>
        </p:spPr>
        <p:txBody>
          <a:bodyPr anchor="b"/>
          <a:lstStyle>
            <a:lvl1pPr algn="ctr">
              <a:defRPr sz="29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1921087"/>
            <a:ext cx="4526756" cy="883073"/>
          </a:xfrm>
        </p:spPr>
        <p:txBody>
          <a:bodyPr/>
          <a:lstStyle>
            <a:lvl1pPr marL="0" indent="0" algn="ctr">
              <a:buNone/>
              <a:defRPr sz="1188"/>
            </a:lvl1pPr>
            <a:lvl2pPr marL="226360" indent="0" algn="ctr">
              <a:buNone/>
              <a:defRPr sz="990"/>
            </a:lvl2pPr>
            <a:lvl3pPr marL="452719" indent="0" algn="ctr">
              <a:buNone/>
              <a:defRPr sz="891"/>
            </a:lvl3pPr>
            <a:lvl4pPr marL="679079" indent="0" algn="ctr">
              <a:buNone/>
              <a:defRPr sz="792"/>
            </a:lvl4pPr>
            <a:lvl5pPr marL="905439" indent="0" algn="ctr">
              <a:buNone/>
              <a:defRPr sz="792"/>
            </a:lvl5pPr>
            <a:lvl6pPr marL="1131799" indent="0" algn="ctr">
              <a:buNone/>
              <a:defRPr sz="792"/>
            </a:lvl6pPr>
            <a:lvl7pPr marL="1358158" indent="0" algn="ctr">
              <a:buNone/>
              <a:defRPr sz="792"/>
            </a:lvl7pPr>
            <a:lvl8pPr marL="1584518" indent="0" algn="ctr">
              <a:buNone/>
              <a:defRPr sz="792"/>
            </a:lvl8pPr>
            <a:lvl9pPr marL="1810878" indent="0" algn="ctr">
              <a:buNone/>
              <a:defRPr sz="7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1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0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911860"/>
            <a:ext cx="5205770" cy="1521460"/>
          </a:xfrm>
        </p:spPr>
        <p:txBody>
          <a:bodyPr anchor="b"/>
          <a:lstStyle>
            <a:lvl1pPr>
              <a:defRPr sz="297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2447714"/>
            <a:ext cx="5205770" cy="800100"/>
          </a:xfrm>
        </p:spPr>
        <p:txBody>
          <a:bodyPr/>
          <a:lstStyle>
            <a:lvl1pPr marL="0" indent="0">
              <a:buNone/>
              <a:defRPr sz="1188">
                <a:solidFill>
                  <a:schemeClr val="tx1">
                    <a:tint val="75000"/>
                  </a:schemeClr>
                </a:solidFill>
              </a:defRPr>
            </a:lvl1pPr>
            <a:lvl2pPr marL="22636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2pPr>
            <a:lvl3pPr marL="452719" indent="0">
              <a:buNone/>
              <a:defRPr sz="891">
                <a:solidFill>
                  <a:schemeClr val="tx1">
                    <a:tint val="75000"/>
                  </a:schemeClr>
                </a:solidFill>
              </a:defRPr>
            </a:lvl3pPr>
            <a:lvl4pPr marL="67907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4pPr>
            <a:lvl5pPr marL="90543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5pPr>
            <a:lvl6pPr marL="1131799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6pPr>
            <a:lvl7pPr marL="135815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7pPr>
            <a:lvl8pPr marL="158451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8pPr>
            <a:lvl9pPr marL="1810878" indent="0">
              <a:buNone/>
              <a:defRPr sz="7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8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973666"/>
            <a:ext cx="2565162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973666"/>
            <a:ext cx="2565162" cy="2320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3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94734"/>
            <a:ext cx="5205770" cy="706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896620"/>
            <a:ext cx="2553373" cy="439420"/>
          </a:xfrm>
        </p:spPr>
        <p:txBody>
          <a:bodyPr anchor="b"/>
          <a:lstStyle>
            <a:lvl1pPr marL="0" indent="0">
              <a:buNone/>
              <a:defRPr sz="1188" b="1"/>
            </a:lvl1pPr>
            <a:lvl2pPr marL="226360" indent="0">
              <a:buNone/>
              <a:defRPr sz="990" b="1"/>
            </a:lvl2pPr>
            <a:lvl3pPr marL="452719" indent="0">
              <a:buNone/>
              <a:defRPr sz="891" b="1"/>
            </a:lvl3pPr>
            <a:lvl4pPr marL="679079" indent="0">
              <a:buNone/>
              <a:defRPr sz="792" b="1"/>
            </a:lvl4pPr>
            <a:lvl5pPr marL="905439" indent="0">
              <a:buNone/>
              <a:defRPr sz="792" b="1"/>
            </a:lvl5pPr>
            <a:lvl6pPr marL="1131799" indent="0">
              <a:buNone/>
              <a:defRPr sz="792" b="1"/>
            </a:lvl6pPr>
            <a:lvl7pPr marL="1358158" indent="0">
              <a:buNone/>
              <a:defRPr sz="792" b="1"/>
            </a:lvl7pPr>
            <a:lvl8pPr marL="1584518" indent="0">
              <a:buNone/>
              <a:defRPr sz="792" b="1"/>
            </a:lvl8pPr>
            <a:lvl9pPr marL="1810878" indent="0">
              <a:buNone/>
              <a:defRPr sz="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1336040"/>
            <a:ext cx="2553373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0" y="896620"/>
            <a:ext cx="2565948" cy="439420"/>
          </a:xfrm>
        </p:spPr>
        <p:txBody>
          <a:bodyPr anchor="b"/>
          <a:lstStyle>
            <a:lvl1pPr marL="0" indent="0">
              <a:buNone/>
              <a:defRPr sz="1188" b="1"/>
            </a:lvl1pPr>
            <a:lvl2pPr marL="226360" indent="0">
              <a:buNone/>
              <a:defRPr sz="990" b="1"/>
            </a:lvl2pPr>
            <a:lvl3pPr marL="452719" indent="0">
              <a:buNone/>
              <a:defRPr sz="891" b="1"/>
            </a:lvl3pPr>
            <a:lvl4pPr marL="679079" indent="0">
              <a:buNone/>
              <a:defRPr sz="792" b="1"/>
            </a:lvl4pPr>
            <a:lvl5pPr marL="905439" indent="0">
              <a:buNone/>
              <a:defRPr sz="792" b="1"/>
            </a:lvl5pPr>
            <a:lvl6pPr marL="1131799" indent="0">
              <a:buNone/>
              <a:defRPr sz="792" b="1"/>
            </a:lvl6pPr>
            <a:lvl7pPr marL="1358158" indent="0">
              <a:buNone/>
              <a:defRPr sz="792" b="1"/>
            </a:lvl7pPr>
            <a:lvl8pPr marL="1584518" indent="0">
              <a:buNone/>
              <a:defRPr sz="792" b="1"/>
            </a:lvl8pPr>
            <a:lvl9pPr marL="1810878" indent="0">
              <a:buNone/>
              <a:defRPr sz="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0" y="1336040"/>
            <a:ext cx="2565948" cy="19651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1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8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43840"/>
            <a:ext cx="1946662" cy="853440"/>
          </a:xfrm>
        </p:spPr>
        <p:txBody>
          <a:bodyPr anchor="b"/>
          <a:lstStyle>
            <a:lvl1pPr>
              <a:defRPr sz="1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526627"/>
            <a:ext cx="3055560" cy="2599267"/>
          </a:xfrm>
        </p:spPr>
        <p:txBody>
          <a:bodyPr/>
          <a:lstStyle>
            <a:lvl1pPr>
              <a:defRPr sz="1584"/>
            </a:lvl1pPr>
            <a:lvl2pPr>
              <a:defRPr sz="1386"/>
            </a:lvl2pPr>
            <a:lvl3pPr>
              <a:defRPr sz="1188"/>
            </a:lvl3pPr>
            <a:lvl4pPr>
              <a:defRPr sz="990"/>
            </a:lvl4pPr>
            <a:lvl5pPr>
              <a:defRPr sz="990"/>
            </a:lvl5pPr>
            <a:lvl6pPr>
              <a:defRPr sz="990"/>
            </a:lvl6pPr>
            <a:lvl7pPr>
              <a:defRPr sz="990"/>
            </a:lvl7pPr>
            <a:lvl8pPr>
              <a:defRPr sz="990"/>
            </a:lvl8pPr>
            <a:lvl9pPr>
              <a:defRPr sz="9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097280"/>
            <a:ext cx="1946662" cy="2032847"/>
          </a:xfrm>
        </p:spPr>
        <p:txBody>
          <a:bodyPr/>
          <a:lstStyle>
            <a:lvl1pPr marL="0" indent="0">
              <a:buNone/>
              <a:defRPr sz="792"/>
            </a:lvl1pPr>
            <a:lvl2pPr marL="226360" indent="0">
              <a:buNone/>
              <a:defRPr sz="693"/>
            </a:lvl2pPr>
            <a:lvl3pPr marL="452719" indent="0">
              <a:buNone/>
              <a:defRPr sz="594"/>
            </a:lvl3pPr>
            <a:lvl4pPr marL="679079" indent="0">
              <a:buNone/>
              <a:defRPr sz="495"/>
            </a:lvl4pPr>
            <a:lvl5pPr marL="905439" indent="0">
              <a:buNone/>
              <a:defRPr sz="495"/>
            </a:lvl5pPr>
            <a:lvl6pPr marL="1131799" indent="0">
              <a:buNone/>
              <a:defRPr sz="495"/>
            </a:lvl6pPr>
            <a:lvl7pPr marL="1358158" indent="0">
              <a:buNone/>
              <a:defRPr sz="495"/>
            </a:lvl7pPr>
            <a:lvl8pPr marL="1584518" indent="0">
              <a:buNone/>
              <a:defRPr sz="495"/>
            </a:lvl8pPr>
            <a:lvl9pPr marL="1810878" indent="0">
              <a:buNone/>
              <a:defRPr sz="4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4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243840"/>
            <a:ext cx="1946662" cy="853440"/>
          </a:xfrm>
        </p:spPr>
        <p:txBody>
          <a:bodyPr anchor="b"/>
          <a:lstStyle>
            <a:lvl1pPr>
              <a:defRPr sz="15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526627"/>
            <a:ext cx="3055560" cy="2599267"/>
          </a:xfrm>
        </p:spPr>
        <p:txBody>
          <a:bodyPr anchor="t"/>
          <a:lstStyle>
            <a:lvl1pPr marL="0" indent="0">
              <a:buNone/>
              <a:defRPr sz="1584"/>
            </a:lvl1pPr>
            <a:lvl2pPr marL="226360" indent="0">
              <a:buNone/>
              <a:defRPr sz="1386"/>
            </a:lvl2pPr>
            <a:lvl3pPr marL="452719" indent="0">
              <a:buNone/>
              <a:defRPr sz="1188"/>
            </a:lvl3pPr>
            <a:lvl4pPr marL="679079" indent="0">
              <a:buNone/>
              <a:defRPr sz="990"/>
            </a:lvl4pPr>
            <a:lvl5pPr marL="905439" indent="0">
              <a:buNone/>
              <a:defRPr sz="990"/>
            </a:lvl5pPr>
            <a:lvl6pPr marL="1131799" indent="0">
              <a:buNone/>
              <a:defRPr sz="990"/>
            </a:lvl6pPr>
            <a:lvl7pPr marL="1358158" indent="0">
              <a:buNone/>
              <a:defRPr sz="990"/>
            </a:lvl7pPr>
            <a:lvl8pPr marL="1584518" indent="0">
              <a:buNone/>
              <a:defRPr sz="990"/>
            </a:lvl8pPr>
            <a:lvl9pPr marL="1810878" indent="0">
              <a:buNone/>
              <a:defRPr sz="9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1097280"/>
            <a:ext cx="1946662" cy="2032847"/>
          </a:xfrm>
        </p:spPr>
        <p:txBody>
          <a:bodyPr/>
          <a:lstStyle>
            <a:lvl1pPr marL="0" indent="0">
              <a:buNone/>
              <a:defRPr sz="792"/>
            </a:lvl1pPr>
            <a:lvl2pPr marL="226360" indent="0">
              <a:buNone/>
              <a:defRPr sz="693"/>
            </a:lvl2pPr>
            <a:lvl3pPr marL="452719" indent="0">
              <a:buNone/>
              <a:defRPr sz="594"/>
            </a:lvl3pPr>
            <a:lvl4pPr marL="679079" indent="0">
              <a:buNone/>
              <a:defRPr sz="495"/>
            </a:lvl4pPr>
            <a:lvl5pPr marL="905439" indent="0">
              <a:buNone/>
              <a:defRPr sz="495"/>
            </a:lvl5pPr>
            <a:lvl6pPr marL="1131799" indent="0">
              <a:buNone/>
              <a:defRPr sz="495"/>
            </a:lvl6pPr>
            <a:lvl7pPr marL="1358158" indent="0">
              <a:buNone/>
              <a:defRPr sz="495"/>
            </a:lvl7pPr>
            <a:lvl8pPr marL="1584518" indent="0">
              <a:buNone/>
              <a:defRPr sz="495"/>
            </a:lvl8pPr>
            <a:lvl9pPr marL="1810878" indent="0">
              <a:buNone/>
              <a:defRPr sz="4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4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194733"/>
            <a:ext cx="1301442" cy="30996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194733"/>
            <a:ext cx="3828881" cy="30996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2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194734"/>
            <a:ext cx="520577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973666"/>
            <a:ext cx="520577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3390054"/>
            <a:ext cx="135802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3390054"/>
            <a:ext cx="20370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3390054"/>
            <a:ext cx="1358027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9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txStyles>
    <p:titleStyle>
      <a:lvl1pPr algn="l" defTabSz="452719" rtl="0" eaLnBrk="1" latinLnBrk="0" hangingPunct="1">
        <a:lnSpc>
          <a:spcPct val="90000"/>
        </a:lnSpc>
        <a:spcBef>
          <a:spcPct val="0"/>
        </a:spcBef>
        <a:buNone/>
        <a:defRPr sz="21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180" indent="-113180" algn="l" defTabSz="452719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1pPr>
      <a:lvl2pPr marL="339540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1188" kern="1200">
          <a:solidFill>
            <a:schemeClr val="tx1"/>
          </a:solidFill>
          <a:latin typeface="+mn-lt"/>
          <a:ea typeface="+mn-ea"/>
          <a:cs typeface="+mn-cs"/>
        </a:defRPr>
      </a:lvl2pPr>
      <a:lvl3pPr marL="56589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990" kern="1200">
          <a:solidFill>
            <a:schemeClr val="tx1"/>
          </a:solidFill>
          <a:latin typeface="+mn-lt"/>
          <a:ea typeface="+mn-ea"/>
          <a:cs typeface="+mn-cs"/>
        </a:defRPr>
      </a:lvl3pPr>
      <a:lvl4pPr marL="79225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4pPr>
      <a:lvl5pPr marL="1018619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5pPr>
      <a:lvl6pPr marL="124497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6pPr>
      <a:lvl7pPr marL="147133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7pPr>
      <a:lvl8pPr marL="169769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8pPr>
      <a:lvl9pPr marL="1924058" indent="-113180" algn="l" defTabSz="452719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1pPr>
      <a:lvl2pPr marL="226360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2pPr>
      <a:lvl3pPr marL="45271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3pPr>
      <a:lvl4pPr marL="67907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4pPr>
      <a:lvl5pPr marL="90543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5pPr>
      <a:lvl6pPr marL="1131799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6pPr>
      <a:lvl7pPr marL="135815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7pPr>
      <a:lvl8pPr marL="158451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8pPr>
      <a:lvl9pPr marL="1810878" algn="l" defTabSz="452719" rtl="0" eaLnBrk="1" latinLnBrk="0" hangingPunct="1">
        <a:defRPr sz="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图片 88">
            <a:extLst>
              <a:ext uri="{FF2B5EF4-FFF2-40B4-BE49-F238E27FC236}">
                <a16:creationId xmlns:a16="http://schemas.microsoft.com/office/drawing/2014/main" id="{92ECEB70-BB6F-F16A-9602-A259B9587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5" y="252412"/>
            <a:ext cx="55721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1702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59</cp:revision>
  <dcterms:created xsi:type="dcterms:W3CDTF">2020-03-18T02:10:58Z</dcterms:created>
  <dcterms:modified xsi:type="dcterms:W3CDTF">2023-08-31T10:03:27Z</dcterms:modified>
</cp:coreProperties>
</file>