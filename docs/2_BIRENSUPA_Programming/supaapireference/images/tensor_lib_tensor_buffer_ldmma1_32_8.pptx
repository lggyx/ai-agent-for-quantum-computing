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notesMasterIdLst>
    <p:notesMasterId r:id="rId3"/>
  </p:notesMasterIdLst>
  <p:sldIdLst>
    <p:sldId id="256" r:id="rId2"/>
  </p:sldIdLst>
  <p:sldSz cx="5029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794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925" y="1143000"/>
            <a:ext cx="6788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925" y="1143000"/>
            <a:ext cx="6788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374121"/>
            <a:ext cx="37719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200679"/>
            <a:ext cx="37719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6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7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569913"/>
            <a:ext cx="4337685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1529821"/>
            <a:ext cx="4337685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38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608542"/>
            <a:ext cx="2137410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42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21709"/>
            <a:ext cx="4337685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560388"/>
            <a:ext cx="2127587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835025"/>
            <a:ext cx="2127587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560388"/>
            <a:ext cx="2138065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835025"/>
            <a:ext cx="2138065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329142"/>
            <a:ext cx="2546033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8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52400"/>
            <a:ext cx="1622048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329142"/>
            <a:ext cx="2546033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685800"/>
            <a:ext cx="1622048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2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35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" y="121709"/>
            <a:ext cx="1084421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" y="121709"/>
            <a:ext cx="3190399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9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21709"/>
            <a:ext cx="433768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608542"/>
            <a:ext cx="433768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2118784"/>
            <a:ext cx="169735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2118784"/>
            <a:ext cx="113157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5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>
            <a:extLst>
              <a:ext uri="{FF2B5EF4-FFF2-40B4-BE49-F238E27FC236}">
                <a16:creationId xmlns:a16="http://schemas.microsoft.com/office/drawing/2014/main" id="{071FB5BA-F8DA-11C6-4DFE-22703D19A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138112"/>
            <a:ext cx="47910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1694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51</cp:revision>
  <dcterms:created xsi:type="dcterms:W3CDTF">2020-03-18T02:10:58Z</dcterms:created>
  <dcterms:modified xsi:type="dcterms:W3CDTF">2023-08-31T09:55:13Z</dcterms:modified>
</cp:coreProperties>
</file>