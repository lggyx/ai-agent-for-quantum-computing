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28" r:id="rId1"/>
  </p:sldMasterIdLst>
  <p:notesMasterIdLst>
    <p:notesMasterId r:id="rId3"/>
  </p:notesMasterIdLst>
  <p:sldIdLst>
    <p:sldId id="256" r:id="rId2"/>
  </p:sldIdLst>
  <p:sldSz cx="54864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424" autoAdjust="0"/>
    <p:restoredTop sz="93758" autoAdjust="0"/>
  </p:normalViewPr>
  <p:slideViewPr>
    <p:cSldViewPr snapToGrid="0">
      <p:cViewPr>
        <p:scale>
          <a:sx n="100" d="100"/>
          <a:sy n="100" d="100"/>
        </p:scale>
        <p:origin x="4638" y="2058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BCA26-2497-4D2F-9571-A0C997A43EAA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77975" y="1143000"/>
            <a:ext cx="3702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F3C6A1-93D1-4A18-811B-789C522BA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98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941571" rtl="0" eaLnBrk="1" latinLnBrk="0" hangingPunct="1">
      <a:defRPr sz="5172" kern="1200">
        <a:solidFill>
          <a:schemeClr val="tx1"/>
        </a:solidFill>
        <a:latin typeface="+mn-lt"/>
        <a:ea typeface="+mn-ea"/>
        <a:cs typeface="+mn-cs"/>
      </a:defRPr>
    </a:lvl1pPr>
    <a:lvl2pPr marL="1970785" algn="l" defTabSz="3941571" rtl="0" eaLnBrk="1" latinLnBrk="0" hangingPunct="1">
      <a:defRPr sz="5172" kern="1200">
        <a:solidFill>
          <a:schemeClr val="tx1"/>
        </a:solidFill>
        <a:latin typeface="+mn-lt"/>
        <a:ea typeface="+mn-ea"/>
        <a:cs typeface="+mn-cs"/>
      </a:defRPr>
    </a:lvl2pPr>
    <a:lvl3pPr marL="3941571" algn="l" defTabSz="3941571" rtl="0" eaLnBrk="1" latinLnBrk="0" hangingPunct="1">
      <a:defRPr sz="5172" kern="1200">
        <a:solidFill>
          <a:schemeClr val="tx1"/>
        </a:solidFill>
        <a:latin typeface="+mn-lt"/>
        <a:ea typeface="+mn-ea"/>
        <a:cs typeface="+mn-cs"/>
      </a:defRPr>
    </a:lvl3pPr>
    <a:lvl4pPr marL="5912356" algn="l" defTabSz="3941571" rtl="0" eaLnBrk="1" latinLnBrk="0" hangingPunct="1">
      <a:defRPr sz="5172" kern="1200">
        <a:solidFill>
          <a:schemeClr val="tx1"/>
        </a:solidFill>
        <a:latin typeface="+mn-lt"/>
        <a:ea typeface="+mn-ea"/>
        <a:cs typeface="+mn-cs"/>
      </a:defRPr>
    </a:lvl4pPr>
    <a:lvl5pPr marL="7883145" algn="l" defTabSz="3941571" rtl="0" eaLnBrk="1" latinLnBrk="0" hangingPunct="1">
      <a:defRPr sz="5172" kern="1200">
        <a:solidFill>
          <a:schemeClr val="tx1"/>
        </a:solidFill>
        <a:latin typeface="+mn-lt"/>
        <a:ea typeface="+mn-ea"/>
        <a:cs typeface="+mn-cs"/>
      </a:defRPr>
    </a:lvl5pPr>
    <a:lvl6pPr marL="9853930" algn="l" defTabSz="3941571" rtl="0" eaLnBrk="1" latinLnBrk="0" hangingPunct="1">
      <a:defRPr sz="5172" kern="1200">
        <a:solidFill>
          <a:schemeClr val="tx1"/>
        </a:solidFill>
        <a:latin typeface="+mn-lt"/>
        <a:ea typeface="+mn-ea"/>
        <a:cs typeface="+mn-cs"/>
      </a:defRPr>
    </a:lvl6pPr>
    <a:lvl7pPr marL="11824716" algn="l" defTabSz="3941571" rtl="0" eaLnBrk="1" latinLnBrk="0" hangingPunct="1">
      <a:defRPr sz="5172" kern="1200">
        <a:solidFill>
          <a:schemeClr val="tx1"/>
        </a:solidFill>
        <a:latin typeface="+mn-lt"/>
        <a:ea typeface="+mn-ea"/>
        <a:cs typeface="+mn-cs"/>
      </a:defRPr>
    </a:lvl7pPr>
    <a:lvl8pPr marL="13795501" algn="l" defTabSz="3941571" rtl="0" eaLnBrk="1" latinLnBrk="0" hangingPunct="1">
      <a:defRPr sz="5172" kern="1200">
        <a:solidFill>
          <a:schemeClr val="tx1"/>
        </a:solidFill>
        <a:latin typeface="+mn-lt"/>
        <a:ea typeface="+mn-ea"/>
        <a:cs typeface="+mn-cs"/>
      </a:defRPr>
    </a:lvl8pPr>
    <a:lvl9pPr marL="15766288" algn="l" defTabSz="3941571" rtl="0" eaLnBrk="1" latinLnBrk="0" hangingPunct="1">
      <a:defRPr sz="517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577975" y="1143000"/>
            <a:ext cx="37020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F3C6A1-93D1-4A18-811B-789C522BAA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989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1480" y="748242"/>
            <a:ext cx="4663440" cy="1591733"/>
          </a:xfrm>
        </p:spPr>
        <p:txBody>
          <a:bodyPr anchor="b"/>
          <a:lstStyle>
            <a:lvl1pPr algn="ctr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401359"/>
            <a:ext cx="4114800" cy="1103841"/>
          </a:xfrm>
        </p:spPr>
        <p:txBody>
          <a:bodyPr/>
          <a:lstStyle>
            <a:lvl1pPr marL="0" indent="0" algn="ctr">
              <a:buNone/>
              <a:defRPr sz="1440"/>
            </a:lvl1pPr>
            <a:lvl2pPr marL="274320" indent="0" algn="ctr">
              <a:buNone/>
              <a:defRPr sz="1200"/>
            </a:lvl2pPr>
            <a:lvl3pPr marL="548640" indent="0" algn="ctr">
              <a:buNone/>
              <a:defRPr sz="1080"/>
            </a:lvl3pPr>
            <a:lvl4pPr marL="822960" indent="0" algn="ctr">
              <a:buNone/>
              <a:defRPr sz="960"/>
            </a:lvl4pPr>
            <a:lvl5pPr marL="1097280" indent="0" algn="ctr">
              <a:buNone/>
              <a:defRPr sz="960"/>
            </a:lvl5pPr>
            <a:lvl6pPr marL="1371600" indent="0" algn="ctr">
              <a:buNone/>
              <a:defRPr sz="960"/>
            </a:lvl6pPr>
            <a:lvl7pPr marL="1645920" indent="0" algn="ctr">
              <a:buNone/>
              <a:defRPr sz="960"/>
            </a:lvl7pPr>
            <a:lvl8pPr marL="1920240" indent="0" algn="ctr">
              <a:buNone/>
              <a:defRPr sz="960"/>
            </a:lvl8pPr>
            <a:lvl9pPr marL="2194560" indent="0" algn="ctr">
              <a:buNone/>
              <a:defRPr sz="96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929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939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333" y="1139826"/>
            <a:ext cx="4732020" cy="1901825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4333" y="3059643"/>
            <a:ext cx="4732020" cy="1000125"/>
          </a:xfrm>
        </p:spPr>
        <p:txBody>
          <a:bodyPr/>
          <a:lstStyle>
            <a:lvl1pPr marL="0" indent="0">
              <a:buNone/>
              <a:defRPr sz="1440">
                <a:solidFill>
                  <a:schemeClr val="tx1"/>
                </a:solidFill>
              </a:defRPr>
            </a:lvl1pPr>
            <a:lvl2pPr marL="27432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54864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82296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4pPr>
            <a:lvl5pPr marL="109728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5pPr>
            <a:lvl6pPr marL="137160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6pPr>
            <a:lvl7pPr marL="164592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7pPr>
            <a:lvl8pPr marL="192024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8pPr>
            <a:lvl9pPr marL="219456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395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7190" y="1217083"/>
            <a:ext cx="2331720" cy="290089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77490" y="1217083"/>
            <a:ext cx="2331720" cy="290089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381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243418"/>
            <a:ext cx="4732020" cy="88370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905" y="1120775"/>
            <a:ext cx="2321004" cy="549275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7905" y="1670050"/>
            <a:ext cx="2321004" cy="245639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77490" y="1120775"/>
            <a:ext cx="2332435" cy="549275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77490" y="1670050"/>
            <a:ext cx="2332435" cy="245639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558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344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567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304800"/>
            <a:ext cx="1769507" cy="106680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32435" y="658285"/>
            <a:ext cx="2777490" cy="3249083"/>
          </a:xfrm>
        </p:spPr>
        <p:txBody>
          <a:bodyPr/>
          <a:lstStyle>
            <a:lvl1pPr>
              <a:defRPr sz="1920"/>
            </a:lvl1pPr>
            <a:lvl2pPr>
              <a:defRPr sz="1680"/>
            </a:lvl2pPr>
            <a:lvl3pPr>
              <a:defRPr sz="144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1371600"/>
            <a:ext cx="1769507" cy="2541059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448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304800"/>
            <a:ext cx="1769507" cy="106680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32435" y="658285"/>
            <a:ext cx="2777490" cy="3249083"/>
          </a:xfrm>
        </p:spPr>
        <p:txBody>
          <a:bodyPr anchor="t"/>
          <a:lstStyle>
            <a:lvl1pPr marL="0" indent="0">
              <a:buNone/>
              <a:defRPr sz="1920"/>
            </a:lvl1pPr>
            <a:lvl2pPr marL="274320" indent="0">
              <a:buNone/>
              <a:defRPr sz="1680"/>
            </a:lvl2pPr>
            <a:lvl3pPr marL="548640" indent="0">
              <a:buNone/>
              <a:defRPr sz="1440"/>
            </a:lvl3pPr>
            <a:lvl4pPr marL="822960" indent="0">
              <a:buNone/>
              <a:defRPr sz="1200"/>
            </a:lvl4pPr>
            <a:lvl5pPr marL="1097280" indent="0">
              <a:buNone/>
              <a:defRPr sz="1200"/>
            </a:lvl5pPr>
            <a:lvl6pPr marL="1371600" indent="0">
              <a:buNone/>
              <a:defRPr sz="1200"/>
            </a:lvl6pPr>
            <a:lvl7pPr marL="1645920" indent="0">
              <a:buNone/>
              <a:defRPr sz="1200"/>
            </a:lvl7pPr>
            <a:lvl8pPr marL="1920240" indent="0">
              <a:buNone/>
              <a:defRPr sz="1200"/>
            </a:lvl8pPr>
            <a:lvl9pPr marL="2194560" indent="0">
              <a:buNone/>
              <a:defRPr sz="12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1371600"/>
            <a:ext cx="1769507" cy="2541059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343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681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926205" y="243417"/>
            <a:ext cx="1183005" cy="387455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7190" y="243417"/>
            <a:ext cx="3480435" cy="387455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22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7190" y="243418"/>
            <a:ext cx="473202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190" y="1217083"/>
            <a:ext cx="473202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7190" y="4237568"/>
            <a:ext cx="123444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17370" y="4237568"/>
            <a:ext cx="185166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74770" y="4237568"/>
            <a:ext cx="123444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31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29" r:id="rId1"/>
    <p:sldLayoutId id="2147484130" r:id="rId2"/>
    <p:sldLayoutId id="2147484131" r:id="rId3"/>
    <p:sldLayoutId id="2147484132" r:id="rId4"/>
    <p:sldLayoutId id="2147484133" r:id="rId5"/>
    <p:sldLayoutId id="2147484134" r:id="rId6"/>
    <p:sldLayoutId id="2147484135" r:id="rId7"/>
    <p:sldLayoutId id="2147484136" r:id="rId8"/>
    <p:sldLayoutId id="2147484137" r:id="rId9"/>
    <p:sldLayoutId id="2147484138" r:id="rId10"/>
    <p:sldLayoutId id="2147484139" r:id="rId11"/>
  </p:sldLayoutIdLst>
  <p:txStyles>
    <p:titleStyle>
      <a:lvl1pPr algn="l" defTabSz="548640" rtl="0" eaLnBrk="1" latinLnBrk="0" hangingPunct="1">
        <a:lnSpc>
          <a:spcPct val="90000"/>
        </a:lnSpc>
        <a:spcBef>
          <a:spcPct val="0"/>
        </a:spcBef>
        <a:buNone/>
        <a:defRPr sz="2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54864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1945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>
            <a:extLst>
              <a:ext uri="{FF2B5EF4-FFF2-40B4-BE49-F238E27FC236}">
                <a16:creationId xmlns:a16="http://schemas.microsoft.com/office/drawing/2014/main" id="{3968F16D-4D77-94A9-2986-CF66D7B64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85725"/>
            <a:ext cx="4800600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1686</TotalTime>
  <Words>1</Words>
  <Application>Microsoft Office PowerPoint</Application>
  <PresentationFormat>自定义</PresentationFormat>
  <Paragraphs>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Xi Zhang(张熙-Peter)</cp:lastModifiedBy>
  <cp:revision>45</cp:revision>
  <dcterms:created xsi:type="dcterms:W3CDTF">2020-03-18T02:10:58Z</dcterms:created>
  <dcterms:modified xsi:type="dcterms:W3CDTF">2023-08-31T09:47:05Z</dcterms:modified>
</cp:coreProperties>
</file>