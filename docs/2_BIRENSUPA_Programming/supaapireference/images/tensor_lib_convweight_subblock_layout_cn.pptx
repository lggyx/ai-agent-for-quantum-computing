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8504238" cy="6218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8" autoAdjust="0"/>
    <p:restoredTop sz="94660"/>
  </p:normalViewPr>
  <p:slideViewPr>
    <p:cSldViewPr snapToGrid="0">
      <p:cViewPr varScale="1">
        <p:scale>
          <a:sx n="172" d="100"/>
          <a:sy n="172" d="100"/>
        </p:scale>
        <p:origin x="17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7818" y="1017661"/>
            <a:ext cx="7228602" cy="2164868"/>
          </a:xfrm>
        </p:spPr>
        <p:txBody>
          <a:bodyPr anchor="b"/>
          <a:lstStyle>
            <a:lvl1pPr algn="ctr">
              <a:defRPr sz="5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30" y="3266015"/>
            <a:ext cx="6378179" cy="1501301"/>
          </a:xfrm>
        </p:spPr>
        <p:txBody>
          <a:bodyPr/>
          <a:lstStyle>
            <a:lvl1pPr marL="0" indent="0" algn="ctr">
              <a:buNone/>
              <a:defRPr sz="2176"/>
            </a:lvl1pPr>
            <a:lvl2pPr marL="414543" indent="0" algn="ctr">
              <a:buNone/>
              <a:defRPr sz="1813"/>
            </a:lvl2pPr>
            <a:lvl3pPr marL="829086" indent="0" algn="ctr">
              <a:buNone/>
              <a:defRPr sz="1632"/>
            </a:lvl3pPr>
            <a:lvl4pPr marL="1243630" indent="0" algn="ctr">
              <a:buNone/>
              <a:defRPr sz="1451"/>
            </a:lvl4pPr>
            <a:lvl5pPr marL="1658173" indent="0" algn="ctr">
              <a:buNone/>
              <a:defRPr sz="1451"/>
            </a:lvl5pPr>
            <a:lvl6pPr marL="2072716" indent="0" algn="ctr">
              <a:buNone/>
              <a:defRPr sz="1451"/>
            </a:lvl6pPr>
            <a:lvl7pPr marL="2487259" indent="0" algn="ctr">
              <a:buNone/>
              <a:defRPr sz="1451"/>
            </a:lvl7pPr>
            <a:lvl8pPr marL="2901803" indent="0" algn="ctr">
              <a:buNone/>
              <a:defRPr sz="1451"/>
            </a:lvl8pPr>
            <a:lvl9pPr marL="3316346" indent="0" algn="ctr">
              <a:buNone/>
              <a:defRPr sz="145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44DF-7107-4B0C-9D40-D87F607C78F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1E39-F9A0-4C1B-92A8-9BB9E441F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9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44DF-7107-4B0C-9D40-D87F607C78F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1E39-F9A0-4C1B-92A8-9BB9E441F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3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238" y="1550243"/>
            <a:ext cx="7334905" cy="2586614"/>
          </a:xfrm>
        </p:spPr>
        <p:txBody>
          <a:bodyPr anchor="b"/>
          <a:lstStyle>
            <a:lvl1pPr>
              <a:defRPr sz="5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0238" y="4161327"/>
            <a:ext cx="7334905" cy="1360239"/>
          </a:xfrm>
        </p:spPr>
        <p:txBody>
          <a:bodyPr/>
          <a:lstStyle>
            <a:lvl1pPr marL="0" indent="0">
              <a:buNone/>
              <a:defRPr sz="2176">
                <a:solidFill>
                  <a:schemeClr val="tx1"/>
                </a:solidFill>
              </a:defRPr>
            </a:lvl1pPr>
            <a:lvl2pPr marL="41454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2pPr>
            <a:lvl3pPr marL="829086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3pPr>
            <a:lvl4pPr marL="1243630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4pPr>
            <a:lvl5pPr marL="1658173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5pPr>
            <a:lvl6pPr marL="2072716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6pPr>
            <a:lvl7pPr marL="2487259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7pPr>
            <a:lvl8pPr marL="2901803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8pPr>
            <a:lvl9pPr marL="3316346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44DF-7107-4B0C-9D40-D87F607C78F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1E39-F9A0-4C1B-92A8-9BB9E441F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45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4666" y="1655318"/>
            <a:ext cx="3614301" cy="3945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5271" y="1655318"/>
            <a:ext cx="3614301" cy="3945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44DF-7107-4B0C-9D40-D87F607C78F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1E39-F9A0-4C1B-92A8-9BB9E441F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774" y="331065"/>
            <a:ext cx="7334905" cy="12019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75" y="1524332"/>
            <a:ext cx="3597691" cy="747052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43" indent="0">
              <a:buNone/>
              <a:defRPr sz="1813" b="1"/>
            </a:lvl2pPr>
            <a:lvl3pPr marL="829086" indent="0">
              <a:buNone/>
              <a:defRPr sz="1632" b="1"/>
            </a:lvl3pPr>
            <a:lvl4pPr marL="1243630" indent="0">
              <a:buNone/>
              <a:defRPr sz="1451" b="1"/>
            </a:lvl4pPr>
            <a:lvl5pPr marL="1658173" indent="0">
              <a:buNone/>
              <a:defRPr sz="1451" b="1"/>
            </a:lvl5pPr>
            <a:lvl6pPr marL="2072716" indent="0">
              <a:buNone/>
              <a:defRPr sz="1451" b="1"/>
            </a:lvl6pPr>
            <a:lvl7pPr marL="2487259" indent="0">
              <a:buNone/>
              <a:defRPr sz="1451" b="1"/>
            </a:lvl7pPr>
            <a:lvl8pPr marL="2901803" indent="0">
              <a:buNone/>
              <a:defRPr sz="1451" b="1"/>
            </a:lvl8pPr>
            <a:lvl9pPr marL="3316346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5775" y="2271384"/>
            <a:ext cx="3597691" cy="3340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5271" y="1524332"/>
            <a:ext cx="3615409" cy="747052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43" indent="0">
              <a:buNone/>
              <a:defRPr sz="1813" b="1"/>
            </a:lvl2pPr>
            <a:lvl3pPr marL="829086" indent="0">
              <a:buNone/>
              <a:defRPr sz="1632" b="1"/>
            </a:lvl3pPr>
            <a:lvl4pPr marL="1243630" indent="0">
              <a:buNone/>
              <a:defRPr sz="1451" b="1"/>
            </a:lvl4pPr>
            <a:lvl5pPr marL="1658173" indent="0">
              <a:buNone/>
              <a:defRPr sz="1451" b="1"/>
            </a:lvl5pPr>
            <a:lvl6pPr marL="2072716" indent="0">
              <a:buNone/>
              <a:defRPr sz="1451" b="1"/>
            </a:lvl6pPr>
            <a:lvl7pPr marL="2487259" indent="0">
              <a:buNone/>
              <a:defRPr sz="1451" b="1"/>
            </a:lvl7pPr>
            <a:lvl8pPr marL="2901803" indent="0">
              <a:buNone/>
              <a:defRPr sz="1451" b="1"/>
            </a:lvl8pPr>
            <a:lvl9pPr marL="3316346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5271" y="2271384"/>
            <a:ext cx="3615409" cy="3340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44DF-7107-4B0C-9D40-D87F607C78F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1E39-F9A0-4C1B-92A8-9BB9E441F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55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44DF-7107-4B0C-9D40-D87F607C78F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1E39-F9A0-4C1B-92A8-9BB9E441F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3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44DF-7107-4B0C-9D40-D87F607C78F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1E39-F9A0-4C1B-92A8-9BB9E441F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8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774" y="414549"/>
            <a:ext cx="2742838" cy="1450922"/>
          </a:xfrm>
        </p:spPr>
        <p:txBody>
          <a:bodyPr anchor="b"/>
          <a:lstStyle>
            <a:lvl1pPr>
              <a:defRPr sz="29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409" y="895313"/>
            <a:ext cx="4305270" cy="4418979"/>
          </a:xfrm>
        </p:spPr>
        <p:txBody>
          <a:bodyPr/>
          <a:lstStyle>
            <a:lvl1pPr>
              <a:defRPr sz="2901"/>
            </a:lvl1pPr>
            <a:lvl2pPr>
              <a:defRPr sz="2539"/>
            </a:lvl2pPr>
            <a:lvl3pPr>
              <a:defRPr sz="2176"/>
            </a:lvl3pPr>
            <a:lvl4pPr>
              <a:defRPr sz="1813"/>
            </a:lvl4pPr>
            <a:lvl5pPr>
              <a:defRPr sz="1813"/>
            </a:lvl5pPr>
            <a:lvl6pPr>
              <a:defRPr sz="1813"/>
            </a:lvl6pPr>
            <a:lvl7pPr>
              <a:defRPr sz="1813"/>
            </a:lvl7pPr>
            <a:lvl8pPr>
              <a:defRPr sz="1813"/>
            </a:lvl8pPr>
            <a:lvl9pPr>
              <a:defRPr sz="18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5774" y="1865471"/>
            <a:ext cx="2742838" cy="3456017"/>
          </a:xfrm>
        </p:spPr>
        <p:txBody>
          <a:bodyPr/>
          <a:lstStyle>
            <a:lvl1pPr marL="0" indent="0">
              <a:buNone/>
              <a:defRPr sz="1451"/>
            </a:lvl1pPr>
            <a:lvl2pPr marL="414543" indent="0">
              <a:buNone/>
              <a:defRPr sz="1269"/>
            </a:lvl2pPr>
            <a:lvl3pPr marL="829086" indent="0">
              <a:buNone/>
              <a:defRPr sz="1088"/>
            </a:lvl3pPr>
            <a:lvl4pPr marL="1243630" indent="0">
              <a:buNone/>
              <a:defRPr sz="907"/>
            </a:lvl4pPr>
            <a:lvl5pPr marL="1658173" indent="0">
              <a:buNone/>
              <a:defRPr sz="907"/>
            </a:lvl5pPr>
            <a:lvl6pPr marL="2072716" indent="0">
              <a:buNone/>
              <a:defRPr sz="907"/>
            </a:lvl6pPr>
            <a:lvl7pPr marL="2487259" indent="0">
              <a:buNone/>
              <a:defRPr sz="907"/>
            </a:lvl7pPr>
            <a:lvl8pPr marL="2901803" indent="0">
              <a:buNone/>
              <a:defRPr sz="907"/>
            </a:lvl8pPr>
            <a:lvl9pPr marL="3316346" indent="0">
              <a:buNone/>
              <a:defRPr sz="9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44DF-7107-4B0C-9D40-D87F607C78F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1E39-F9A0-4C1B-92A8-9BB9E441F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25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774" y="414549"/>
            <a:ext cx="2742838" cy="1450922"/>
          </a:xfrm>
        </p:spPr>
        <p:txBody>
          <a:bodyPr anchor="b"/>
          <a:lstStyle>
            <a:lvl1pPr>
              <a:defRPr sz="29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15409" y="895313"/>
            <a:ext cx="4305270" cy="4418979"/>
          </a:xfrm>
        </p:spPr>
        <p:txBody>
          <a:bodyPr anchor="t"/>
          <a:lstStyle>
            <a:lvl1pPr marL="0" indent="0">
              <a:buNone/>
              <a:defRPr sz="2901"/>
            </a:lvl1pPr>
            <a:lvl2pPr marL="414543" indent="0">
              <a:buNone/>
              <a:defRPr sz="2539"/>
            </a:lvl2pPr>
            <a:lvl3pPr marL="829086" indent="0">
              <a:buNone/>
              <a:defRPr sz="2176"/>
            </a:lvl3pPr>
            <a:lvl4pPr marL="1243630" indent="0">
              <a:buNone/>
              <a:defRPr sz="1813"/>
            </a:lvl4pPr>
            <a:lvl5pPr marL="1658173" indent="0">
              <a:buNone/>
              <a:defRPr sz="1813"/>
            </a:lvl5pPr>
            <a:lvl6pPr marL="2072716" indent="0">
              <a:buNone/>
              <a:defRPr sz="1813"/>
            </a:lvl6pPr>
            <a:lvl7pPr marL="2487259" indent="0">
              <a:buNone/>
              <a:defRPr sz="1813"/>
            </a:lvl7pPr>
            <a:lvl8pPr marL="2901803" indent="0">
              <a:buNone/>
              <a:defRPr sz="1813"/>
            </a:lvl8pPr>
            <a:lvl9pPr marL="3316346" indent="0">
              <a:buNone/>
              <a:defRPr sz="18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5774" y="1865471"/>
            <a:ext cx="2742838" cy="3456017"/>
          </a:xfrm>
        </p:spPr>
        <p:txBody>
          <a:bodyPr/>
          <a:lstStyle>
            <a:lvl1pPr marL="0" indent="0">
              <a:buNone/>
              <a:defRPr sz="1451"/>
            </a:lvl1pPr>
            <a:lvl2pPr marL="414543" indent="0">
              <a:buNone/>
              <a:defRPr sz="1269"/>
            </a:lvl2pPr>
            <a:lvl3pPr marL="829086" indent="0">
              <a:buNone/>
              <a:defRPr sz="1088"/>
            </a:lvl3pPr>
            <a:lvl4pPr marL="1243630" indent="0">
              <a:buNone/>
              <a:defRPr sz="907"/>
            </a:lvl4pPr>
            <a:lvl5pPr marL="1658173" indent="0">
              <a:buNone/>
              <a:defRPr sz="907"/>
            </a:lvl5pPr>
            <a:lvl6pPr marL="2072716" indent="0">
              <a:buNone/>
              <a:defRPr sz="907"/>
            </a:lvl6pPr>
            <a:lvl7pPr marL="2487259" indent="0">
              <a:buNone/>
              <a:defRPr sz="907"/>
            </a:lvl7pPr>
            <a:lvl8pPr marL="2901803" indent="0">
              <a:buNone/>
              <a:defRPr sz="907"/>
            </a:lvl8pPr>
            <a:lvl9pPr marL="3316346" indent="0">
              <a:buNone/>
              <a:defRPr sz="9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44DF-7107-4B0C-9D40-D87F607C78F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1E39-F9A0-4C1B-92A8-9BB9E441F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7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44DF-7107-4B0C-9D40-D87F607C78F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1E39-F9A0-4C1B-92A8-9BB9E441F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30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85846" y="331064"/>
            <a:ext cx="1833726" cy="52696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4667" y="331064"/>
            <a:ext cx="5394876" cy="52696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44DF-7107-4B0C-9D40-D87F607C78F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1E39-F9A0-4C1B-92A8-9BB9E441F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6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4667" y="331065"/>
            <a:ext cx="7334905" cy="12019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4667" y="1655318"/>
            <a:ext cx="7334905" cy="394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4666" y="5763387"/>
            <a:ext cx="1913454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844DF-7107-4B0C-9D40-D87F607C78F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7029" y="5763387"/>
            <a:ext cx="2870180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06118" y="5763387"/>
            <a:ext cx="1913454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81E39-F9A0-4C1B-92A8-9BB9E441F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31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9086" rtl="0" eaLnBrk="1" latinLnBrk="0" hangingPunct="1">
        <a:lnSpc>
          <a:spcPct val="90000"/>
        </a:lnSpc>
        <a:spcBef>
          <a:spcPct val="0"/>
        </a:spcBef>
        <a:buNone/>
        <a:defRPr sz="39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272" indent="-207272" algn="l" defTabSz="829086" rtl="0" eaLnBrk="1" latinLnBrk="0" hangingPunct="1">
        <a:lnSpc>
          <a:spcPct val="90000"/>
        </a:lnSpc>
        <a:spcBef>
          <a:spcPts val="907"/>
        </a:spcBef>
        <a:buFont typeface="Arial" panose="020B0604020202020204" pitchFamily="34" charset="0"/>
        <a:buChar char="•"/>
        <a:defRPr sz="2539" kern="1200">
          <a:solidFill>
            <a:schemeClr val="tx1"/>
          </a:solidFill>
          <a:latin typeface="+mn-lt"/>
          <a:ea typeface="+mn-ea"/>
          <a:cs typeface="+mn-cs"/>
        </a:defRPr>
      </a:lvl1pPr>
      <a:lvl2pPr marL="621815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2pPr>
      <a:lvl3pPr marL="1036358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813" kern="1200">
          <a:solidFill>
            <a:schemeClr val="tx1"/>
          </a:solidFill>
          <a:latin typeface="+mn-lt"/>
          <a:ea typeface="+mn-ea"/>
          <a:cs typeface="+mn-cs"/>
        </a:defRPr>
      </a:lvl3pPr>
      <a:lvl4pPr marL="1450901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865445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279988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694531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3109074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523618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43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086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630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173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716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259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1803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346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0E638676-1DAB-4D91-9403-590468ACF551}"/>
              </a:ext>
            </a:extLst>
          </p:cNvPr>
          <p:cNvSpPr txBox="1"/>
          <p:nvPr/>
        </p:nvSpPr>
        <p:spPr>
          <a:xfrm>
            <a:off x="-8320" y="1276087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BF16/S16</a:t>
            </a:r>
          </a:p>
          <a:p>
            <a:pPr algn="l"/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2*32</a:t>
            </a:r>
          </a:p>
        </p:txBody>
      </p:sp>
      <p:graphicFrame>
        <p:nvGraphicFramePr>
          <p:cNvPr id="136" name="Table 13">
            <a:extLst>
              <a:ext uri="{FF2B5EF4-FFF2-40B4-BE49-F238E27FC236}">
                <a16:creationId xmlns:a16="http://schemas.microsoft.com/office/drawing/2014/main" id="{73702398-938A-4B65-8DD4-D6D3BBBB8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01671"/>
              </p:ext>
            </p:extLst>
          </p:nvPr>
        </p:nvGraphicFramePr>
        <p:xfrm>
          <a:off x="1256310" y="1636273"/>
          <a:ext cx="2499360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287798"/>
                  </a:ext>
                </a:extLst>
              </a:tr>
            </a:tbl>
          </a:graphicData>
        </a:graphic>
      </p:graphicFrame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245E223C-6F6C-4212-9C08-B7D8086B3A3A}"/>
              </a:ext>
            </a:extLst>
          </p:cNvPr>
          <p:cNvCxnSpPr>
            <a:cxnSpLocks/>
          </p:cNvCxnSpPr>
          <p:nvPr/>
        </p:nvCxnSpPr>
        <p:spPr>
          <a:xfrm>
            <a:off x="1256310" y="1508805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5A9061BA-2E94-461F-8F4E-4FA37C5D851C}"/>
              </a:ext>
            </a:extLst>
          </p:cNvPr>
          <p:cNvSpPr txBox="1"/>
          <p:nvPr/>
        </p:nvSpPr>
        <p:spPr>
          <a:xfrm>
            <a:off x="1685801" y="1390052"/>
            <a:ext cx="551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i-ch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984E5A0-0902-4AA5-9841-07491D63025B}"/>
              </a:ext>
            </a:extLst>
          </p:cNvPr>
          <p:cNvCxnSpPr>
            <a:cxnSpLocks/>
          </p:cNvCxnSpPr>
          <p:nvPr/>
        </p:nvCxnSpPr>
        <p:spPr>
          <a:xfrm>
            <a:off x="1121575" y="1636273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604F69AD-F563-4BE8-BFC1-8859C15C1811}"/>
              </a:ext>
            </a:extLst>
          </p:cNvPr>
          <p:cNvSpPr txBox="1"/>
          <p:nvPr/>
        </p:nvSpPr>
        <p:spPr>
          <a:xfrm>
            <a:off x="873681" y="1944777"/>
            <a:ext cx="45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o-</a:t>
            </a:r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CF95E1C-CD2C-4D26-96A9-78683437F9FE}"/>
              </a:ext>
            </a:extLst>
          </p:cNvPr>
          <p:cNvCxnSpPr/>
          <p:nvPr/>
        </p:nvCxnSpPr>
        <p:spPr>
          <a:xfrm>
            <a:off x="1356592" y="1737155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80B1404-CC3A-4783-A81B-6F493DEC4950}"/>
              </a:ext>
            </a:extLst>
          </p:cNvPr>
          <p:cNvCxnSpPr>
            <a:cxnSpLocks/>
          </p:cNvCxnSpPr>
          <p:nvPr/>
        </p:nvCxnSpPr>
        <p:spPr>
          <a:xfrm flipV="1">
            <a:off x="1356592" y="1737155"/>
            <a:ext cx="207819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B34B519D-4AAF-4497-B31B-9C0B210B5C8D}"/>
              </a:ext>
            </a:extLst>
          </p:cNvPr>
          <p:cNvCxnSpPr/>
          <p:nvPr/>
        </p:nvCxnSpPr>
        <p:spPr>
          <a:xfrm>
            <a:off x="1564411" y="1734910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0CB6D31-F761-406F-A44D-C090C329483F}"/>
              </a:ext>
            </a:extLst>
          </p:cNvPr>
          <p:cNvCxnSpPr>
            <a:cxnSpLocks/>
          </p:cNvCxnSpPr>
          <p:nvPr/>
        </p:nvCxnSpPr>
        <p:spPr>
          <a:xfrm flipV="1">
            <a:off x="1564411" y="1734910"/>
            <a:ext cx="207819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28DC0E20-714D-47E0-9611-01AD29C3A32D}"/>
              </a:ext>
            </a:extLst>
          </p:cNvPr>
          <p:cNvCxnSpPr/>
          <p:nvPr/>
        </p:nvCxnSpPr>
        <p:spPr>
          <a:xfrm>
            <a:off x="1772229" y="1742503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0A5A584-341D-403E-BBA7-632B9BD1F351}"/>
              </a:ext>
            </a:extLst>
          </p:cNvPr>
          <p:cNvCxnSpPr>
            <a:cxnSpLocks/>
          </p:cNvCxnSpPr>
          <p:nvPr/>
        </p:nvCxnSpPr>
        <p:spPr>
          <a:xfrm flipV="1">
            <a:off x="1772229" y="1742503"/>
            <a:ext cx="207819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3FC2AA2A-1FCE-4D2E-977D-73F40D27812B}"/>
              </a:ext>
            </a:extLst>
          </p:cNvPr>
          <p:cNvCxnSpPr/>
          <p:nvPr/>
        </p:nvCxnSpPr>
        <p:spPr>
          <a:xfrm>
            <a:off x="3230914" y="1734910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1A6C5707-9C90-4177-ADE7-918E05F2E9C5}"/>
              </a:ext>
            </a:extLst>
          </p:cNvPr>
          <p:cNvCxnSpPr>
            <a:cxnSpLocks/>
          </p:cNvCxnSpPr>
          <p:nvPr/>
        </p:nvCxnSpPr>
        <p:spPr>
          <a:xfrm flipV="1">
            <a:off x="3230914" y="1734910"/>
            <a:ext cx="207819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7F62D81-1701-442B-9665-9AF4892DB622}"/>
              </a:ext>
            </a:extLst>
          </p:cNvPr>
          <p:cNvCxnSpPr/>
          <p:nvPr/>
        </p:nvCxnSpPr>
        <p:spPr>
          <a:xfrm>
            <a:off x="3435879" y="1734910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7CEC501F-381D-474F-8A1A-68F869551F04}"/>
              </a:ext>
            </a:extLst>
          </p:cNvPr>
          <p:cNvCxnSpPr>
            <a:cxnSpLocks/>
          </p:cNvCxnSpPr>
          <p:nvPr/>
        </p:nvCxnSpPr>
        <p:spPr>
          <a:xfrm flipV="1">
            <a:off x="3435879" y="1734910"/>
            <a:ext cx="207819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B831E3DD-4B07-4857-A936-D6F1001784E8}"/>
              </a:ext>
            </a:extLst>
          </p:cNvPr>
          <p:cNvCxnSpPr/>
          <p:nvPr/>
        </p:nvCxnSpPr>
        <p:spPr>
          <a:xfrm>
            <a:off x="3648133" y="1742503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DFF5707-EAEC-4627-A5C9-757281849DBB}"/>
              </a:ext>
            </a:extLst>
          </p:cNvPr>
          <p:cNvCxnSpPr>
            <a:cxnSpLocks/>
          </p:cNvCxnSpPr>
          <p:nvPr/>
        </p:nvCxnSpPr>
        <p:spPr>
          <a:xfrm flipV="1">
            <a:off x="3024677" y="1734910"/>
            <a:ext cx="207819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F860BA7A-7825-4BB1-B23B-205175D480C7}"/>
              </a:ext>
            </a:extLst>
          </p:cNvPr>
          <p:cNvSpPr txBox="1"/>
          <p:nvPr/>
        </p:nvSpPr>
        <p:spPr>
          <a:xfrm>
            <a:off x="38100" y="0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sz="150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 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1*32</a:t>
            </a:r>
          </a:p>
        </p:txBody>
      </p:sp>
      <p:graphicFrame>
        <p:nvGraphicFramePr>
          <p:cNvPr id="154" name="Table 13">
            <a:extLst>
              <a:ext uri="{FF2B5EF4-FFF2-40B4-BE49-F238E27FC236}">
                <a16:creationId xmlns:a16="http://schemas.microsoft.com/office/drawing/2014/main" id="{A14D1A60-32A4-43C8-885E-E6E27A7F4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256085"/>
              </p:ext>
            </p:extLst>
          </p:nvPr>
        </p:nvGraphicFramePr>
        <p:xfrm>
          <a:off x="1256310" y="364247"/>
          <a:ext cx="2499360" cy="198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</a:tbl>
          </a:graphicData>
        </a:graphic>
      </p:graphicFrame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85A1B5B8-72EA-414C-94AF-9FADFFE08D14}"/>
              </a:ext>
            </a:extLst>
          </p:cNvPr>
          <p:cNvCxnSpPr>
            <a:cxnSpLocks/>
          </p:cNvCxnSpPr>
          <p:nvPr/>
        </p:nvCxnSpPr>
        <p:spPr>
          <a:xfrm>
            <a:off x="1256310" y="236779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D27A78E6-B161-4184-A438-5FC9BAC6AF0C}"/>
              </a:ext>
            </a:extLst>
          </p:cNvPr>
          <p:cNvSpPr txBox="1"/>
          <p:nvPr/>
        </p:nvSpPr>
        <p:spPr>
          <a:xfrm>
            <a:off x="1685801" y="118026"/>
            <a:ext cx="670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i-ch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8B01AEA9-EF7F-4E9B-BBB3-2F58893E677E}"/>
              </a:ext>
            </a:extLst>
          </p:cNvPr>
          <p:cNvCxnSpPr>
            <a:cxnSpLocks/>
          </p:cNvCxnSpPr>
          <p:nvPr/>
        </p:nvCxnSpPr>
        <p:spPr>
          <a:xfrm>
            <a:off x="1352708" y="470106"/>
            <a:ext cx="230811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818AA6E3-D950-4DFB-9171-404FAFCC6EB0}"/>
              </a:ext>
            </a:extLst>
          </p:cNvPr>
          <p:cNvSpPr txBox="1"/>
          <p:nvPr/>
        </p:nvSpPr>
        <p:spPr>
          <a:xfrm>
            <a:off x="1052658" y="560099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9" name="Table 13">
            <a:extLst>
              <a:ext uri="{FF2B5EF4-FFF2-40B4-BE49-F238E27FC236}">
                <a16:creationId xmlns:a16="http://schemas.microsoft.com/office/drawing/2014/main" id="{3BCB4D71-EC04-4FEC-B6AA-013B56DEE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852559"/>
              </p:ext>
            </p:extLst>
          </p:nvPr>
        </p:nvGraphicFramePr>
        <p:xfrm>
          <a:off x="1256310" y="901386"/>
          <a:ext cx="4251960" cy="198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648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</a:t>
                      </a:r>
                      <a:r>
                        <a:rPr lang="en-US" sz="700" dirty="0" err="1"/>
                        <a:t>i</a:t>
                      </a:r>
                      <a:r>
                        <a:rPr lang="en-US" sz="700" dirty="0"/>
                        <a:t>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i+2, 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i+30,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i+31,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</a:tbl>
          </a:graphicData>
        </a:graphic>
      </p:graphicFrame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AE343EF6-94D3-4DEC-88D7-F919B0904728}"/>
              </a:ext>
            </a:extLst>
          </p:cNvPr>
          <p:cNvCxnSpPr>
            <a:cxnSpLocks/>
          </p:cNvCxnSpPr>
          <p:nvPr/>
        </p:nvCxnSpPr>
        <p:spPr>
          <a:xfrm>
            <a:off x="1325782" y="1075309"/>
            <a:ext cx="4067063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1" name="Table 13">
            <a:extLst>
              <a:ext uri="{FF2B5EF4-FFF2-40B4-BE49-F238E27FC236}">
                <a16:creationId xmlns:a16="http://schemas.microsoft.com/office/drawing/2014/main" id="{D31A9F09-9FD4-4D4C-8EF3-0D9F88602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943405"/>
              </p:ext>
            </p:extLst>
          </p:nvPr>
        </p:nvGraphicFramePr>
        <p:xfrm>
          <a:off x="1228681" y="2364157"/>
          <a:ext cx="4480560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656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</a:t>
                      </a:r>
                      <a:r>
                        <a:rPr lang="en-US" sz="700" dirty="0" err="1"/>
                        <a:t>i</a:t>
                      </a:r>
                      <a:r>
                        <a:rPr lang="en-US" sz="700" dirty="0"/>
                        <a:t>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i+2, 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i+30,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i+31,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</a:t>
                      </a:r>
                      <a:r>
                        <a:rPr lang="en-US" sz="700" dirty="0" err="1"/>
                        <a:t>i</a:t>
                      </a:r>
                      <a:r>
                        <a:rPr lang="en-US" sz="700" dirty="0"/>
                        <a:t>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i+2,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i+30,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i+31,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70991"/>
                  </a:ext>
                </a:extLst>
              </a:tr>
            </a:tbl>
          </a:graphicData>
        </a:graphic>
      </p:graphicFrame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0622788D-98FF-4F98-AADA-809A7C86F42D}"/>
              </a:ext>
            </a:extLst>
          </p:cNvPr>
          <p:cNvCxnSpPr/>
          <p:nvPr/>
        </p:nvCxnSpPr>
        <p:spPr>
          <a:xfrm>
            <a:off x="1855846" y="2459362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2BCA75C1-5310-4866-ACB9-86B2542485B5}"/>
              </a:ext>
            </a:extLst>
          </p:cNvPr>
          <p:cNvCxnSpPr>
            <a:cxnSpLocks/>
          </p:cNvCxnSpPr>
          <p:nvPr/>
        </p:nvCxnSpPr>
        <p:spPr>
          <a:xfrm flipV="1">
            <a:off x="1862688" y="2468886"/>
            <a:ext cx="629121" cy="19687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5206D21E-B2A8-48F2-8328-6C36878FDB6B}"/>
              </a:ext>
            </a:extLst>
          </p:cNvPr>
          <p:cNvCxnSpPr/>
          <p:nvPr/>
        </p:nvCxnSpPr>
        <p:spPr>
          <a:xfrm>
            <a:off x="2484967" y="2468886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493C3E4B-753F-460E-B13A-73768F54CFB2}"/>
              </a:ext>
            </a:extLst>
          </p:cNvPr>
          <p:cNvCxnSpPr>
            <a:cxnSpLocks/>
          </p:cNvCxnSpPr>
          <p:nvPr/>
        </p:nvCxnSpPr>
        <p:spPr>
          <a:xfrm flipV="1">
            <a:off x="2498650" y="2486091"/>
            <a:ext cx="683306" cy="17967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FAFCA97-C04A-4667-9375-B21C8560390C}"/>
              </a:ext>
            </a:extLst>
          </p:cNvPr>
          <p:cNvCxnSpPr>
            <a:cxnSpLocks/>
          </p:cNvCxnSpPr>
          <p:nvPr/>
        </p:nvCxnSpPr>
        <p:spPr>
          <a:xfrm>
            <a:off x="3188797" y="2470729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E7354513-6FFB-4C1E-BD62-B68079B5D60D}"/>
              </a:ext>
            </a:extLst>
          </p:cNvPr>
          <p:cNvCxnSpPr>
            <a:cxnSpLocks/>
          </p:cNvCxnSpPr>
          <p:nvPr/>
        </p:nvCxnSpPr>
        <p:spPr>
          <a:xfrm flipV="1">
            <a:off x="3188797" y="2469444"/>
            <a:ext cx="168530" cy="19765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24B6CF1B-023E-48D6-BF43-5D5FFE343734}"/>
              </a:ext>
            </a:extLst>
          </p:cNvPr>
          <p:cNvCxnSpPr>
            <a:cxnSpLocks/>
          </p:cNvCxnSpPr>
          <p:nvPr/>
        </p:nvCxnSpPr>
        <p:spPr>
          <a:xfrm flipV="1">
            <a:off x="4316415" y="2475620"/>
            <a:ext cx="663847" cy="19014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CBE0F8BC-2CA8-4224-9B2F-3827CA0F0C3C}"/>
              </a:ext>
            </a:extLst>
          </p:cNvPr>
          <p:cNvCxnSpPr>
            <a:cxnSpLocks/>
          </p:cNvCxnSpPr>
          <p:nvPr/>
        </p:nvCxnSpPr>
        <p:spPr>
          <a:xfrm>
            <a:off x="4980262" y="2465767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32CBC0F3-D56E-4598-B5A4-C4DBDC9C7984}"/>
              </a:ext>
            </a:extLst>
          </p:cNvPr>
          <p:cNvCxnSpPr>
            <a:cxnSpLocks/>
          </p:cNvCxnSpPr>
          <p:nvPr/>
        </p:nvCxnSpPr>
        <p:spPr>
          <a:xfrm flipV="1">
            <a:off x="4985520" y="2479981"/>
            <a:ext cx="663846" cy="19686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5FAC0133-2F97-4364-92A3-46F7104664E3}"/>
              </a:ext>
            </a:extLst>
          </p:cNvPr>
          <p:cNvCxnSpPr/>
          <p:nvPr/>
        </p:nvCxnSpPr>
        <p:spPr>
          <a:xfrm>
            <a:off x="5649366" y="2462491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ACE25945-8C6E-47D2-9773-9AB3A9888065}"/>
              </a:ext>
            </a:extLst>
          </p:cNvPr>
          <p:cNvSpPr txBox="1"/>
          <p:nvPr/>
        </p:nvSpPr>
        <p:spPr>
          <a:xfrm>
            <a:off x="846592" y="3440033"/>
            <a:ext cx="45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o-</a:t>
            </a:r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6F8803A6-649C-4403-B735-2FE004D99A59}"/>
              </a:ext>
            </a:extLst>
          </p:cNvPr>
          <p:cNvSpPr txBox="1"/>
          <p:nvPr/>
        </p:nvSpPr>
        <p:spPr>
          <a:xfrm>
            <a:off x="38100" y="2991046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S8</a:t>
            </a:r>
          </a:p>
          <a:p>
            <a:pPr algn="l"/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2*64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2F3B537C-B6E7-45EB-B50E-233ECCD3CF07}"/>
              </a:ext>
            </a:extLst>
          </p:cNvPr>
          <p:cNvCxnSpPr>
            <a:cxnSpLocks/>
          </p:cNvCxnSpPr>
          <p:nvPr/>
        </p:nvCxnSpPr>
        <p:spPr>
          <a:xfrm>
            <a:off x="1228681" y="3019337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3BAF4EB7-9BEE-4953-9024-202B3FDA65B6}"/>
              </a:ext>
            </a:extLst>
          </p:cNvPr>
          <p:cNvCxnSpPr>
            <a:cxnSpLocks/>
          </p:cNvCxnSpPr>
          <p:nvPr/>
        </p:nvCxnSpPr>
        <p:spPr>
          <a:xfrm>
            <a:off x="1093946" y="3146805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3B419CEE-8E8B-4B63-83CD-9C0FF1C89B08}"/>
              </a:ext>
            </a:extLst>
          </p:cNvPr>
          <p:cNvSpPr txBox="1"/>
          <p:nvPr/>
        </p:nvSpPr>
        <p:spPr>
          <a:xfrm>
            <a:off x="1187263" y="3548091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680B1179-08BD-4708-9DFF-C7B1E46596A2}"/>
              </a:ext>
            </a:extLst>
          </p:cNvPr>
          <p:cNvSpPr txBox="1"/>
          <p:nvPr/>
        </p:nvSpPr>
        <p:spPr>
          <a:xfrm>
            <a:off x="1679634" y="2876118"/>
            <a:ext cx="551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i-ch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8" name="Table 13">
            <a:extLst>
              <a:ext uri="{FF2B5EF4-FFF2-40B4-BE49-F238E27FC236}">
                <a16:creationId xmlns:a16="http://schemas.microsoft.com/office/drawing/2014/main" id="{67A228EE-3787-446D-AE30-31F33359F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044609"/>
              </p:ext>
            </p:extLst>
          </p:nvPr>
        </p:nvGraphicFramePr>
        <p:xfrm>
          <a:off x="1195598" y="3960411"/>
          <a:ext cx="5521207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202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730293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644375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2092688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718018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702631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</a:t>
                      </a:r>
                      <a:r>
                        <a:rPr lang="en-US" sz="700" dirty="0" err="1"/>
                        <a:t>i</a:t>
                      </a:r>
                      <a:r>
                        <a:rPr lang="en-US" sz="700" dirty="0"/>
                        <a:t>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i+2, 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i+62,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i+63,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</a:t>
                      </a:r>
                      <a:r>
                        <a:rPr lang="en-US" sz="700" dirty="0" err="1"/>
                        <a:t>i</a:t>
                      </a:r>
                      <a:r>
                        <a:rPr lang="en-US" sz="700" dirty="0"/>
                        <a:t>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i+2,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i+62,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i+63,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70991"/>
                  </a:ext>
                </a:extLst>
              </a:tr>
            </a:tbl>
          </a:graphicData>
        </a:graphic>
      </p:graphicFrame>
      <p:graphicFrame>
        <p:nvGraphicFramePr>
          <p:cNvPr id="179" name="Table 13">
            <a:extLst>
              <a:ext uri="{FF2B5EF4-FFF2-40B4-BE49-F238E27FC236}">
                <a16:creationId xmlns:a16="http://schemas.microsoft.com/office/drawing/2014/main" id="{13B773FA-8A4C-4B3B-AE6D-57D476A85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564350"/>
              </p:ext>
            </p:extLst>
          </p:nvPr>
        </p:nvGraphicFramePr>
        <p:xfrm>
          <a:off x="1228681" y="3138545"/>
          <a:ext cx="3078480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287798"/>
                  </a:ext>
                </a:extLst>
              </a:tr>
            </a:tbl>
          </a:graphicData>
        </a:graphic>
      </p:graphicFrame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5E08D16-520B-4BA5-BF16-E9ECB2E7FEF0}"/>
              </a:ext>
            </a:extLst>
          </p:cNvPr>
          <p:cNvCxnSpPr>
            <a:cxnSpLocks/>
          </p:cNvCxnSpPr>
          <p:nvPr/>
        </p:nvCxnSpPr>
        <p:spPr>
          <a:xfrm>
            <a:off x="1328963" y="3253979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B87E5819-2398-447C-BFA9-F303E3EE0898}"/>
              </a:ext>
            </a:extLst>
          </p:cNvPr>
          <p:cNvCxnSpPr>
            <a:cxnSpLocks/>
          </p:cNvCxnSpPr>
          <p:nvPr/>
        </p:nvCxnSpPr>
        <p:spPr>
          <a:xfrm flipV="1">
            <a:off x="1536782" y="3238137"/>
            <a:ext cx="262366" cy="20291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8000C151-A280-4372-8064-21B02AC13170}"/>
              </a:ext>
            </a:extLst>
          </p:cNvPr>
          <p:cNvCxnSpPr>
            <a:cxnSpLocks/>
          </p:cNvCxnSpPr>
          <p:nvPr/>
        </p:nvCxnSpPr>
        <p:spPr>
          <a:xfrm flipH="1">
            <a:off x="1323749" y="3269149"/>
            <a:ext cx="185634" cy="18729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FA068DD-3552-4412-AD8D-98A041EFA2FA}"/>
              </a:ext>
            </a:extLst>
          </p:cNvPr>
          <p:cNvCxnSpPr>
            <a:cxnSpLocks/>
          </p:cNvCxnSpPr>
          <p:nvPr/>
        </p:nvCxnSpPr>
        <p:spPr>
          <a:xfrm>
            <a:off x="1328963" y="3438389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E363E089-FCA6-4989-87CA-652FEBE26F5A}"/>
              </a:ext>
            </a:extLst>
          </p:cNvPr>
          <p:cNvCxnSpPr>
            <a:cxnSpLocks/>
          </p:cNvCxnSpPr>
          <p:nvPr/>
        </p:nvCxnSpPr>
        <p:spPr>
          <a:xfrm>
            <a:off x="1772929" y="3249887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BCB12979-ABAE-4757-A0F3-67F20FF13E14}"/>
              </a:ext>
            </a:extLst>
          </p:cNvPr>
          <p:cNvCxnSpPr>
            <a:cxnSpLocks/>
          </p:cNvCxnSpPr>
          <p:nvPr/>
        </p:nvCxnSpPr>
        <p:spPr>
          <a:xfrm flipH="1">
            <a:off x="1767715" y="3265057"/>
            <a:ext cx="185634" cy="18729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83F59610-971D-4F8F-AD82-A517E0887373}"/>
              </a:ext>
            </a:extLst>
          </p:cNvPr>
          <p:cNvCxnSpPr>
            <a:cxnSpLocks/>
          </p:cNvCxnSpPr>
          <p:nvPr/>
        </p:nvCxnSpPr>
        <p:spPr>
          <a:xfrm>
            <a:off x="1772929" y="3434297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BAE0B67F-8BCE-4CCB-B47B-0B0DDAEE1C4B}"/>
              </a:ext>
            </a:extLst>
          </p:cNvPr>
          <p:cNvCxnSpPr>
            <a:cxnSpLocks/>
          </p:cNvCxnSpPr>
          <p:nvPr/>
        </p:nvCxnSpPr>
        <p:spPr>
          <a:xfrm>
            <a:off x="3573651" y="3242133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2C00817E-C9C8-4CBB-AB43-D41097BCDB0E}"/>
              </a:ext>
            </a:extLst>
          </p:cNvPr>
          <p:cNvCxnSpPr>
            <a:cxnSpLocks/>
          </p:cNvCxnSpPr>
          <p:nvPr/>
        </p:nvCxnSpPr>
        <p:spPr>
          <a:xfrm flipV="1">
            <a:off x="3781470" y="3226291"/>
            <a:ext cx="262366" cy="20291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D62258D5-E5A9-40DD-8B7E-1603348383A8}"/>
              </a:ext>
            </a:extLst>
          </p:cNvPr>
          <p:cNvCxnSpPr>
            <a:cxnSpLocks/>
          </p:cNvCxnSpPr>
          <p:nvPr/>
        </p:nvCxnSpPr>
        <p:spPr>
          <a:xfrm flipH="1">
            <a:off x="3568437" y="3257303"/>
            <a:ext cx="185634" cy="18729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9E244494-C482-4053-9C06-AC344934932A}"/>
              </a:ext>
            </a:extLst>
          </p:cNvPr>
          <p:cNvCxnSpPr>
            <a:cxnSpLocks/>
          </p:cNvCxnSpPr>
          <p:nvPr/>
        </p:nvCxnSpPr>
        <p:spPr>
          <a:xfrm>
            <a:off x="3573651" y="3426543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81115838-AC3D-4FE1-BC64-D91395F0DA9F}"/>
              </a:ext>
            </a:extLst>
          </p:cNvPr>
          <p:cNvCxnSpPr>
            <a:cxnSpLocks/>
          </p:cNvCxnSpPr>
          <p:nvPr/>
        </p:nvCxnSpPr>
        <p:spPr>
          <a:xfrm>
            <a:off x="4017617" y="3238041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2D9C5F3A-AA58-4A71-995D-B1400F9CAAE8}"/>
              </a:ext>
            </a:extLst>
          </p:cNvPr>
          <p:cNvCxnSpPr>
            <a:cxnSpLocks/>
          </p:cNvCxnSpPr>
          <p:nvPr/>
        </p:nvCxnSpPr>
        <p:spPr>
          <a:xfrm flipH="1">
            <a:off x="4012403" y="3253211"/>
            <a:ext cx="185634" cy="18729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DB3E8807-FA26-4508-8266-3A3E80E07920}"/>
              </a:ext>
            </a:extLst>
          </p:cNvPr>
          <p:cNvCxnSpPr>
            <a:cxnSpLocks/>
          </p:cNvCxnSpPr>
          <p:nvPr/>
        </p:nvCxnSpPr>
        <p:spPr>
          <a:xfrm>
            <a:off x="4017617" y="3422451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8F4F0648-8851-477F-9786-B4EC4DBCD8AE}"/>
              </a:ext>
            </a:extLst>
          </p:cNvPr>
          <p:cNvCxnSpPr>
            <a:cxnSpLocks/>
          </p:cNvCxnSpPr>
          <p:nvPr/>
        </p:nvCxnSpPr>
        <p:spPr>
          <a:xfrm>
            <a:off x="1721277" y="4109312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EC4C5F49-1EFE-49DA-997D-E363A81A8960}"/>
              </a:ext>
            </a:extLst>
          </p:cNvPr>
          <p:cNvCxnSpPr>
            <a:cxnSpLocks/>
          </p:cNvCxnSpPr>
          <p:nvPr/>
        </p:nvCxnSpPr>
        <p:spPr>
          <a:xfrm flipV="1">
            <a:off x="1728267" y="4323667"/>
            <a:ext cx="658314" cy="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F63AC89C-DB75-41BA-A90F-E15FC8C8FBD0}"/>
              </a:ext>
            </a:extLst>
          </p:cNvPr>
          <p:cNvCxnSpPr>
            <a:cxnSpLocks/>
          </p:cNvCxnSpPr>
          <p:nvPr/>
        </p:nvCxnSpPr>
        <p:spPr>
          <a:xfrm flipH="1">
            <a:off x="1728267" y="4109312"/>
            <a:ext cx="651325" cy="21435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5C507112-0BE0-479A-9742-C1077DF5960E}"/>
              </a:ext>
            </a:extLst>
          </p:cNvPr>
          <p:cNvCxnSpPr>
            <a:cxnSpLocks/>
          </p:cNvCxnSpPr>
          <p:nvPr/>
        </p:nvCxnSpPr>
        <p:spPr>
          <a:xfrm>
            <a:off x="3012962" y="4109390"/>
            <a:ext cx="317850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611C2222-A691-4904-BBE3-15FCB9718631}"/>
              </a:ext>
            </a:extLst>
          </p:cNvPr>
          <p:cNvCxnSpPr>
            <a:cxnSpLocks/>
          </p:cNvCxnSpPr>
          <p:nvPr/>
        </p:nvCxnSpPr>
        <p:spPr>
          <a:xfrm flipV="1">
            <a:off x="2365937" y="4104824"/>
            <a:ext cx="654015" cy="21435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2B3BBDA8-C124-4C6D-AA27-A42B243A9D51}"/>
              </a:ext>
            </a:extLst>
          </p:cNvPr>
          <p:cNvCxnSpPr>
            <a:cxnSpLocks/>
          </p:cNvCxnSpPr>
          <p:nvPr/>
        </p:nvCxnSpPr>
        <p:spPr>
          <a:xfrm>
            <a:off x="5879924" y="4104824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9190FC76-39A3-4CB8-8652-16BB010C386E}"/>
              </a:ext>
            </a:extLst>
          </p:cNvPr>
          <p:cNvCxnSpPr>
            <a:cxnSpLocks/>
          </p:cNvCxnSpPr>
          <p:nvPr/>
        </p:nvCxnSpPr>
        <p:spPr>
          <a:xfrm flipV="1">
            <a:off x="5886914" y="4319179"/>
            <a:ext cx="658314" cy="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4EDF63E0-E6DB-4BCB-8263-5D1C0E1850A2}"/>
              </a:ext>
            </a:extLst>
          </p:cNvPr>
          <p:cNvCxnSpPr>
            <a:cxnSpLocks/>
          </p:cNvCxnSpPr>
          <p:nvPr/>
        </p:nvCxnSpPr>
        <p:spPr>
          <a:xfrm flipH="1">
            <a:off x="5886914" y="4104824"/>
            <a:ext cx="651325" cy="21435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D14C1631-63CB-4194-8CCE-38C9536E1F98}"/>
              </a:ext>
            </a:extLst>
          </p:cNvPr>
          <p:cNvCxnSpPr>
            <a:cxnSpLocks/>
          </p:cNvCxnSpPr>
          <p:nvPr/>
        </p:nvCxnSpPr>
        <p:spPr>
          <a:xfrm flipV="1">
            <a:off x="5232899" y="4100258"/>
            <a:ext cx="654015" cy="21435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13A48BF5-0007-4D52-9EEE-921CECEA2A30}"/>
              </a:ext>
            </a:extLst>
          </p:cNvPr>
          <p:cNvSpPr txBox="1"/>
          <p:nvPr/>
        </p:nvSpPr>
        <p:spPr>
          <a:xfrm>
            <a:off x="1627725" y="4569584"/>
            <a:ext cx="551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i-ch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7848234-EA5D-453C-ABDE-5786152E9F5D}"/>
              </a:ext>
            </a:extLst>
          </p:cNvPr>
          <p:cNvSpPr txBox="1"/>
          <p:nvPr/>
        </p:nvSpPr>
        <p:spPr>
          <a:xfrm>
            <a:off x="35310" y="4668499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S4</a:t>
            </a:r>
          </a:p>
          <a:p>
            <a:pPr algn="l"/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2*128</a:t>
            </a: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E16C64C0-FA25-4E5F-BEED-D0D0EF814406}"/>
              </a:ext>
            </a:extLst>
          </p:cNvPr>
          <p:cNvCxnSpPr>
            <a:cxnSpLocks/>
          </p:cNvCxnSpPr>
          <p:nvPr/>
        </p:nvCxnSpPr>
        <p:spPr>
          <a:xfrm>
            <a:off x="1171011" y="4717612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4066AEE4-4810-4D0F-AC34-51C511A1CE8D}"/>
              </a:ext>
            </a:extLst>
          </p:cNvPr>
          <p:cNvCxnSpPr>
            <a:cxnSpLocks/>
          </p:cNvCxnSpPr>
          <p:nvPr/>
        </p:nvCxnSpPr>
        <p:spPr>
          <a:xfrm>
            <a:off x="1036276" y="4845080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595985CA-DC66-447A-BD7F-900256183EB9}"/>
              </a:ext>
            </a:extLst>
          </p:cNvPr>
          <p:cNvSpPr txBox="1"/>
          <p:nvPr/>
        </p:nvSpPr>
        <p:spPr>
          <a:xfrm>
            <a:off x="816974" y="5127518"/>
            <a:ext cx="45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o-</a:t>
            </a:r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8" name="Table 13">
            <a:extLst>
              <a:ext uri="{FF2B5EF4-FFF2-40B4-BE49-F238E27FC236}">
                <a16:creationId xmlns:a16="http://schemas.microsoft.com/office/drawing/2014/main" id="{8FCFE757-BCD7-41D6-B337-CEB618D6F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097164"/>
              </p:ext>
            </p:extLst>
          </p:nvPr>
        </p:nvGraphicFramePr>
        <p:xfrm>
          <a:off x="1195598" y="4816122"/>
          <a:ext cx="3689365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6182597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53197142"/>
                    </a:ext>
                  </a:extLst>
                </a:gridCol>
                <a:gridCol w="1814845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62575105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287798"/>
                  </a:ext>
                </a:extLst>
              </a:tr>
            </a:tbl>
          </a:graphicData>
        </a:graphic>
      </p:graphicFrame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76F2E506-9B77-45C1-8B82-BE792E6916C5}"/>
              </a:ext>
            </a:extLst>
          </p:cNvPr>
          <p:cNvCxnSpPr>
            <a:cxnSpLocks/>
          </p:cNvCxnSpPr>
          <p:nvPr/>
        </p:nvCxnSpPr>
        <p:spPr>
          <a:xfrm>
            <a:off x="1282508" y="4922352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EF6F0982-3D12-488C-B22B-1E73077C13FD}"/>
              </a:ext>
            </a:extLst>
          </p:cNvPr>
          <p:cNvCxnSpPr>
            <a:cxnSpLocks/>
          </p:cNvCxnSpPr>
          <p:nvPr/>
        </p:nvCxnSpPr>
        <p:spPr>
          <a:xfrm>
            <a:off x="1284004" y="5131155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D738E00F-4FD4-4288-954E-F94C6E207958}"/>
              </a:ext>
            </a:extLst>
          </p:cNvPr>
          <p:cNvCxnSpPr>
            <a:cxnSpLocks/>
          </p:cNvCxnSpPr>
          <p:nvPr/>
        </p:nvCxnSpPr>
        <p:spPr>
          <a:xfrm>
            <a:off x="2117226" y="4922352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5FF20569-1625-456A-800E-2924AD7D30E4}"/>
              </a:ext>
            </a:extLst>
          </p:cNvPr>
          <p:cNvCxnSpPr>
            <a:cxnSpLocks/>
          </p:cNvCxnSpPr>
          <p:nvPr/>
        </p:nvCxnSpPr>
        <p:spPr>
          <a:xfrm>
            <a:off x="4141289" y="4922352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411A1ECC-C80E-4E50-99F6-EEFE5DABBE3B}"/>
              </a:ext>
            </a:extLst>
          </p:cNvPr>
          <p:cNvCxnSpPr>
            <a:cxnSpLocks/>
          </p:cNvCxnSpPr>
          <p:nvPr/>
        </p:nvCxnSpPr>
        <p:spPr>
          <a:xfrm>
            <a:off x="4141289" y="5131155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6561BA47-A335-4130-B866-4F725844B0D8}"/>
              </a:ext>
            </a:extLst>
          </p:cNvPr>
          <p:cNvCxnSpPr>
            <a:cxnSpLocks/>
          </p:cNvCxnSpPr>
          <p:nvPr/>
        </p:nvCxnSpPr>
        <p:spPr>
          <a:xfrm flipH="1">
            <a:off x="1268001" y="4927198"/>
            <a:ext cx="651325" cy="21435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4AD2D62D-6F33-4319-B663-F95D4591492B}"/>
              </a:ext>
            </a:extLst>
          </p:cNvPr>
          <p:cNvCxnSpPr>
            <a:cxnSpLocks/>
          </p:cNvCxnSpPr>
          <p:nvPr/>
        </p:nvCxnSpPr>
        <p:spPr>
          <a:xfrm flipH="1">
            <a:off x="4130752" y="4914158"/>
            <a:ext cx="651325" cy="21435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20871120-B7E2-4DEA-93EE-35F9378C79F9}"/>
              </a:ext>
            </a:extLst>
          </p:cNvPr>
          <p:cNvCxnSpPr>
            <a:cxnSpLocks/>
          </p:cNvCxnSpPr>
          <p:nvPr/>
        </p:nvCxnSpPr>
        <p:spPr>
          <a:xfrm flipV="1">
            <a:off x="1904978" y="4925104"/>
            <a:ext cx="212248" cy="21411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4D57F535-77C8-4967-A2D9-353CD344356F}"/>
              </a:ext>
            </a:extLst>
          </p:cNvPr>
          <p:cNvCxnSpPr>
            <a:cxnSpLocks/>
          </p:cNvCxnSpPr>
          <p:nvPr/>
        </p:nvCxnSpPr>
        <p:spPr>
          <a:xfrm flipV="1">
            <a:off x="3930723" y="4925104"/>
            <a:ext cx="212248" cy="21411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8" name="Table 13">
            <a:extLst>
              <a:ext uri="{FF2B5EF4-FFF2-40B4-BE49-F238E27FC236}">
                <a16:creationId xmlns:a16="http://schemas.microsoft.com/office/drawing/2014/main" id="{71710ED6-A773-4ADF-9903-F4CA94030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007232"/>
              </p:ext>
            </p:extLst>
          </p:nvPr>
        </p:nvGraphicFramePr>
        <p:xfrm>
          <a:off x="1194070" y="5573379"/>
          <a:ext cx="707850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924104230"/>
                    </a:ext>
                  </a:extLst>
                </a:gridCol>
                <a:gridCol w="1299498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42799669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66914096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</a:t>
                      </a:r>
                      <a:r>
                        <a:rPr lang="en-US" sz="700" dirty="0" err="1"/>
                        <a:t>i</a:t>
                      </a:r>
                      <a:r>
                        <a:rPr lang="en-US" sz="700" dirty="0"/>
                        <a:t>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i+2, 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i+3, 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i+124,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i+125,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i+126,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(o, i+127,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</a:t>
                      </a:r>
                      <a:r>
                        <a:rPr lang="en-US" sz="700" dirty="0" err="1"/>
                        <a:t>i</a:t>
                      </a:r>
                      <a:r>
                        <a:rPr lang="en-US" sz="700" dirty="0"/>
                        <a:t>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i+2,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i+3,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i+124,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i+125,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i+126,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(o+1, i+127,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70991"/>
                  </a:ext>
                </a:extLst>
              </a:tr>
            </a:tbl>
          </a:graphicData>
        </a:graphic>
      </p:graphicFrame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6A7841DC-97C7-4408-BDB1-30836B29B8DD}"/>
              </a:ext>
            </a:extLst>
          </p:cNvPr>
          <p:cNvCxnSpPr>
            <a:cxnSpLocks/>
          </p:cNvCxnSpPr>
          <p:nvPr/>
        </p:nvCxnSpPr>
        <p:spPr>
          <a:xfrm>
            <a:off x="1752154" y="5730112"/>
            <a:ext cx="2214501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BCE17317-56CF-4E2D-988D-A548054C02F1}"/>
              </a:ext>
            </a:extLst>
          </p:cNvPr>
          <p:cNvCxnSpPr>
            <a:cxnSpLocks/>
          </p:cNvCxnSpPr>
          <p:nvPr/>
        </p:nvCxnSpPr>
        <p:spPr>
          <a:xfrm flipH="1">
            <a:off x="1752153" y="5724581"/>
            <a:ext cx="2201671" cy="197927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628B3F9A-3B55-40BA-A950-D00F5C796D8B}"/>
              </a:ext>
            </a:extLst>
          </p:cNvPr>
          <p:cNvCxnSpPr>
            <a:cxnSpLocks/>
          </p:cNvCxnSpPr>
          <p:nvPr/>
        </p:nvCxnSpPr>
        <p:spPr>
          <a:xfrm flipV="1">
            <a:off x="5228912" y="5732367"/>
            <a:ext cx="663847" cy="19014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FC06CBDA-67CD-4659-B56F-A2FBEA793266}"/>
              </a:ext>
            </a:extLst>
          </p:cNvPr>
          <p:cNvCxnSpPr>
            <a:cxnSpLocks/>
          </p:cNvCxnSpPr>
          <p:nvPr/>
        </p:nvCxnSpPr>
        <p:spPr>
          <a:xfrm>
            <a:off x="1752154" y="5922683"/>
            <a:ext cx="2214501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24F2A903-E040-43AD-860A-F13A60760068}"/>
              </a:ext>
            </a:extLst>
          </p:cNvPr>
          <p:cNvCxnSpPr>
            <a:cxnSpLocks/>
          </p:cNvCxnSpPr>
          <p:nvPr/>
        </p:nvCxnSpPr>
        <p:spPr>
          <a:xfrm flipV="1">
            <a:off x="3953825" y="5714074"/>
            <a:ext cx="320404" cy="21414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1BC9F3B4-23E0-45DA-9F9E-FCAEAD2AA711}"/>
              </a:ext>
            </a:extLst>
          </p:cNvPr>
          <p:cNvCxnSpPr>
            <a:cxnSpLocks/>
          </p:cNvCxnSpPr>
          <p:nvPr/>
        </p:nvCxnSpPr>
        <p:spPr>
          <a:xfrm>
            <a:off x="5893274" y="5735644"/>
            <a:ext cx="2214501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4E548A98-8D09-438D-A407-A5AEA411AC15}"/>
              </a:ext>
            </a:extLst>
          </p:cNvPr>
          <p:cNvCxnSpPr>
            <a:cxnSpLocks/>
          </p:cNvCxnSpPr>
          <p:nvPr/>
        </p:nvCxnSpPr>
        <p:spPr>
          <a:xfrm flipH="1">
            <a:off x="5881241" y="5730113"/>
            <a:ext cx="2201671" cy="197927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C0878E3C-6D50-4FA5-B270-7383AD13842A}"/>
              </a:ext>
            </a:extLst>
          </p:cNvPr>
          <p:cNvCxnSpPr>
            <a:cxnSpLocks/>
          </p:cNvCxnSpPr>
          <p:nvPr/>
        </p:nvCxnSpPr>
        <p:spPr>
          <a:xfrm>
            <a:off x="5881242" y="5928215"/>
            <a:ext cx="2214501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14A9CF8B-A1EF-42A8-9FB2-49E98BF47E2C}"/>
              </a:ext>
            </a:extLst>
          </p:cNvPr>
          <p:cNvSpPr txBox="1"/>
          <p:nvPr/>
        </p:nvSpPr>
        <p:spPr>
          <a:xfrm>
            <a:off x="1140777" y="2054229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7F70FA5-AB06-4F86-82B0-4D301099052A}"/>
              </a:ext>
            </a:extLst>
          </p:cNvPr>
          <p:cNvSpPr txBox="1"/>
          <p:nvPr/>
        </p:nvSpPr>
        <p:spPr>
          <a:xfrm>
            <a:off x="1166540" y="5216429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53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448</Words>
  <Application>Microsoft Office PowerPoint</Application>
  <PresentationFormat>自定义</PresentationFormat>
  <Paragraphs>76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7</cp:revision>
  <dcterms:created xsi:type="dcterms:W3CDTF">2022-04-07T12:10:21Z</dcterms:created>
  <dcterms:modified xsi:type="dcterms:W3CDTF">2023-05-27T06:58:53Z</dcterms:modified>
</cp:coreProperties>
</file>