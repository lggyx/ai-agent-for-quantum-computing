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52" r:id="rId1"/>
  </p:sldMasterIdLst>
  <p:notesMasterIdLst>
    <p:notesMasterId r:id="rId3"/>
  </p:notesMasterIdLst>
  <p:sldIdLst>
    <p:sldId id="256" r:id="rId2"/>
  </p:sldIdLst>
  <p:sldSz cx="45720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4" autoAdjust="0"/>
    <p:restoredTop sz="93758" autoAdjust="0"/>
  </p:normalViewPr>
  <p:slideViewPr>
    <p:cSldViewPr snapToGrid="0">
      <p:cViewPr>
        <p:scale>
          <a:sx n="100" d="100"/>
          <a:sy n="100" d="100"/>
        </p:scale>
        <p:origin x="4926" y="2634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866459" rtl="0" eaLnBrk="1" latinLnBrk="0" hangingPunct="1">
      <a:defRPr sz="3762" kern="1200">
        <a:solidFill>
          <a:schemeClr val="tx1"/>
        </a:solidFill>
        <a:latin typeface="+mn-lt"/>
        <a:ea typeface="+mn-ea"/>
        <a:cs typeface="+mn-cs"/>
      </a:defRPr>
    </a:lvl1pPr>
    <a:lvl2pPr marL="1433229" algn="l" defTabSz="2866459" rtl="0" eaLnBrk="1" latinLnBrk="0" hangingPunct="1">
      <a:defRPr sz="3762" kern="1200">
        <a:solidFill>
          <a:schemeClr val="tx1"/>
        </a:solidFill>
        <a:latin typeface="+mn-lt"/>
        <a:ea typeface="+mn-ea"/>
        <a:cs typeface="+mn-cs"/>
      </a:defRPr>
    </a:lvl2pPr>
    <a:lvl3pPr marL="2866459" algn="l" defTabSz="2866459" rtl="0" eaLnBrk="1" latinLnBrk="0" hangingPunct="1">
      <a:defRPr sz="3762" kern="1200">
        <a:solidFill>
          <a:schemeClr val="tx1"/>
        </a:solidFill>
        <a:latin typeface="+mn-lt"/>
        <a:ea typeface="+mn-ea"/>
        <a:cs typeface="+mn-cs"/>
      </a:defRPr>
    </a:lvl3pPr>
    <a:lvl4pPr marL="4299688" algn="l" defTabSz="2866459" rtl="0" eaLnBrk="1" latinLnBrk="0" hangingPunct="1">
      <a:defRPr sz="3762" kern="1200">
        <a:solidFill>
          <a:schemeClr val="tx1"/>
        </a:solidFill>
        <a:latin typeface="+mn-lt"/>
        <a:ea typeface="+mn-ea"/>
        <a:cs typeface="+mn-cs"/>
      </a:defRPr>
    </a:lvl4pPr>
    <a:lvl5pPr marL="5732919" algn="l" defTabSz="2866459" rtl="0" eaLnBrk="1" latinLnBrk="0" hangingPunct="1">
      <a:defRPr sz="3762" kern="1200">
        <a:solidFill>
          <a:schemeClr val="tx1"/>
        </a:solidFill>
        <a:latin typeface="+mn-lt"/>
        <a:ea typeface="+mn-ea"/>
        <a:cs typeface="+mn-cs"/>
      </a:defRPr>
    </a:lvl5pPr>
    <a:lvl6pPr marL="7166148" algn="l" defTabSz="2866459" rtl="0" eaLnBrk="1" latinLnBrk="0" hangingPunct="1">
      <a:defRPr sz="3762" kern="1200">
        <a:solidFill>
          <a:schemeClr val="tx1"/>
        </a:solidFill>
        <a:latin typeface="+mn-lt"/>
        <a:ea typeface="+mn-ea"/>
        <a:cs typeface="+mn-cs"/>
      </a:defRPr>
    </a:lvl6pPr>
    <a:lvl7pPr marL="8599378" algn="l" defTabSz="2866459" rtl="0" eaLnBrk="1" latinLnBrk="0" hangingPunct="1">
      <a:defRPr sz="3762" kern="1200">
        <a:solidFill>
          <a:schemeClr val="tx1"/>
        </a:solidFill>
        <a:latin typeface="+mn-lt"/>
        <a:ea typeface="+mn-ea"/>
        <a:cs typeface="+mn-cs"/>
      </a:defRPr>
    </a:lvl7pPr>
    <a:lvl8pPr marL="10032607" algn="l" defTabSz="2866459" rtl="0" eaLnBrk="1" latinLnBrk="0" hangingPunct="1">
      <a:defRPr sz="3762" kern="1200">
        <a:solidFill>
          <a:schemeClr val="tx1"/>
        </a:solidFill>
        <a:latin typeface="+mn-lt"/>
        <a:ea typeface="+mn-ea"/>
        <a:cs typeface="+mn-cs"/>
      </a:defRPr>
    </a:lvl8pPr>
    <a:lvl9pPr marL="11465837" algn="l" defTabSz="2866459" rtl="0" eaLnBrk="1" latinLnBrk="0" hangingPunct="1">
      <a:defRPr sz="376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448945"/>
            <a:ext cx="3429000" cy="955040"/>
          </a:xfrm>
        </p:spPr>
        <p:txBody>
          <a:bodyPr anchor="b"/>
          <a:lstStyle>
            <a:lvl1pPr algn="ctr">
              <a:defRPr sz="22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1440815"/>
            <a:ext cx="3429000" cy="662305"/>
          </a:xfrm>
        </p:spPr>
        <p:txBody>
          <a:bodyPr/>
          <a:lstStyle>
            <a:lvl1pPr marL="0" indent="0" algn="ctr">
              <a:buNone/>
              <a:defRPr sz="900"/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740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06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683895"/>
            <a:ext cx="3943350" cy="1141095"/>
          </a:xfrm>
        </p:spPr>
        <p:txBody>
          <a:bodyPr anchor="b"/>
          <a:lstStyle>
            <a:lvl1pPr>
              <a:defRPr sz="22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1835785"/>
            <a:ext cx="3943350" cy="600075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17145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2pPr>
            <a:lvl3pPr marL="342900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3pPr>
            <a:lvl4pPr marL="5143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4pPr>
            <a:lvl5pPr marL="6858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5pPr>
            <a:lvl6pPr marL="8572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6pPr>
            <a:lvl7pPr marL="10287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7pPr>
            <a:lvl8pPr marL="12001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8pPr>
            <a:lvl9pPr marL="13716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50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730250"/>
            <a:ext cx="1943100" cy="17405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730250"/>
            <a:ext cx="1943100" cy="17405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99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146050"/>
            <a:ext cx="3943350" cy="5302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672465"/>
            <a:ext cx="1934170" cy="329565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002030"/>
            <a:ext cx="1934170" cy="14738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672465"/>
            <a:ext cx="1943696" cy="329565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002030"/>
            <a:ext cx="1943696" cy="14738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554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4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646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182880"/>
            <a:ext cx="1474589" cy="64008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394970"/>
            <a:ext cx="2314575" cy="1949450"/>
          </a:xfrm>
        </p:spPr>
        <p:txBody>
          <a:bodyPr/>
          <a:lstStyle>
            <a:lvl1pPr>
              <a:defRPr sz="1200"/>
            </a:lvl1pPr>
            <a:lvl2pPr>
              <a:defRPr sz="1050"/>
            </a:lvl2pPr>
            <a:lvl3pPr>
              <a:defRPr sz="90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822960"/>
            <a:ext cx="1474589" cy="1524635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37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182880"/>
            <a:ext cx="1474589" cy="64008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394970"/>
            <a:ext cx="2314575" cy="1949450"/>
          </a:xfrm>
        </p:spPr>
        <p:txBody>
          <a:bodyPr anchor="t"/>
          <a:lstStyle>
            <a:lvl1pPr marL="0" indent="0">
              <a:buNone/>
              <a:defRPr sz="1200"/>
            </a:lvl1pPr>
            <a:lvl2pPr marL="171450" indent="0">
              <a:buNone/>
              <a:defRPr sz="1050"/>
            </a:lvl2pPr>
            <a:lvl3pPr marL="342900" indent="0">
              <a:buNone/>
              <a:defRPr sz="900"/>
            </a:lvl3pPr>
            <a:lvl4pPr marL="514350" indent="0">
              <a:buNone/>
              <a:defRPr sz="750"/>
            </a:lvl4pPr>
            <a:lvl5pPr marL="685800" indent="0">
              <a:buNone/>
              <a:defRPr sz="750"/>
            </a:lvl5pPr>
            <a:lvl6pPr marL="857250" indent="0">
              <a:buNone/>
              <a:defRPr sz="750"/>
            </a:lvl6pPr>
            <a:lvl7pPr marL="1028700" indent="0">
              <a:buNone/>
              <a:defRPr sz="750"/>
            </a:lvl7pPr>
            <a:lvl8pPr marL="1200150" indent="0">
              <a:buNone/>
              <a:defRPr sz="750"/>
            </a:lvl8pPr>
            <a:lvl9pPr marL="1371600" indent="0">
              <a:buNone/>
              <a:defRPr sz="7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822960"/>
            <a:ext cx="1474589" cy="1524635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830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354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7" y="146050"/>
            <a:ext cx="985838" cy="23247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146050"/>
            <a:ext cx="2900363" cy="232473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361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146050"/>
            <a:ext cx="394335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730250"/>
            <a:ext cx="394335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2542540"/>
            <a:ext cx="102870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2542540"/>
            <a:ext cx="154305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2542540"/>
            <a:ext cx="102870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61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3" r:id="rId1"/>
    <p:sldLayoutId id="2147484154" r:id="rId2"/>
    <p:sldLayoutId id="2147484155" r:id="rId3"/>
    <p:sldLayoutId id="2147484156" r:id="rId4"/>
    <p:sldLayoutId id="2147484157" r:id="rId5"/>
    <p:sldLayoutId id="2147484158" r:id="rId6"/>
    <p:sldLayoutId id="2147484159" r:id="rId7"/>
    <p:sldLayoutId id="2147484160" r:id="rId8"/>
    <p:sldLayoutId id="2147484161" r:id="rId9"/>
    <p:sldLayoutId id="2147484162" r:id="rId10"/>
    <p:sldLayoutId id="2147484163" r:id="rId11"/>
  </p:sldLayoutIdLst>
  <p:txStyles>
    <p:titleStyle>
      <a:lvl1pPr algn="l" defTabSz="342900" rtl="0" eaLnBrk="1" latinLnBrk="0" hangingPunct="1">
        <a:lnSpc>
          <a:spcPct val="90000"/>
        </a:lnSpc>
        <a:spcBef>
          <a:spcPct val="0"/>
        </a:spcBef>
        <a:buNone/>
        <a:defRPr sz="16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725" indent="-85725" algn="l" defTabSz="3429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286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3pPr>
      <a:lvl4pPr marL="6000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9429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1144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858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4573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8572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0287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3716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>
            <a:extLst>
              <a:ext uri="{FF2B5EF4-FFF2-40B4-BE49-F238E27FC236}">
                <a16:creationId xmlns:a16="http://schemas.microsoft.com/office/drawing/2014/main" id="{E1EE6AAE-731D-200B-BDA9-55A0D70BA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2" y="257175"/>
            <a:ext cx="4029075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1688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48</cp:revision>
  <dcterms:created xsi:type="dcterms:W3CDTF">2020-03-18T02:10:58Z</dcterms:created>
  <dcterms:modified xsi:type="dcterms:W3CDTF">2023-08-31T09:49:29Z</dcterms:modified>
</cp:coreProperties>
</file>