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48" r:id="rId1"/>
  </p:sldMasterIdLst>
  <p:notesMasterIdLst>
    <p:notesMasterId r:id="rId3"/>
  </p:notesMasterIdLst>
  <p:sldIdLst>
    <p:sldId id="256" r:id="rId2"/>
  </p:sldIdLst>
  <p:sldSz cx="5029200" cy="228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424" autoAdjust="0"/>
    <p:restoredTop sz="93758" autoAdjust="0"/>
  </p:normalViewPr>
  <p:slideViewPr>
    <p:cSldViewPr snapToGrid="0">
      <p:cViewPr>
        <p:scale>
          <a:sx n="100" d="100"/>
          <a:sy n="100" d="100"/>
        </p:scale>
        <p:origin x="4794" y="2778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BCA26-2497-4D2F-9571-A0C997A43EAA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4925" y="1143000"/>
            <a:ext cx="6788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F3C6A1-93D1-4A18-811B-789C522BA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98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1pPr>
    <a:lvl2pPr marL="661304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2pPr>
    <a:lvl3pPr marL="1322609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3pPr>
    <a:lvl4pPr marL="1983914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4pPr>
    <a:lvl5pPr marL="2645219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5pPr>
    <a:lvl6pPr marL="3306524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6pPr>
    <a:lvl7pPr marL="3967828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7pPr>
    <a:lvl8pPr marL="4629133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8pPr>
    <a:lvl9pPr marL="5290438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4925" y="1143000"/>
            <a:ext cx="67881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F3C6A1-93D1-4A18-811B-789C522BAA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989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50" y="374121"/>
            <a:ext cx="3771900" cy="795867"/>
          </a:xfrm>
        </p:spPr>
        <p:txBody>
          <a:bodyPr anchor="b"/>
          <a:lstStyle>
            <a:lvl1pPr algn="ctr"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8650" y="1200679"/>
            <a:ext cx="3771900" cy="551921"/>
          </a:xfrm>
        </p:spPr>
        <p:txBody>
          <a:bodyPr/>
          <a:lstStyle>
            <a:lvl1pPr marL="0" indent="0" algn="ctr">
              <a:buNone/>
              <a:defRPr sz="800"/>
            </a:lvl1pPr>
            <a:lvl2pPr marL="152385" indent="0" algn="ctr">
              <a:buNone/>
              <a:defRPr sz="667"/>
            </a:lvl2pPr>
            <a:lvl3pPr marL="304770" indent="0" algn="ctr">
              <a:buNone/>
              <a:defRPr sz="600"/>
            </a:lvl3pPr>
            <a:lvl4pPr marL="457154" indent="0" algn="ctr">
              <a:buNone/>
              <a:defRPr sz="533"/>
            </a:lvl4pPr>
            <a:lvl5pPr marL="609539" indent="0" algn="ctr">
              <a:buNone/>
              <a:defRPr sz="533"/>
            </a:lvl5pPr>
            <a:lvl6pPr marL="761924" indent="0" algn="ctr">
              <a:buNone/>
              <a:defRPr sz="533"/>
            </a:lvl6pPr>
            <a:lvl7pPr marL="914309" indent="0" algn="ctr">
              <a:buNone/>
              <a:defRPr sz="533"/>
            </a:lvl7pPr>
            <a:lvl8pPr marL="1066693" indent="0" algn="ctr">
              <a:buNone/>
              <a:defRPr sz="533"/>
            </a:lvl8pPr>
            <a:lvl9pPr marL="1219078" indent="0" algn="ctr">
              <a:buNone/>
              <a:defRPr sz="533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069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876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138" y="569913"/>
            <a:ext cx="4337685" cy="950912"/>
          </a:xfrm>
        </p:spPr>
        <p:txBody>
          <a:bodyPr anchor="b"/>
          <a:lstStyle>
            <a:lvl1pPr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138" y="1529821"/>
            <a:ext cx="4337685" cy="500062"/>
          </a:xfrm>
        </p:spPr>
        <p:txBody>
          <a:bodyPr/>
          <a:lstStyle>
            <a:lvl1pPr marL="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  <a:lvl2pPr marL="152385" indent="0">
              <a:buNone/>
              <a:defRPr sz="667">
                <a:solidFill>
                  <a:schemeClr val="tx1">
                    <a:tint val="75000"/>
                  </a:schemeClr>
                </a:solidFill>
              </a:defRPr>
            </a:lvl2pPr>
            <a:lvl3pPr marL="30477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3pPr>
            <a:lvl4pPr marL="457154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4pPr>
            <a:lvl5pPr marL="609539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5pPr>
            <a:lvl6pPr marL="761924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6pPr>
            <a:lvl7pPr marL="914309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7pPr>
            <a:lvl8pPr marL="1066693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8pPr>
            <a:lvl9pPr marL="1219078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038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5758" y="608542"/>
            <a:ext cx="2137410" cy="145044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46033" y="608542"/>
            <a:ext cx="2137410" cy="145044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142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3" y="121709"/>
            <a:ext cx="4337685" cy="44185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413" y="560388"/>
            <a:ext cx="2127587" cy="274637"/>
          </a:xfrm>
        </p:spPr>
        <p:txBody>
          <a:bodyPr anchor="b"/>
          <a:lstStyle>
            <a:lvl1pPr marL="0" indent="0">
              <a:buNone/>
              <a:defRPr sz="800" b="1"/>
            </a:lvl1pPr>
            <a:lvl2pPr marL="152385" indent="0">
              <a:buNone/>
              <a:defRPr sz="667" b="1"/>
            </a:lvl2pPr>
            <a:lvl3pPr marL="304770" indent="0">
              <a:buNone/>
              <a:defRPr sz="600" b="1"/>
            </a:lvl3pPr>
            <a:lvl4pPr marL="457154" indent="0">
              <a:buNone/>
              <a:defRPr sz="533" b="1"/>
            </a:lvl4pPr>
            <a:lvl5pPr marL="609539" indent="0">
              <a:buNone/>
              <a:defRPr sz="533" b="1"/>
            </a:lvl5pPr>
            <a:lvl6pPr marL="761924" indent="0">
              <a:buNone/>
              <a:defRPr sz="533" b="1"/>
            </a:lvl6pPr>
            <a:lvl7pPr marL="914309" indent="0">
              <a:buNone/>
              <a:defRPr sz="533" b="1"/>
            </a:lvl7pPr>
            <a:lvl8pPr marL="1066693" indent="0">
              <a:buNone/>
              <a:defRPr sz="533" b="1"/>
            </a:lvl8pPr>
            <a:lvl9pPr marL="1219078" indent="0">
              <a:buNone/>
              <a:defRPr sz="5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6413" y="835025"/>
            <a:ext cx="2127587" cy="122819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46033" y="560388"/>
            <a:ext cx="2138065" cy="274637"/>
          </a:xfrm>
        </p:spPr>
        <p:txBody>
          <a:bodyPr anchor="b"/>
          <a:lstStyle>
            <a:lvl1pPr marL="0" indent="0">
              <a:buNone/>
              <a:defRPr sz="800" b="1"/>
            </a:lvl1pPr>
            <a:lvl2pPr marL="152385" indent="0">
              <a:buNone/>
              <a:defRPr sz="667" b="1"/>
            </a:lvl2pPr>
            <a:lvl3pPr marL="304770" indent="0">
              <a:buNone/>
              <a:defRPr sz="600" b="1"/>
            </a:lvl3pPr>
            <a:lvl4pPr marL="457154" indent="0">
              <a:buNone/>
              <a:defRPr sz="533" b="1"/>
            </a:lvl4pPr>
            <a:lvl5pPr marL="609539" indent="0">
              <a:buNone/>
              <a:defRPr sz="533" b="1"/>
            </a:lvl5pPr>
            <a:lvl6pPr marL="761924" indent="0">
              <a:buNone/>
              <a:defRPr sz="533" b="1"/>
            </a:lvl6pPr>
            <a:lvl7pPr marL="914309" indent="0">
              <a:buNone/>
              <a:defRPr sz="533" b="1"/>
            </a:lvl7pPr>
            <a:lvl8pPr marL="1066693" indent="0">
              <a:buNone/>
              <a:defRPr sz="533" b="1"/>
            </a:lvl8pPr>
            <a:lvl9pPr marL="1219078" indent="0">
              <a:buNone/>
              <a:defRPr sz="5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46033" y="835025"/>
            <a:ext cx="2138065" cy="122819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5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97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764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3" y="152400"/>
            <a:ext cx="1622048" cy="533400"/>
          </a:xfrm>
        </p:spPr>
        <p:txBody>
          <a:bodyPr anchor="b"/>
          <a:lstStyle>
            <a:lvl1pPr>
              <a:defRPr sz="10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8065" y="329142"/>
            <a:ext cx="2546033" cy="1624542"/>
          </a:xfrm>
        </p:spPr>
        <p:txBody>
          <a:bodyPr/>
          <a:lstStyle>
            <a:lvl1pPr>
              <a:defRPr sz="1067"/>
            </a:lvl1pPr>
            <a:lvl2pPr>
              <a:defRPr sz="933"/>
            </a:lvl2pPr>
            <a:lvl3pPr>
              <a:defRPr sz="800"/>
            </a:lvl3pPr>
            <a:lvl4pPr>
              <a:defRPr sz="667"/>
            </a:lvl4pPr>
            <a:lvl5pPr>
              <a:defRPr sz="667"/>
            </a:lvl5pPr>
            <a:lvl6pPr>
              <a:defRPr sz="667"/>
            </a:lvl6pPr>
            <a:lvl7pPr>
              <a:defRPr sz="667"/>
            </a:lvl7pPr>
            <a:lvl8pPr>
              <a:defRPr sz="667"/>
            </a:lvl8pPr>
            <a:lvl9pPr>
              <a:defRPr sz="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6413" y="685800"/>
            <a:ext cx="1622048" cy="1270529"/>
          </a:xfrm>
        </p:spPr>
        <p:txBody>
          <a:bodyPr/>
          <a:lstStyle>
            <a:lvl1pPr marL="0" indent="0">
              <a:buNone/>
              <a:defRPr sz="533"/>
            </a:lvl1pPr>
            <a:lvl2pPr marL="152385" indent="0">
              <a:buNone/>
              <a:defRPr sz="467"/>
            </a:lvl2pPr>
            <a:lvl3pPr marL="304770" indent="0">
              <a:buNone/>
              <a:defRPr sz="400"/>
            </a:lvl3pPr>
            <a:lvl4pPr marL="457154" indent="0">
              <a:buNone/>
              <a:defRPr sz="333"/>
            </a:lvl4pPr>
            <a:lvl5pPr marL="609539" indent="0">
              <a:buNone/>
              <a:defRPr sz="333"/>
            </a:lvl5pPr>
            <a:lvl6pPr marL="761924" indent="0">
              <a:buNone/>
              <a:defRPr sz="333"/>
            </a:lvl6pPr>
            <a:lvl7pPr marL="914309" indent="0">
              <a:buNone/>
              <a:defRPr sz="333"/>
            </a:lvl7pPr>
            <a:lvl8pPr marL="1066693" indent="0">
              <a:buNone/>
              <a:defRPr sz="333"/>
            </a:lvl8pPr>
            <a:lvl9pPr marL="1219078" indent="0">
              <a:buNone/>
              <a:defRPr sz="3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280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3" y="152400"/>
            <a:ext cx="1622048" cy="533400"/>
          </a:xfrm>
        </p:spPr>
        <p:txBody>
          <a:bodyPr anchor="b"/>
          <a:lstStyle>
            <a:lvl1pPr>
              <a:defRPr sz="10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38065" y="329142"/>
            <a:ext cx="2546033" cy="1624542"/>
          </a:xfrm>
        </p:spPr>
        <p:txBody>
          <a:bodyPr anchor="t"/>
          <a:lstStyle>
            <a:lvl1pPr marL="0" indent="0">
              <a:buNone/>
              <a:defRPr sz="1067"/>
            </a:lvl1pPr>
            <a:lvl2pPr marL="152385" indent="0">
              <a:buNone/>
              <a:defRPr sz="933"/>
            </a:lvl2pPr>
            <a:lvl3pPr marL="304770" indent="0">
              <a:buNone/>
              <a:defRPr sz="800"/>
            </a:lvl3pPr>
            <a:lvl4pPr marL="457154" indent="0">
              <a:buNone/>
              <a:defRPr sz="667"/>
            </a:lvl4pPr>
            <a:lvl5pPr marL="609539" indent="0">
              <a:buNone/>
              <a:defRPr sz="667"/>
            </a:lvl5pPr>
            <a:lvl6pPr marL="761924" indent="0">
              <a:buNone/>
              <a:defRPr sz="667"/>
            </a:lvl6pPr>
            <a:lvl7pPr marL="914309" indent="0">
              <a:buNone/>
              <a:defRPr sz="667"/>
            </a:lvl7pPr>
            <a:lvl8pPr marL="1066693" indent="0">
              <a:buNone/>
              <a:defRPr sz="667"/>
            </a:lvl8pPr>
            <a:lvl9pPr marL="1219078" indent="0">
              <a:buNone/>
              <a:defRPr sz="667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6413" y="685800"/>
            <a:ext cx="1622048" cy="1270529"/>
          </a:xfrm>
        </p:spPr>
        <p:txBody>
          <a:bodyPr/>
          <a:lstStyle>
            <a:lvl1pPr marL="0" indent="0">
              <a:buNone/>
              <a:defRPr sz="533"/>
            </a:lvl1pPr>
            <a:lvl2pPr marL="152385" indent="0">
              <a:buNone/>
              <a:defRPr sz="467"/>
            </a:lvl2pPr>
            <a:lvl3pPr marL="304770" indent="0">
              <a:buNone/>
              <a:defRPr sz="400"/>
            </a:lvl3pPr>
            <a:lvl4pPr marL="457154" indent="0">
              <a:buNone/>
              <a:defRPr sz="333"/>
            </a:lvl4pPr>
            <a:lvl5pPr marL="609539" indent="0">
              <a:buNone/>
              <a:defRPr sz="333"/>
            </a:lvl5pPr>
            <a:lvl6pPr marL="761924" indent="0">
              <a:buNone/>
              <a:defRPr sz="333"/>
            </a:lvl6pPr>
            <a:lvl7pPr marL="914309" indent="0">
              <a:buNone/>
              <a:defRPr sz="333"/>
            </a:lvl7pPr>
            <a:lvl8pPr marL="1066693" indent="0">
              <a:buNone/>
              <a:defRPr sz="333"/>
            </a:lvl8pPr>
            <a:lvl9pPr marL="1219078" indent="0">
              <a:buNone/>
              <a:defRPr sz="3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128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435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599021" y="121709"/>
            <a:ext cx="1084421" cy="19372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5757" y="121709"/>
            <a:ext cx="3190399" cy="19372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596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5758" y="121709"/>
            <a:ext cx="4337685" cy="4418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758" y="608542"/>
            <a:ext cx="4337685" cy="1450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5758" y="2118784"/>
            <a:ext cx="113157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65923" y="2118784"/>
            <a:ext cx="1697355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51873" y="2118784"/>
            <a:ext cx="113157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757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49" r:id="rId1"/>
    <p:sldLayoutId id="2147484250" r:id="rId2"/>
    <p:sldLayoutId id="2147484251" r:id="rId3"/>
    <p:sldLayoutId id="2147484252" r:id="rId4"/>
    <p:sldLayoutId id="2147484253" r:id="rId5"/>
    <p:sldLayoutId id="2147484254" r:id="rId6"/>
    <p:sldLayoutId id="2147484255" r:id="rId7"/>
    <p:sldLayoutId id="2147484256" r:id="rId8"/>
    <p:sldLayoutId id="2147484257" r:id="rId9"/>
    <p:sldLayoutId id="2147484258" r:id="rId10"/>
    <p:sldLayoutId id="2147484259" r:id="rId11"/>
  </p:sldLayoutIdLst>
  <p:txStyles>
    <p:titleStyle>
      <a:lvl1pPr algn="l" defTabSz="304770" rtl="0" eaLnBrk="1" latinLnBrk="0" hangingPunct="1">
        <a:lnSpc>
          <a:spcPct val="90000"/>
        </a:lnSpc>
        <a:spcBef>
          <a:spcPct val="0"/>
        </a:spcBef>
        <a:buNone/>
        <a:defRPr sz="14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6192" indent="-76192" algn="l" defTabSz="30477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933" kern="1200">
          <a:solidFill>
            <a:schemeClr val="tx1"/>
          </a:solidFill>
          <a:latin typeface="+mn-lt"/>
          <a:ea typeface="+mn-ea"/>
          <a:cs typeface="+mn-cs"/>
        </a:defRPr>
      </a:lvl1pPr>
      <a:lvl2pPr marL="228577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2pPr>
      <a:lvl3pPr marL="380962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67" kern="1200">
          <a:solidFill>
            <a:schemeClr val="tx1"/>
          </a:solidFill>
          <a:latin typeface="+mn-lt"/>
          <a:ea typeface="+mn-ea"/>
          <a:cs typeface="+mn-cs"/>
        </a:defRPr>
      </a:lvl3pPr>
      <a:lvl4pPr marL="533347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4pPr>
      <a:lvl5pPr marL="685731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838116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6pPr>
      <a:lvl7pPr marL="990501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7pPr>
      <a:lvl8pPr marL="1142886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8pPr>
      <a:lvl9pPr marL="1295270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1pPr>
      <a:lvl2pPr marL="152385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2pPr>
      <a:lvl3pPr marL="304770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3pPr>
      <a:lvl4pPr marL="457154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4pPr>
      <a:lvl5pPr marL="609539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761924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6pPr>
      <a:lvl7pPr marL="914309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7pPr>
      <a:lvl8pPr marL="1066693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8pPr>
      <a:lvl9pPr marL="1219078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图片 62">
            <a:extLst>
              <a:ext uri="{FF2B5EF4-FFF2-40B4-BE49-F238E27FC236}">
                <a16:creationId xmlns:a16="http://schemas.microsoft.com/office/drawing/2014/main" id="{9D2D7501-3D7C-7784-88DA-B36E398D2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7" y="138112"/>
            <a:ext cx="4810125" cy="200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00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1696</TotalTime>
  <Words>1</Words>
  <Application>Microsoft Office PowerPoint</Application>
  <PresentationFormat>自定义</PresentationFormat>
  <Paragraphs>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Haichuan Wang(王海川)</dc:creator>
  <cp:lastModifiedBy>Xi Zhang(张熙-Peter)</cp:lastModifiedBy>
  <cp:revision>53</cp:revision>
  <dcterms:created xsi:type="dcterms:W3CDTF">2020-03-18T02:10:58Z</dcterms:created>
  <dcterms:modified xsi:type="dcterms:W3CDTF">2023-08-31T09:57:26Z</dcterms:modified>
</cp:coreProperties>
</file>